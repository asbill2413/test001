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av" ContentType="audio/x-wav"/>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10.xml" ContentType="application/vnd.openxmlformats-officedocument.drawingml.diagramColors+xml"/>
  <Override PartName="/ppt/diagrams/colors11.xml" ContentType="application/vnd.openxmlformats-officedocument.drawingml.diagramColors+xml"/>
  <Override PartName="/ppt/diagrams/colors12.xml" ContentType="application/vnd.openxmlformats-officedocument.drawingml.diagramColors+xml"/>
  <Override PartName="/ppt/diagrams/colors13.xml" ContentType="application/vnd.openxmlformats-officedocument.drawingml.diagramColors+xml"/>
  <Override PartName="/ppt/diagrams/colors14.xml" ContentType="application/vnd.openxmlformats-officedocument.drawingml.diagramColors+xml"/>
  <Override PartName="/ppt/diagrams/colors15.xml" ContentType="application/vnd.openxmlformats-officedocument.drawingml.diagramColors+xml"/>
  <Override PartName="/ppt/diagrams/colors16.xml" ContentType="application/vnd.openxmlformats-officedocument.drawingml.diagramColors+xml"/>
  <Override PartName="/ppt/diagrams/colors17.xml" ContentType="application/vnd.openxmlformats-officedocument.drawingml.diagramColors+xml"/>
  <Override PartName="/ppt/diagrams/colors18.xml" ContentType="application/vnd.openxmlformats-officedocument.drawingml.diagramColors+xml"/>
  <Override PartName="/ppt/diagrams/colors19.xml" ContentType="application/vnd.openxmlformats-officedocument.drawingml.diagramColors+xml"/>
  <Override PartName="/ppt/diagrams/colors2.xml" ContentType="application/vnd.openxmlformats-officedocument.drawingml.diagramColors+xml"/>
  <Override PartName="/ppt/diagrams/colors20.xml" ContentType="application/vnd.openxmlformats-officedocument.drawingml.diagramColors+xml"/>
  <Override PartName="/ppt/diagrams/colors21.xml" ContentType="application/vnd.openxmlformats-officedocument.drawingml.diagramColors+xml"/>
  <Override PartName="/ppt/diagrams/colors22.xml" ContentType="application/vnd.openxmlformats-officedocument.drawingml.diagramColors+xml"/>
  <Override PartName="/ppt/diagrams/colors23.xml" ContentType="application/vnd.openxmlformats-officedocument.drawingml.diagramColors+xml"/>
  <Override PartName="/ppt/diagrams/colors24.xml" ContentType="application/vnd.openxmlformats-officedocument.drawingml.diagramColors+xml"/>
  <Override PartName="/ppt/diagrams/colors25.xml" ContentType="application/vnd.openxmlformats-officedocument.drawingml.diagramColors+xml"/>
  <Override PartName="/ppt/diagrams/colors26.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colors6.xml" ContentType="application/vnd.openxmlformats-officedocument.drawingml.diagramColors+xml"/>
  <Override PartName="/ppt/diagrams/colors7.xml" ContentType="application/vnd.openxmlformats-officedocument.drawingml.diagramColors+xml"/>
  <Override PartName="/ppt/diagrams/colors8.xml" ContentType="application/vnd.openxmlformats-officedocument.drawingml.diagramColors+xml"/>
  <Override PartName="/ppt/diagrams/colors9.xml" ContentType="application/vnd.openxmlformats-officedocument.drawingml.diagramColors+xml"/>
  <Override PartName="/ppt/diagrams/data1.xml" ContentType="application/vnd.openxmlformats-officedocument.drawingml.diagramData+xml"/>
  <Override PartName="/ppt/diagrams/data10.xml" ContentType="application/vnd.openxmlformats-officedocument.drawingml.diagramData+xml"/>
  <Override PartName="/ppt/diagrams/data11.xml" ContentType="application/vnd.openxmlformats-officedocument.drawingml.diagramData+xml"/>
  <Override PartName="/ppt/diagrams/data12.xml" ContentType="application/vnd.openxmlformats-officedocument.drawingml.diagramData+xml"/>
  <Override PartName="/ppt/diagrams/data13.xml" ContentType="application/vnd.openxmlformats-officedocument.drawingml.diagramData+xml"/>
  <Override PartName="/ppt/diagrams/data14.xml" ContentType="application/vnd.openxmlformats-officedocument.drawingml.diagramData+xml"/>
  <Override PartName="/ppt/diagrams/data15.xml" ContentType="application/vnd.openxmlformats-officedocument.drawingml.diagramData+xml"/>
  <Override PartName="/ppt/diagrams/data16.xml" ContentType="application/vnd.openxmlformats-officedocument.drawingml.diagramData+xml"/>
  <Override PartName="/ppt/diagrams/data17.xml" ContentType="application/vnd.openxmlformats-officedocument.drawingml.diagramData+xml"/>
  <Override PartName="/ppt/diagrams/data18.xml" ContentType="application/vnd.openxmlformats-officedocument.drawingml.diagramData+xml"/>
  <Override PartName="/ppt/diagrams/data19.xml" ContentType="application/vnd.openxmlformats-officedocument.drawingml.diagramData+xml"/>
  <Override PartName="/ppt/diagrams/data2.xml" ContentType="application/vnd.openxmlformats-officedocument.drawingml.diagramData+xml"/>
  <Override PartName="/ppt/diagrams/data20.xml" ContentType="application/vnd.openxmlformats-officedocument.drawingml.diagramData+xml"/>
  <Override PartName="/ppt/diagrams/data21.xml" ContentType="application/vnd.openxmlformats-officedocument.drawingml.diagramData+xml"/>
  <Override PartName="/ppt/diagrams/data22.xml" ContentType="application/vnd.openxmlformats-officedocument.drawingml.diagramData+xml"/>
  <Override PartName="/ppt/diagrams/data23.xml" ContentType="application/vnd.openxmlformats-officedocument.drawingml.diagramData+xml"/>
  <Override PartName="/ppt/diagrams/data24.xml" ContentType="application/vnd.openxmlformats-officedocument.drawingml.diagramData+xml"/>
  <Override PartName="/ppt/diagrams/data25.xml" ContentType="application/vnd.openxmlformats-officedocument.drawingml.diagramData+xml"/>
  <Override PartName="/ppt/diagrams/data26.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ata7.xml" ContentType="application/vnd.openxmlformats-officedocument.drawingml.diagramData+xml"/>
  <Override PartName="/ppt/diagrams/data8.xml" ContentType="application/vnd.openxmlformats-officedocument.drawingml.diagramData+xml"/>
  <Override PartName="/ppt/diagrams/data9.xml" ContentType="application/vnd.openxmlformats-officedocument.drawingml.diagramData+xml"/>
  <Override PartName="/ppt/diagrams/drawing1.xml" ContentType="application/vnd.ms-office.drawingml.diagramDrawing+xml"/>
  <Override PartName="/ppt/diagrams/drawing10.xml" ContentType="application/vnd.ms-office.drawingml.diagramDrawing+xml"/>
  <Override PartName="/ppt/diagrams/drawing11.xml" ContentType="application/vnd.ms-office.drawingml.diagramDrawing+xml"/>
  <Override PartName="/ppt/diagrams/drawing12.xml" ContentType="application/vnd.ms-office.drawingml.diagramDrawing+xml"/>
  <Override PartName="/ppt/diagrams/drawing13.xml" ContentType="application/vnd.ms-office.drawingml.diagramDrawing+xml"/>
  <Override PartName="/ppt/diagrams/drawing14.xml" ContentType="application/vnd.ms-office.drawingml.diagramDrawing+xml"/>
  <Override PartName="/ppt/diagrams/drawing15.xml" ContentType="application/vnd.ms-office.drawingml.diagramDrawing+xml"/>
  <Override PartName="/ppt/diagrams/drawing16.xml" ContentType="application/vnd.ms-office.drawingml.diagramDrawing+xml"/>
  <Override PartName="/ppt/diagrams/drawing17.xml" ContentType="application/vnd.ms-office.drawingml.diagramDrawing+xml"/>
  <Override PartName="/ppt/diagrams/drawing18.xml" ContentType="application/vnd.ms-office.drawingml.diagramDrawing+xml"/>
  <Override PartName="/ppt/diagrams/drawing19.xml" ContentType="application/vnd.ms-office.drawingml.diagramDrawing+xml"/>
  <Override PartName="/ppt/diagrams/drawing2.xml" ContentType="application/vnd.ms-office.drawingml.diagramDrawing+xml"/>
  <Override PartName="/ppt/diagrams/drawing20.xml" ContentType="application/vnd.ms-office.drawingml.diagramDrawing+xml"/>
  <Override PartName="/ppt/diagrams/drawing21.xml" ContentType="application/vnd.ms-office.drawingml.diagramDrawing+xml"/>
  <Override PartName="/ppt/diagrams/drawing22.xml" ContentType="application/vnd.ms-office.drawingml.diagramDrawing+xml"/>
  <Override PartName="/ppt/diagrams/drawing23.xml" ContentType="application/vnd.ms-office.drawingml.diagramDrawing+xml"/>
  <Override PartName="/ppt/diagrams/drawing24.xml" ContentType="application/vnd.ms-office.drawingml.diagramDrawing+xml"/>
  <Override PartName="/ppt/diagrams/drawing25.xml" ContentType="application/vnd.ms-office.drawingml.diagramDrawing+xml"/>
  <Override PartName="/ppt/diagrams/drawing26.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drawing6.xml" ContentType="application/vnd.ms-office.drawingml.diagramDrawing+xml"/>
  <Override PartName="/ppt/diagrams/drawing7.xml" ContentType="application/vnd.ms-office.drawingml.diagramDrawing+xml"/>
  <Override PartName="/ppt/diagrams/drawing8.xml" ContentType="application/vnd.ms-office.drawingml.diagramDrawing+xml"/>
  <Override PartName="/ppt/diagrams/drawing9.xml" ContentType="application/vnd.ms-office.drawingml.diagramDrawing+xml"/>
  <Override PartName="/ppt/diagrams/layout1.xml" ContentType="application/vnd.openxmlformats-officedocument.drawingml.diagramLayout+xml"/>
  <Override PartName="/ppt/diagrams/layout10.xml" ContentType="application/vnd.openxmlformats-officedocument.drawingml.diagramLayout+xml"/>
  <Override PartName="/ppt/diagrams/layout11.xml" ContentType="application/vnd.openxmlformats-officedocument.drawingml.diagramLayout+xml"/>
  <Override PartName="/ppt/diagrams/layout12.xml" ContentType="application/vnd.openxmlformats-officedocument.drawingml.diagramLayout+xml"/>
  <Override PartName="/ppt/diagrams/layout13.xml" ContentType="application/vnd.openxmlformats-officedocument.drawingml.diagramLayout+xml"/>
  <Override PartName="/ppt/diagrams/layout14.xml" ContentType="application/vnd.openxmlformats-officedocument.drawingml.diagramLayout+xml"/>
  <Override PartName="/ppt/diagrams/layout15.xml" ContentType="application/vnd.openxmlformats-officedocument.drawingml.diagramLayout+xml"/>
  <Override PartName="/ppt/diagrams/layout16.xml" ContentType="application/vnd.openxmlformats-officedocument.drawingml.diagramLayout+xml"/>
  <Override PartName="/ppt/diagrams/layout17.xml" ContentType="application/vnd.openxmlformats-officedocument.drawingml.diagramLayout+xml"/>
  <Override PartName="/ppt/diagrams/layout18.xml" ContentType="application/vnd.openxmlformats-officedocument.drawingml.diagramLayout+xml"/>
  <Override PartName="/ppt/diagrams/layout19.xml" ContentType="application/vnd.openxmlformats-officedocument.drawingml.diagramLayout+xml"/>
  <Override PartName="/ppt/diagrams/layout2.xml" ContentType="application/vnd.openxmlformats-officedocument.drawingml.diagramLayout+xml"/>
  <Override PartName="/ppt/diagrams/layout20.xml" ContentType="application/vnd.openxmlformats-officedocument.drawingml.diagramLayout+xml"/>
  <Override PartName="/ppt/diagrams/layout21.xml" ContentType="application/vnd.openxmlformats-officedocument.drawingml.diagramLayout+xml"/>
  <Override PartName="/ppt/diagrams/layout22.xml" ContentType="application/vnd.openxmlformats-officedocument.drawingml.diagramLayout+xml"/>
  <Override PartName="/ppt/diagrams/layout23.xml" ContentType="application/vnd.openxmlformats-officedocument.drawingml.diagramLayout+xml"/>
  <Override PartName="/ppt/diagrams/layout24.xml" ContentType="application/vnd.openxmlformats-officedocument.drawingml.diagramLayout+xml"/>
  <Override PartName="/ppt/diagrams/layout25.xml" ContentType="application/vnd.openxmlformats-officedocument.drawingml.diagramLayout+xml"/>
  <Override PartName="/ppt/diagrams/layout26.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layout6.xml" ContentType="application/vnd.openxmlformats-officedocument.drawingml.diagramLayout+xml"/>
  <Override PartName="/ppt/diagrams/layout7.xml" ContentType="application/vnd.openxmlformats-officedocument.drawingml.diagramLayout+xml"/>
  <Override PartName="/ppt/diagrams/layout8.xml" ContentType="application/vnd.openxmlformats-officedocument.drawingml.diagramLayout+xml"/>
  <Override PartName="/ppt/diagrams/layout9.xml" ContentType="application/vnd.openxmlformats-officedocument.drawingml.diagramLayout+xml"/>
  <Override PartName="/ppt/diagrams/quickStyle1.xml" ContentType="application/vnd.openxmlformats-officedocument.drawingml.diagramStyle+xml"/>
  <Override PartName="/ppt/diagrams/quickStyle10.xml" ContentType="application/vnd.openxmlformats-officedocument.drawingml.diagramStyle+xml"/>
  <Override PartName="/ppt/diagrams/quickStyle11.xml" ContentType="application/vnd.openxmlformats-officedocument.drawingml.diagramStyle+xml"/>
  <Override PartName="/ppt/diagrams/quickStyle12.xml" ContentType="application/vnd.openxmlformats-officedocument.drawingml.diagramStyle+xml"/>
  <Override PartName="/ppt/diagrams/quickStyle13.xml" ContentType="application/vnd.openxmlformats-officedocument.drawingml.diagramStyle+xml"/>
  <Override PartName="/ppt/diagrams/quickStyle14.xml" ContentType="application/vnd.openxmlformats-officedocument.drawingml.diagramStyle+xml"/>
  <Override PartName="/ppt/diagrams/quickStyle15.xml" ContentType="application/vnd.openxmlformats-officedocument.drawingml.diagramStyle+xml"/>
  <Override PartName="/ppt/diagrams/quickStyle16.xml" ContentType="application/vnd.openxmlformats-officedocument.drawingml.diagramStyle+xml"/>
  <Override PartName="/ppt/diagrams/quickStyle17.xml" ContentType="application/vnd.openxmlformats-officedocument.drawingml.diagramStyle+xml"/>
  <Override PartName="/ppt/diagrams/quickStyle18.xml" ContentType="application/vnd.openxmlformats-officedocument.drawingml.diagramStyle+xml"/>
  <Override PartName="/ppt/diagrams/quickStyle19.xml" ContentType="application/vnd.openxmlformats-officedocument.drawingml.diagramStyle+xml"/>
  <Override PartName="/ppt/diagrams/quickStyle2.xml" ContentType="application/vnd.openxmlformats-officedocument.drawingml.diagramStyle+xml"/>
  <Override PartName="/ppt/diagrams/quickStyle20.xml" ContentType="application/vnd.openxmlformats-officedocument.drawingml.diagramStyle+xml"/>
  <Override PartName="/ppt/diagrams/quickStyle21.xml" ContentType="application/vnd.openxmlformats-officedocument.drawingml.diagramStyle+xml"/>
  <Override PartName="/ppt/diagrams/quickStyle22.xml" ContentType="application/vnd.openxmlformats-officedocument.drawingml.diagramStyle+xml"/>
  <Override PartName="/ppt/diagrams/quickStyle23.xml" ContentType="application/vnd.openxmlformats-officedocument.drawingml.diagramStyle+xml"/>
  <Override PartName="/ppt/diagrams/quickStyle24.xml" ContentType="application/vnd.openxmlformats-officedocument.drawingml.diagramStyle+xml"/>
  <Override PartName="/ppt/diagrams/quickStyle25.xml" ContentType="application/vnd.openxmlformats-officedocument.drawingml.diagramStyle+xml"/>
  <Override PartName="/ppt/diagrams/quickStyle26.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diagrams/quickStyle6.xml" ContentType="application/vnd.openxmlformats-officedocument.drawingml.diagramStyle+xml"/>
  <Override PartName="/ppt/diagrams/quickStyle7.xml" ContentType="application/vnd.openxmlformats-officedocument.drawingml.diagramStyle+xml"/>
  <Override PartName="/ppt/diagrams/quickStyle8.xml" ContentType="application/vnd.openxmlformats-officedocument.drawingml.diagramStyle+xml"/>
  <Override PartName="/ppt/diagrams/quickStyle9.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p:sldMasterIdLst>
    <p:sldMasterId id="2147483648" r:id="rId1"/>
  </p:sldMasterIdLst>
  <p:notesMasterIdLst>
    <p:notesMasterId r:id="rId4"/>
  </p:notesMasterIdLst>
  <p:handoutMasterIdLst>
    <p:handoutMasterId r:id="rId151"/>
  </p:handoutMasterIdLst>
  <p:sldIdLst>
    <p:sldId id="407" r:id="rId3"/>
    <p:sldId id="780" r:id="rId5"/>
    <p:sldId id="772" r:id="rId6"/>
    <p:sldId id="749" r:id="rId7"/>
    <p:sldId id="750" r:id="rId8"/>
    <p:sldId id="751" r:id="rId9"/>
    <p:sldId id="782" r:id="rId10"/>
    <p:sldId id="676" r:id="rId11"/>
    <p:sldId id="781" r:id="rId12"/>
    <p:sldId id="775" r:id="rId13"/>
    <p:sldId id="735" r:id="rId14"/>
    <p:sldId id="777" r:id="rId15"/>
    <p:sldId id="783" r:id="rId16"/>
    <p:sldId id="536" r:id="rId17"/>
    <p:sldId id="537" r:id="rId18"/>
    <p:sldId id="635" r:id="rId19"/>
    <p:sldId id="752" r:id="rId20"/>
    <p:sldId id="753" r:id="rId21"/>
    <p:sldId id="791" r:id="rId22"/>
    <p:sldId id="600" r:id="rId23"/>
    <p:sldId id="681" r:id="rId24"/>
    <p:sldId id="754" r:id="rId25"/>
    <p:sldId id="787" r:id="rId26"/>
    <p:sldId id="634" r:id="rId27"/>
    <p:sldId id="799" r:id="rId28"/>
    <p:sldId id="632" r:id="rId29"/>
    <p:sldId id="784" r:id="rId30"/>
    <p:sldId id="785" r:id="rId31"/>
    <p:sldId id="792" r:id="rId32"/>
    <p:sldId id="786" r:id="rId33"/>
    <p:sldId id="541" r:id="rId34"/>
    <p:sldId id="732" r:id="rId35"/>
    <p:sldId id="530" r:id="rId36"/>
    <p:sldId id="793" r:id="rId37"/>
    <p:sldId id="794" r:id="rId38"/>
    <p:sldId id="542" r:id="rId39"/>
    <p:sldId id="546" r:id="rId40"/>
    <p:sldId id="738" r:id="rId41"/>
    <p:sldId id="755" r:id="rId42"/>
    <p:sldId id="771" r:id="rId43"/>
    <p:sldId id="547" r:id="rId44"/>
    <p:sldId id="739" r:id="rId45"/>
    <p:sldId id="756" r:id="rId46"/>
    <p:sldId id="757" r:id="rId47"/>
    <p:sldId id="609" r:id="rId48"/>
    <p:sldId id="610" r:id="rId49"/>
    <p:sldId id="548" r:id="rId50"/>
    <p:sldId id="740" r:id="rId51"/>
    <p:sldId id="741" r:id="rId52"/>
    <p:sldId id="758" r:id="rId53"/>
    <p:sldId id="776" r:id="rId54"/>
    <p:sldId id="795" r:id="rId55"/>
    <p:sldId id="779" r:id="rId56"/>
    <p:sldId id="647" r:id="rId57"/>
    <p:sldId id="789" r:id="rId58"/>
    <p:sldId id="552" r:id="rId59"/>
    <p:sldId id="730" r:id="rId60"/>
    <p:sldId id="549" r:id="rId61"/>
    <p:sldId id="742" r:id="rId62"/>
    <p:sldId id="801" r:id="rId63"/>
    <p:sldId id="608" r:id="rId64"/>
    <p:sldId id="796" r:id="rId65"/>
    <p:sldId id="790" r:id="rId66"/>
    <p:sldId id="611" r:id="rId67"/>
    <p:sldId id="544" r:id="rId68"/>
    <p:sldId id="651" r:id="rId69"/>
    <p:sldId id="803" r:id="rId70"/>
    <p:sldId id="802" r:id="rId71"/>
    <p:sldId id="652" r:id="rId72"/>
    <p:sldId id="653" r:id="rId73"/>
    <p:sldId id="585" r:id="rId74"/>
    <p:sldId id="586" r:id="rId75"/>
    <p:sldId id="555" r:id="rId76"/>
    <p:sldId id="743" r:id="rId77"/>
    <p:sldId id="607" r:id="rId78"/>
    <p:sldId id="773" r:id="rId79"/>
    <p:sldId id="589" r:id="rId80"/>
    <p:sldId id="556" r:id="rId81"/>
    <p:sldId id="746" r:id="rId82"/>
    <p:sldId id="557" r:id="rId83"/>
    <p:sldId id="744" r:id="rId84"/>
    <p:sldId id="759" r:id="rId85"/>
    <p:sldId id="558" r:id="rId86"/>
    <p:sldId id="559" r:id="rId87"/>
    <p:sldId id="560" r:id="rId88"/>
    <p:sldId id="588" r:id="rId89"/>
    <p:sldId id="561" r:id="rId90"/>
    <p:sldId id="760" r:id="rId91"/>
    <p:sldId id="747" r:id="rId92"/>
    <p:sldId id="761" r:id="rId93"/>
    <p:sldId id="562" r:id="rId94"/>
    <p:sldId id="748" r:id="rId95"/>
    <p:sldId id="797" r:id="rId96"/>
    <p:sldId id="798" r:id="rId97"/>
    <p:sldId id="700" r:id="rId98"/>
    <p:sldId id="699" r:id="rId99"/>
    <p:sldId id="774" r:id="rId100"/>
    <p:sldId id="571" r:id="rId101"/>
    <p:sldId id="768" r:id="rId102"/>
    <p:sldId id="770" r:id="rId103"/>
    <p:sldId id="767" r:id="rId104"/>
    <p:sldId id="811" r:id="rId105"/>
    <p:sldId id="701" r:id="rId106"/>
    <p:sldId id="734" r:id="rId107"/>
    <p:sldId id="705" r:id="rId108"/>
    <p:sldId id="703" r:id="rId109"/>
    <p:sldId id="810" r:id="rId110"/>
    <p:sldId id="813" r:id="rId111"/>
    <p:sldId id="814" r:id="rId112"/>
    <p:sldId id="817" r:id="rId113"/>
    <p:sldId id="816" r:id="rId114"/>
    <p:sldId id="819" r:id="rId115"/>
    <p:sldId id="815" r:id="rId116"/>
    <p:sldId id="275" r:id="rId117"/>
    <p:sldId id="276" r:id="rId118"/>
    <p:sldId id="277" r:id="rId119"/>
    <p:sldId id="278" r:id="rId120"/>
    <p:sldId id="812" r:id="rId121"/>
    <p:sldId id="818" r:id="rId122"/>
    <p:sldId id="809" r:id="rId123"/>
    <p:sldId id="804" r:id="rId124"/>
    <p:sldId id="545" r:id="rId125"/>
    <p:sldId id="721" r:id="rId126"/>
    <p:sldId id="717" r:id="rId127"/>
    <p:sldId id="718" r:id="rId128"/>
    <p:sldId id="719" r:id="rId129"/>
    <p:sldId id="572" r:id="rId130"/>
    <p:sldId id="764" r:id="rId131"/>
    <p:sldId id="765" r:id="rId132"/>
    <p:sldId id="573" r:id="rId133"/>
    <p:sldId id="574" r:id="rId134"/>
    <p:sldId id="575" r:id="rId135"/>
    <p:sldId id="576" r:id="rId136"/>
    <p:sldId id="808" r:id="rId137"/>
    <p:sldId id="805" r:id="rId138"/>
    <p:sldId id="722" r:id="rId139"/>
    <p:sldId id="723" r:id="rId140"/>
    <p:sldId id="724" r:id="rId141"/>
    <p:sldId id="725" r:id="rId142"/>
    <p:sldId id="726" r:id="rId143"/>
    <p:sldId id="727" r:id="rId144"/>
    <p:sldId id="806" r:id="rId145"/>
    <p:sldId id="762" r:id="rId146"/>
    <p:sldId id="737" r:id="rId147"/>
    <p:sldId id="736" r:id="rId148"/>
    <p:sldId id="728" r:id="rId149"/>
    <p:sldId id="807" r:id="rId150"/>
  </p:sldIdLst>
  <p:sldSz cx="9906000" cy="6858000" type="A4"/>
  <p:notesSz cx="6668770" cy="9926320"/>
  <p:defaultTextStyle>
    <a:defPPr>
      <a:defRPr lang="en-US"/>
    </a:defPPr>
    <a:lvl1pPr algn="l" rtl="0" eaLnBrk="0" fontAlgn="base" hangingPunct="0">
      <a:spcBef>
        <a:spcPct val="0"/>
      </a:spcBef>
      <a:spcAft>
        <a:spcPct val="0"/>
      </a:spcAft>
      <a:defRPr sz="2400" kern="1200">
        <a:solidFill>
          <a:schemeClr val="tx1"/>
        </a:solidFill>
        <a:latin typeface="Futura Bk" pitchFamily="34" charset="0"/>
        <a:ea typeface="宋体" panose="02010600030101010101" pitchFamily="2" charset="-122"/>
        <a:cs typeface="+mn-cs"/>
      </a:defRPr>
    </a:lvl1pPr>
    <a:lvl2pPr marL="457200" algn="l" rtl="0" eaLnBrk="0" fontAlgn="base" hangingPunct="0">
      <a:spcBef>
        <a:spcPct val="0"/>
      </a:spcBef>
      <a:spcAft>
        <a:spcPct val="0"/>
      </a:spcAft>
      <a:defRPr sz="2400" kern="1200">
        <a:solidFill>
          <a:schemeClr val="tx1"/>
        </a:solidFill>
        <a:latin typeface="Futura Bk" pitchFamily="34" charset="0"/>
        <a:ea typeface="宋体" panose="02010600030101010101" pitchFamily="2" charset="-122"/>
        <a:cs typeface="+mn-cs"/>
      </a:defRPr>
    </a:lvl2pPr>
    <a:lvl3pPr marL="914400" algn="l" rtl="0" eaLnBrk="0" fontAlgn="base" hangingPunct="0">
      <a:spcBef>
        <a:spcPct val="0"/>
      </a:spcBef>
      <a:spcAft>
        <a:spcPct val="0"/>
      </a:spcAft>
      <a:defRPr sz="2400" kern="1200">
        <a:solidFill>
          <a:schemeClr val="tx1"/>
        </a:solidFill>
        <a:latin typeface="Futura Bk" pitchFamily="34" charset="0"/>
        <a:ea typeface="宋体" panose="02010600030101010101" pitchFamily="2" charset="-122"/>
        <a:cs typeface="+mn-cs"/>
      </a:defRPr>
    </a:lvl3pPr>
    <a:lvl4pPr marL="1371600" algn="l" rtl="0" eaLnBrk="0" fontAlgn="base" hangingPunct="0">
      <a:spcBef>
        <a:spcPct val="0"/>
      </a:spcBef>
      <a:spcAft>
        <a:spcPct val="0"/>
      </a:spcAft>
      <a:defRPr sz="2400" kern="1200">
        <a:solidFill>
          <a:schemeClr val="tx1"/>
        </a:solidFill>
        <a:latin typeface="Futura Bk" pitchFamily="34" charset="0"/>
        <a:ea typeface="宋体" panose="02010600030101010101" pitchFamily="2" charset="-122"/>
        <a:cs typeface="+mn-cs"/>
      </a:defRPr>
    </a:lvl4pPr>
    <a:lvl5pPr marL="1828800" algn="l" rtl="0" eaLnBrk="0" fontAlgn="base" hangingPunct="0">
      <a:spcBef>
        <a:spcPct val="0"/>
      </a:spcBef>
      <a:spcAft>
        <a:spcPct val="0"/>
      </a:spcAft>
      <a:defRPr sz="2400" kern="1200">
        <a:solidFill>
          <a:schemeClr val="tx1"/>
        </a:solidFill>
        <a:latin typeface="Futura Bk"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Futura Bk"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Futura Bk"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Futura Bk"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Futura Bk"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060" userDrawn="1">
          <p15:clr>
            <a:srgbClr val="A4A3A4"/>
          </p15:clr>
        </p15:guide>
        <p15:guide id="2" orient="horz" pos="137" userDrawn="1">
          <p15:clr>
            <a:srgbClr val="A4A3A4"/>
          </p15:clr>
        </p15:guide>
        <p15:guide id="3" orient="horz" pos="2272" userDrawn="1">
          <p15:clr>
            <a:srgbClr val="A4A3A4"/>
          </p15:clr>
        </p15:guide>
        <p15:guide id="4" orient="horz" pos="4169" userDrawn="1">
          <p15:clr>
            <a:srgbClr val="A4A3A4"/>
          </p15:clr>
        </p15:guide>
        <p15:guide id="5" pos="386" userDrawn="1">
          <p15:clr>
            <a:srgbClr val="A4A3A4"/>
          </p15:clr>
        </p15:guide>
        <p15:guide id="6" pos="5850" userDrawn="1">
          <p15:clr>
            <a:srgbClr val="A4A3A4"/>
          </p15:clr>
        </p15:guide>
        <p15:guide id="7" pos="3036" userDrawn="1">
          <p15:clr>
            <a:srgbClr val="A4A3A4"/>
          </p15:clr>
        </p15:guide>
        <p15:guide id="8" pos="318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1B49"/>
    <a:srgbClr val="FFEEC8"/>
    <a:srgbClr val="EEB986"/>
    <a:srgbClr val="CADFF4"/>
    <a:srgbClr val="336600"/>
    <a:srgbClr val="000000"/>
    <a:srgbClr val="339966"/>
    <a:srgbClr val="339933"/>
    <a:srgbClr val="C3BE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E171933-4619-4E11-9A3F-F7608DF75F80}" styleName="中度样式 1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866" autoAdjust="0"/>
    <p:restoredTop sz="83673" autoAdjust="0"/>
  </p:normalViewPr>
  <p:slideViewPr>
    <p:cSldViewPr snapToGrid="0" showGuides="1">
      <p:cViewPr>
        <p:scale>
          <a:sx n="125" d="100"/>
          <a:sy n="125" d="100"/>
        </p:scale>
        <p:origin x="2276" y="264"/>
      </p:cViewPr>
      <p:guideLst>
        <p:guide orient="horz" pos="2060"/>
        <p:guide orient="horz" pos="137"/>
        <p:guide orient="horz" pos="2272"/>
        <p:guide orient="horz" pos="4169"/>
        <p:guide pos="386"/>
        <p:guide pos="5850"/>
        <p:guide pos="3036"/>
        <p:guide pos="3184"/>
      </p:guideLst>
    </p:cSldViewPr>
  </p:slideViewPr>
  <p:outlineViewPr>
    <p:cViewPr>
      <p:scale>
        <a:sx n="33" d="100"/>
        <a:sy n="33" d="100"/>
      </p:scale>
      <p:origin x="0" y="-88368"/>
    </p:cViewPr>
    <p:sldLst>
      <p:sld r:id="rId1" collapse="1"/>
      <p:sld r:id="rId2" collapse="1"/>
      <p:sld r:id="rId3" collapse="1"/>
    </p:sldLst>
  </p:outlineViewPr>
  <p:notesTextViewPr>
    <p:cViewPr>
      <p:scale>
        <a:sx n="100" d="100"/>
        <a:sy n="100" d="100"/>
      </p:scale>
      <p:origin x="0" y="0"/>
    </p:cViewPr>
  </p:notesTextViewPr>
  <p:sorterViewPr>
    <p:cViewPr>
      <p:scale>
        <a:sx n="87" d="100"/>
        <a:sy n="87" d="100"/>
      </p:scale>
      <p:origin x="0" y="0"/>
    </p:cViewPr>
  </p:sorterViewPr>
  <p:notesViewPr>
    <p:cSldViewPr snapToGrid="0">
      <p:cViewPr>
        <p:scale>
          <a:sx n="75" d="100"/>
          <a:sy n="75" d="100"/>
        </p:scale>
        <p:origin x="-1446" y="-72"/>
      </p:cViewPr>
      <p:guideLst>
        <p:guide orient="horz" pos="3127"/>
        <p:guide pos="2101"/>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4" Type="http://schemas.openxmlformats.org/officeDocument/2006/relationships/tableStyles" Target="tableStyles.xml"/><Relationship Id="rId153" Type="http://schemas.openxmlformats.org/officeDocument/2006/relationships/viewProps" Target="viewProps.xml"/><Relationship Id="rId152" Type="http://schemas.openxmlformats.org/officeDocument/2006/relationships/presProps" Target="presProps.xml"/><Relationship Id="rId151" Type="http://schemas.openxmlformats.org/officeDocument/2006/relationships/handoutMaster" Target="handoutMasters/handoutMaster1.xml"/><Relationship Id="rId150" Type="http://schemas.openxmlformats.org/officeDocument/2006/relationships/slide" Target="slides/slide147.xml"/><Relationship Id="rId15" Type="http://schemas.openxmlformats.org/officeDocument/2006/relationships/slide" Target="slides/slide12.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_rels/viewProps.xml.rels><?xml version="1.0" encoding="UTF-8" standalone="yes"?>
<Relationships xmlns="http://schemas.openxmlformats.org/package/2006/relationships"><Relationship Id="rId3" Type="http://schemas.openxmlformats.org/officeDocument/2006/relationships/slide" Target="slides/slide49.xml"/><Relationship Id="rId2" Type="http://schemas.openxmlformats.org/officeDocument/2006/relationships/slide" Target="slides/slide42.xml"/><Relationship Id="rId1" Type="http://schemas.openxmlformats.org/officeDocument/2006/relationships/slide" Target="slides/slide3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alignNode1">
    <dgm:fillClrLst meth="repeat">
      <a:schemeClr val="dk2"/>
    </dgm:fillClrLst>
    <dgm:linClrLst meth="repeat">
      <a:schemeClr val="dk2"/>
    </dgm:linClrLst>
    <dgm:effectClrLst/>
    <dgm:txLinClrLst/>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node0">
    <dgm:fillClrLst meth="repeat">
      <a:schemeClr val="dk2"/>
    </dgm:fillClrLst>
    <dgm:linClrLst meth="repeat">
      <a:schemeClr val="lt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alignNode1">
    <dgm:fillClrLst meth="repeat">
      <a:schemeClr val="dk2"/>
    </dgm:fillClrLst>
    <dgm:linClrLst meth="repeat">
      <a:schemeClr val="dk2"/>
    </dgm:linClrLst>
    <dgm:effectClrLst/>
    <dgm:txLinClrLst/>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node0">
    <dgm:fillClrLst meth="repeat">
      <a:schemeClr val="dk2"/>
    </dgm:fillClrLst>
    <dgm:linClrLst meth="repeat">
      <a:schemeClr val="lt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F615DB35-EEEE-4AB5-B56F-08FC4B41153E}"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zh-CN" altLang="en-US"/>
        </a:p>
      </dgm:t>
    </dgm:pt>
    <dgm:pt modelId="{8CD2A057-4722-4F06-A13E-9D676106898D}">
      <dgm:prSet phldrT="[文本]"/>
      <dgm:spPr/>
      <dgm:t>
        <a:bodyPr/>
        <a:lstStyle/>
        <a:p>
          <a:r>
            <a:rPr lang="en-US" altLang="en-US" dirty="0"/>
            <a:t>1. </a:t>
          </a:r>
          <a:r>
            <a:rPr lang="zh-CN" altLang="en-US" dirty="0"/>
            <a:t>引言</a:t>
          </a:r>
        </a:p>
      </dgm:t>
    </dgm:pt>
    <dgm:pt modelId="{3430EABE-77C1-45F5-A273-D84557BFF0FA}" cxnId="{9380673F-CA78-4E2C-A680-CCE48F323484}" type="parTrans">
      <dgm:prSet/>
      <dgm:spPr/>
      <dgm:t>
        <a:bodyPr/>
        <a:lstStyle/>
        <a:p>
          <a:endParaRPr lang="zh-CN" altLang="en-US"/>
        </a:p>
      </dgm:t>
    </dgm:pt>
    <dgm:pt modelId="{84BC8DC8-1CA1-403A-B58C-A304131E35E7}" cxnId="{9380673F-CA78-4E2C-A680-CCE48F323484}" type="sibTrans">
      <dgm:prSet/>
      <dgm:spPr/>
      <dgm:t>
        <a:bodyPr/>
        <a:lstStyle/>
        <a:p>
          <a:endParaRPr lang="zh-CN" altLang="en-US"/>
        </a:p>
      </dgm:t>
    </dgm:pt>
    <dgm:pt modelId="{155DAACA-3553-4AB4-941D-1613E6C6AC97}">
      <dgm:prSet/>
      <dgm:spPr/>
      <dgm:t>
        <a:bodyPr/>
        <a:lstStyle/>
        <a:p>
          <a:r>
            <a:rPr lang="zh-CN" altLang="en-US" dirty="0"/>
            <a:t>项目管理的重要性</a:t>
          </a:r>
        </a:p>
      </dgm:t>
    </dgm:pt>
    <dgm:pt modelId="{2D3C364C-0194-4109-9E66-5628BEB6E774}" cxnId="{A0FED7D6-D4F6-47A3-BF64-DDEC8287FCE7}" type="parTrans">
      <dgm:prSet/>
      <dgm:spPr/>
      <dgm:t>
        <a:bodyPr/>
        <a:lstStyle/>
        <a:p>
          <a:endParaRPr lang="zh-CN" altLang="en-US"/>
        </a:p>
      </dgm:t>
    </dgm:pt>
    <dgm:pt modelId="{B864D8B1-D2AD-4BD8-9BA8-D3FF000EC55B}" cxnId="{A0FED7D6-D4F6-47A3-BF64-DDEC8287FCE7}" type="sibTrans">
      <dgm:prSet/>
      <dgm:spPr/>
      <dgm:t>
        <a:bodyPr/>
        <a:lstStyle/>
        <a:p>
          <a:endParaRPr lang="zh-CN" altLang="en-US"/>
        </a:p>
      </dgm:t>
    </dgm:pt>
    <dgm:pt modelId="{CFEB4A4B-0749-4675-AC39-B6BEBA1FB6A1}">
      <dgm:prSet/>
      <dgm:spPr/>
      <dgm:t>
        <a:bodyPr/>
        <a:lstStyle/>
        <a:p>
          <a:r>
            <a:rPr lang="zh-CN" altLang="en-US" dirty="0"/>
            <a:t>课程目标</a:t>
          </a:r>
        </a:p>
      </dgm:t>
    </dgm:pt>
    <dgm:pt modelId="{4B91D0A0-73BB-416F-AA07-4EBEAF2CBDFE}" cxnId="{06483E18-C655-4FD1-A49B-C06DDF8D19BE}" type="parTrans">
      <dgm:prSet/>
      <dgm:spPr/>
      <dgm:t>
        <a:bodyPr/>
        <a:lstStyle/>
        <a:p>
          <a:endParaRPr lang="zh-CN" altLang="en-US"/>
        </a:p>
      </dgm:t>
    </dgm:pt>
    <dgm:pt modelId="{295A1BC5-C232-4D48-B2C3-589735394B4B}" cxnId="{06483E18-C655-4FD1-A49B-C06DDF8D19BE}" type="sibTrans">
      <dgm:prSet/>
      <dgm:spPr/>
      <dgm:t>
        <a:bodyPr/>
        <a:lstStyle/>
        <a:p>
          <a:endParaRPr lang="zh-CN" altLang="en-US"/>
        </a:p>
      </dgm:t>
    </dgm:pt>
    <dgm:pt modelId="{4179305C-D9BC-4FA7-8BE0-C34BDE57E1FF}">
      <dgm:prSet/>
      <dgm:spPr/>
      <dgm:t>
        <a:bodyPr/>
        <a:lstStyle/>
        <a:p>
          <a:r>
            <a:rPr lang="en-US" altLang="en-US" dirty="0"/>
            <a:t>2. </a:t>
          </a:r>
          <a:r>
            <a:rPr lang="zh-CN" altLang="en-US" dirty="0"/>
            <a:t>项目管理基本概念</a:t>
          </a:r>
        </a:p>
      </dgm:t>
    </dgm:pt>
    <dgm:pt modelId="{491C8FDE-D629-471E-A867-DC3FD886965A}" cxnId="{7C8C5DEB-319E-4028-8796-61162CA94FF9}" type="parTrans">
      <dgm:prSet/>
      <dgm:spPr/>
      <dgm:t>
        <a:bodyPr/>
        <a:lstStyle/>
        <a:p>
          <a:endParaRPr lang="zh-CN" altLang="en-US"/>
        </a:p>
      </dgm:t>
    </dgm:pt>
    <dgm:pt modelId="{1B43BF01-CEC1-46F4-A388-722B2A27ED92}" cxnId="{7C8C5DEB-319E-4028-8796-61162CA94FF9}" type="sibTrans">
      <dgm:prSet/>
      <dgm:spPr/>
      <dgm:t>
        <a:bodyPr/>
        <a:lstStyle/>
        <a:p>
          <a:endParaRPr lang="zh-CN" altLang="en-US"/>
        </a:p>
      </dgm:t>
    </dgm:pt>
    <dgm:pt modelId="{C2AD54F1-0B0D-4D98-A464-07900CC7F8E4}">
      <dgm:prSet/>
      <dgm:spPr/>
      <dgm:t>
        <a:bodyPr/>
        <a:lstStyle/>
        <a:p>
          <a:r>
            <a:rPr lang="zh-CN" altLang="en-US" dirty="0"/>
            <a:t>项目的定义与特点</a:t>
          </a:r>
        </a:p>
      </dgm:t>
    </dgm:pt>
    <dgm:pt modelId="{09150DEB-0995-4039-93E5-D39CD4A9F9B9}" cxnId="{B17D8BB6-C4EE-484F-8891-7BF7D75A9B55}" type="parTrans">
      <dgm:prSet/>
      <dgm:spPr/>
      <dgm:t>
        <a:bodyPr/>
        <a:lstStyle/>
        <a:p>
          <a:endParaRPr lang="zh-CN" altLang="en-US"/>
        </a:p>
      </dgm:t>
    </dgm:pt>
    <dgm:pt modelId="{A2CE6C12-1F3C-4D11-B69C-8FC8DCAD04A1}" cxnId="{B17D8BB6-C4EE-484F-8891-7BF7D75A9B55}" type="sibTrans">
      <dgm:prSet/>
      <dgm:spPr/>
      <dgm:t>
        <a:bodyPr/>
        <a:lstStyle/>
        <a:p>
          <a:endParaRPr lang="zh-CN" altLang="en-US"/>
        </a:p>
      </dgm:t>
    </dgm:pt>
    <dgm:pt modelId="{33D71B9C-5693-404D-AECE-D23912DB9D27}">
      <dgm:prSet/>
      <dgm:spPr/>
      <dgm:t>
        <a:bodyPr/>
        <a:lstStyle/>
        <a:p>
          <a:r>
            <a:rPr lang="zh-CN" altLang="en-US" dirty="0"/>
            <a:t>项目相关方的角色与影响</a:t>
          </a:r>
        </a:p>
      </dgm:t>
    </dgm:pt>
    <dgm:pt modelId="{8475E35D-2A71-458F-A4AC-A31F7E10AC5F}" cxnId="{ED4153FE-B5B3-4AFC-84D6-565A7EEEA2B0}" type="parTrans">
      <dgm:prSet/>
      <dgm:spPr/>
      <dgm:t>
        <a:bodyPr/>
        <a:lstStyle/>
        <a:p>
          <a:endParaRPr lang="zh-CN" altLang="en-US"/>
        </a:p>
      </dgm:t>
    </dgm:pt>
    <dgm:pt modelId="{DBF14952-162D-45A1-95A1-25CEE01538C5}" cxnId="{ED4153FE-B5B3-4AFC-84D6-565A7EEEA2B0}" type="sibTrans">
      <dgm:prSet/>
      <dgm:spPr/>
      <dgm:t>
        <a:bodyPr/>
        <a:lstStyle/>
        <a:p>
          <a:endParaRPr lang="zh-CN" altLang="en-US"/>
        </a:p>
      </dgm:t>
    </dgm:pt>
    <dgm:pt modelId="{8E16D7F1-79F4-444F-BD75-FF26C5371886}">
      <dgm:prSet/>
      <dgm:spPr/>
      <dgm:t>
        <a:bodyPr/>
        <a:lstStyle/>
        <a:p>
          <a:r>
            <a:rPr lang="zh-CN" altLang="en-US" dirty="0"/>
            <a:t>项目三角形：范围、时间、成本</a:t>
          </a:r>
        </a:p>
      </dgm:t>
    </dgm:pt>
    <dgm:pt modelId="{CC30C505-BA3E-42D1-A662-2151DEA02B05}" cxnId="{8FC19421-BAE4-4EA4-BDE2-34B8B4D2AC4D}" type="parTrans">
      <dgm:prSet/>
      <dgm:spPr/>
      <dgm:t>
        <a:bodyPr/>
        <a:lstStyle/>
        <a:p>
          <a:endParaRPr lang="zh-CN" altLang="en-US"/>
        </a:p>
      </dgm:t>
    </dgm:pt>
    <dgm:pt modelId="{964AC231-6D91-44E2-857D-D422754DDC0C}" cxnId="{8FC19421-BAE4-4EA4-BDE2-34B8B4D2AC4D}" type="sibTrans">
      <dgm:prSet/>
      <dgm:spPr/>
      <dgm:t>
        <a:bodyPr/>
        <a:lstStyle/>
        <a:p>
          <a:endParaRPr lang="zh-CN" altLang="en-US"/>
        </a:p>
      </dgm:t>
    </dgm:pt>
    <dgm:pt modelId="{1775BD14-B130-4DCD-A1D3-33E5F9D363E1}">
      <dgm:prSet/>
      <dgm:spPr/>
      <dgm:t>
        <a:bodyPr/>
        <a:lstStyle/>
        <a:p>
          <a:r>
            <a:rPr lang="en-US" altLang="en-US" dirty="0"/>
            <a:t>3. </a:t>
          </a:r>
          <a:r>
            <a:rPr lang="zh-CN" altLang="en-US" dirty="0"/>
            <a:t>项目管理流程与结构</a:t>
          </a:r>
        </a:p>
      </dgm:t>
    </dgm:pt>
    <dgm:pt modelId="{CF5B1EB1-7F9A-4E54-B187-2B5E1E154EC3}" cxnId="{C652F4F5-A653-42A4-857E-1CC2D4F19DFD}" type="parTrans">
      <dgm:prSet/>
      <dgm:spPr/>
      <dgm:t>
        <a:bodyPr/>
        <a:lstStyle/>
        <a:p>
          <a:endParaRPr lang="zh-CN" altLang="en-US"/>
        </a:p>
      </dgm:t>
    </dgm:pt>
    <dgm:pt modelId="{A74E407F-A65C-44CC-B68B-9B66AEE3302C}" cxnId="{C652F4F5-A653-42A4-857E-1CC2D4F19DFD}" type="sibTrans">
      <dgm:prSet/>
      <dgm:spPr/>
      <dgm:t>
        <a:bodyPr/>
        <a:lstStyle/>
        <a:p>
          <a:endParaRPr lang="zh-CN" altLang="en-US"/>
        </a:p>
      </dgm:t>
    </dgm:pt>
    <dgm:pt modelId="{C694D2FA-AD1E-4200-BCB5-1009F4DDF171}">
      <dgm:prSet/>
      <dgm:spPr/>
      <dgm:t>
        <a:bodyPr/>
        <a:lstStyle/>
        <a:p>
          <a:r>
            <a:rPr lang="zh-CN" altLang="en-US" dirty="0"/>
            <a:t>项目管理知识体系概述</a:t>
          </a:r>
        </a:p>
      </dgm:t>
    </dgm:pt>
    <dgm:pt modelId="{D75C7E2F-1C12-4794-884E-2B60C561A393}" cxnId="{14D891AB-2F31-4A1D-AD88-88F4AC2D75E1}" type="parTrans">
      <dgm:prSet/>
      <dgm:spPr/>
      <dgm:t>
        <a:bodyPr/>
        <a:lstStyle/>
        <a:p>
          <a:endParaRPr lang="zh-CN" altLang="en-US"/>
        </a:p>
      </dgm:t>
    </dgm:pt>
    <dgm:pt modelId="{AB6C1409-313A-4B51-9006-FC9ECED08A4A}" cxnId="{14D891AB-2F31-4A1D-AD88-88F4AC2D75E1}" type="sibTrans">
      <dgm:prSet/>
      <dgm:spPr/>
      <dgm:t>
        <a:bodyPr/>
        <a:lstStyle/>
        <a:p>
          <a:endParaRPr lang="zh-CN" altLang="en-US"/>
        </a:p>
      </dgm:t>
    </dgm:pt>
    <dgm:pt modelId="{B3A0BEFB-1BDB-4040-8ED0-4172CFEE3322}">
      <dgm:prSet/>
      <dgm:spPr/>
      <dgm:t>
        <a:bodyPr/>
        <a:lstStyle/>
        <a:p>
          <a:r>
            <a:rPr lang="zh-CN" altLang="en-US" dirty="0"/>
            <a:t>项目管理流程的三个阶段：定义、计划、实施</a:t>
          </a:r>
        </a:p>
      </dgm:t>
    </dgm:pt>
    <dgm:pt modelId="{6718C9B8-04B9-4D31-99FD-ECD2CB213258}" cxnId="{C0C0ACF2-3484-4820-A6C6-09B477EC7EBF}" type="parTrans">
      <dgm:prSet/>
      <dgm:spPr/>
      <dgm:t>
        <a:bodyPr/>
        <a:lstStyle/>
        <a:p>
          <a:endParaRPr lang="zh-CN" altLang="en-US"/>
        </a:p>
      </dgm:t>
    </dgm:pt>
    <dgm:pt modelId="{50F0EC66-8518-4F21-9FEB-E18AECC18B40}" cxnId="{C0C0ACF2-3484-4820-A6C6-09B477EC7EBF}" type="sibTrans">
      <dgm:prSet/>
      <dgm:spPr/>
      <dgm:t>
        <a:bodyPr/>
        <a:lstStyle/>
        <a:p>
          <a:endParaRPr lang="zh-CN" altLang="en-US"/>
        </a:p>
      </dgm:t>
    </dgm:pt>
    <dgm:pt modelId="{ADE455D4-96B6-48DC-AE97-B15A5CC5572E}">
      <dgm:prSet/>
      <dgm:spPr/>
      <dgm:t>
        <a:bodyPr/>
        <a:lstStyle/>
        <a:p>
          <a:r>
            <a:rPr lang="zh-CN" altLang="en-US" dirty="0"/>
            <a:t>项目生命周期与方法论</a:t>
          </a:r>
        </a:p>
      </dgm:t>
    </dgm:pt>
    <dgm:pt modelId="{D0E59CC0-F93F-401F-BCB7-F0F473D8A340}" cxnId="{0D43AEB6-BD49-45A3-A28D-CD8619A7669F}" type="parTrans">
      <dgm:prSet/>
      <dgm:spPr/>
      <dgm:t>
        <a:bodyPr/>
        <a:lstStyle/>
        <a:p>
          <a:endParaRPr lang="zh-CN" altLang="en-US"/>
        </a:p>
      </dgm:t>
    </dgm:pt>
    <dgm:pt modelId="{484B1C20-AE08-4937-84A8-5D9CDC3F12B2}" cxnId="{0D43AEB6-BD49-45A3-A28D-CD8619A7669F}" type="sibTrans">
      <dgm:prSet/>
      <dgm:spPr/>
      <dgm:t>
        <a:bodyPr/>
        <a:lstStyle/>
        <a:p>
          <a:endParaRPr lang="zh-CN" altLang="en-US"/>
        </a:p>
      </dgm:t>
    </dgm:pt>
    <dgm:pt modelId="{5F46FDB2-8B9C-46FC-9C0A-FAC1A460E9CE}">
      <dgm:prSet/>
      <dgm:spPr/>
      <dgm:t>
        <a:bodyPr/>
        <a:lstStyle/>
        <a:p>
          <a:r>
            <a:rPr lang="en-US" altLang="en-US" dirty="0"/>
            <a:t>4. </a:t>
          </a:r>
          <a:r>
            <a:rPr lang="zh-CN" altLang="en-US" dirty="0"/>
            <a:t>启动阶段</a:t>
          </a:r>
        </a:p>
      </dgm:t>
    </dgm:pt>
    <dgm:pt modelId="{1617B4BB-71D7-47C2-BB7C-9F0AF97AD68F}" cxnId="{2A4CA83E-4DA2-44AE-BE50-D452EF1970AA}" type="parTrans">
      <dgm:prSet/>
      <dgm:spPr/>
      <dgm:t>
        <a:bodyPr/>
        <a:lstStyle/>
        <a:p>
          <a:endParaRPr lang="zh-CN" altLang="en-US"/>
        </a:p>
      </dgm:t>
    </dgm:pt>
    <dgm:pt modelId="{19958ED8-BBF4-4E58-B560-C45FA99BA6FE}" cxnId="{2A4CA83E-4DA2-44AE-BE50-D452EF1970AA}" type="sibTrans">
      <dgm:prSet/>
      <dgm:spPr/>
      <dgm:t>
        <a:bodyPr/>
        <a:lstStyle/>
        <a:p>
          <a:endParaRPr lang="zh-CN" altLang="en-US"/>
        </a:p>
      </dgm:t>
    </dgm:pt>
    <dgm:pt modelId="{AABBE0A4-9943-4BF2-B71E-191309CC95E3}">
      <dgm:prSet/>
      <dgm:spPr/>
      <dgm:t>
        <a:bodyPr/>
        <a:lstStyle/>
        <a:p>
          <a:r>
            <a:rPr lang="zh-CN" altLang="en-US" dirty="0"/>
            <a:t>项目目标的</a:t>
          </a:r>
          <a:r>
            <a:rPr lang="en-US" altLang="en-US" dirty="0"/>
            <a:t>SMART</a:t>
          </a:r>
          <a:r>
            <a:rPr lang="zh-CN" altLang="en-US" dirty="0"/>
            <a:t>原则</a:t>
          </a:r>
        </a:p>
      </dgm:t>
    </dgm:pt>
    <dgm:pt modelId="{1C96CB9B-9AD6-4306-8417-201BAE32F872}" cxnId="{14B61186-B463-4BCB-90B0-E5DB078E45FE}" type="parTrans">
      <dgm:prSet/>
      <dgm:spPr/>
      <dgm:t>
        <a:bodyPr/>
        <a:lstStyle/>
        <a:p>
          <a:endParaRPr lang="zh-CN" altLang="en-US"/>
        </a:p>
      </dgm:t>
    </dgm:pt>
    <dgm:pt modelId="{4AEBA3C7-2F6B-4C72-9441-35AE37F9E6D7}" cxnId="{14B61186-B463-4BCB-90B0-E5DB078E45FE}" type="sibTrans">
      <dgm:prSet/>
      <dgm:spPr/>
      <dgm:t>
        <a:bodyPr/>
        <a:lstStyle/>
        <a:p>
          <a:endParaRPr lang="zh-CN" altLang="en-US"/>
        </a:p>
      </dgm:t>
    </dgm:pt>
    <dgm:pt modelId="{9E6830FF-4519-4F9D-BBF1-2FFEB414CC9D}">
      <dgm:prSet/>
      <dgm:spPr/>
      <dgm:t>
        <a:bodyPr/>
        <a:lstStyle/>
        <a:p>
          <a:r>
            <a:rPr lang="zh-CN" altLang="en-US" dirty="0"/>
            <a:t>工作分解结构（</a:t>
          </a:r>
          <a:r>
            <a:rPr lang="en-US" altLang="en-US" dirty="0"/>
            <a:t>WBS</a:t>
          </a:r>
          <a:r>
            <a:rPr lang="zh-CN" altLang="en-US" dirty="0"/>
            <a:t>）的创建与验证</a:t>
          </a:r>
        </a:p>
      </dgm:t>
    </dgm:pt>
    <dgm:pt modelId="{AA29ACB3-55FA-4E4E-A473-453927517240}" cxnId="{47DDB68A-5E68-4200-9644-D87243D36D83}" type="parTrans">
      <dgm:prSet/>
      <dgm:spPr/>
      <dgm:t>
        <a:bodyPr/>
        <a:lstStyle/>
        <a:p>
          <a:endParaRPr lang="zh-CN" altLang="en-US"/>
        </a:p>
      </dgm:t>
    </dgm:pt>
    <dgm:pt modelId="{CD6213DC-62C0-4FD9-AEDC-F47DB8212F13}" cxnId="{47DDB68A-5E68-4200-9644-D87243D36D83}" type="sibTrans">
      <dgm:prSet/>
      <dgm:spPr/>
      <dgm:t>
        <a:bodyPr/>
        <a:lstStyle/>
        <a:p>
          <a:endParaRPr lang="zh-CN" altLang="en-US"/>
        </a:p>
      </dgm:t>
    </dgm:pt>
    <dgm:pt modelId="{F8EA75DB-460A-4165-B925-D4E4EB0C2E01}">
      <dgm:prSet/>
      <dgm:spPr/>
      <dgm:t>
        <a:bodyPr/>
        <a:lstStyle/>
        <a:p>
          <a:r>
            <a:rPr lang="zh-CN" altLang="en-US" dirty="0"/>
            <a:t>子项目与复杂项目的管理</a:t>
          </a:r>
        </a:p>
      </dgm:t>
    </dgm:pt>
    <dgm:pt modelId="{F21CE7E1-86B6-417E-A427-F94D8FFD2610}" cxnId="{247CB5FC-4E01-4C24-B9B6-5A41CCC66954}" type="parTrans">
      <dgm:prSet/>
      <dgm:spPr/>
      <dgm:t>
        <a:bodyPr/>
        <a:lstStyle/>
        <a:p>
          <a:endParaRPr lang="zh-CN" altLang="en-US"/>
        </a:p>
      </dgm:t>
    </dgm:pt>
    <dgm:pt modelId="{0C4890C1-93FE-4449-8B57-2FEFAC28901E}" cxnId="{247CB5FC-4E01-4C24-B9B6-5A41CCC66954}" type="sibTrans">
      <dgm:prSet/>
      <dgm:spPr/>
      <dgm:t>
        <a:bodyPr/>
        <a:lstStyle/>
        <a:p>
          <a:endParaRPr lang="zh-CN" altLang="en-US"/>
        </a:p>
      </dgm:t>
    </dgm:pt>
    <dgm:pt modelId="{AA49655E-AC21-4D52-9AE5-876E3DB89758}">
      <dgm:prSet/>
      <dgm:spPr/>
      <dgm:t>
        <a:bodyPr/>
        <a:lstStyle/>
        <a:p>
          <a:r>
            <a:rPr lang="en-US" altLang="en-US" dirty="0"/>
            <a:t>5. </a:t>
          </a:r>
          <a:r>
            <a:rPr lang="zh-CN" altLang="en-US" dirty="0"/>
            <a:t>规划阶段</a:t>
          </a:r>
        </a:p>
      </dgm:t>
    </dgm:pt>
    <dgm:pt modelId="{689985CF-898D-4169-81A1-0BAB3132A57C}" cxnId="{8D9BAEA4-28A2-4661-A978-69A050942F07}" type="parTrans">
      <dgm:prSet/>
      <dgm:spPr/>
      <dgm:t>
        <a:bodyPr/>
        <a:lstStyle/>
        <a:p>
          <a:endParaRPr lang="zh-CN" altLang="en-US"/>
        </a:p>
      </dgm:t>
    </dgm:pt>
    <dgm:pt modelId="{E2772ACF-DB3B-4737-B5F5-7B60BD939A8B}" cxnId="{8D9BAEA4-28A2-4661-A978-69A050942F07}" type="sibTrans">
      <dgm:prSet/>
      <dgm:spPr/>
      <dgm:t>
        <a:bodyPr/>
        <a:lstStyle/>
        <a:p>
          <a:endParaRPr lang="zh-CN" altLang="en-US"/>
        </a:p>
      </dgm:t>
    </dgm:pt>
    <dgm:pt modelId="{DFA681E0-BB81-405D-B376-D5EDAA1AE6DB}">
      <dgm:prSet/>
      <dgm:spPr/>
      <dgm:t>
        <a:bodyPr/>
        <a:lstStyle/>
        <a:p>
          <a:r>
            <a:rPr lang="zh-CN" altLang="en-US" dirty="0"/>
            <a:t>项目目标与项目计划的制定</a:t>
          </a:r>
        </a:p>
      </dgm:t>
    </dgm:pt>
    <dgm:pt modelId="{D0E3BD71-FA8F-4CF0-8287-A1AE26266207}" cxnId="{27DB02DA-3EE9-4878-9DEE-DD21D38CDD5B}" type="parTrans">
      <dgm:prSet/>
      <dgm:spPr/>
      <dgm:t>
        <a:bodyPr/>
        <a:lstStyle/>
        <a:p>
          <a:endParaRPr lang="zh-CN" altLang="en-US"/>
        </a:p>
      </dgm:t>
    </dgm:pt>
    <dgm:pt modelId="{F25704E0-CAB9-445A-9FAC-AC4D3B51C2F4}" cxnId="{27DB02DA-3EE9-4878-9DEE-DD21D38CDD5B}" type="sibTrans">
      <dgm:prSet/>
      <dgm:spPr/>
      <dgm:t>
        <a:bodyPr/>
        <a:lstStyle/>
        <a:p>
          <a:endParaRPr lang="zh-CN" altLang="en-US"/>
        </a:p>
      </dgm:t>
    </dgm:pt>
    <dgm:pt modelId="{1A0BEEE9-93B0-4173-B885-F24619DC3462}">
      <dgm:prSet/>
      <dgm:spPr/>
      <dgm:t>
        <a:bodyPr/>
        <a:lstStyle/>
        <a:p>
          <a:r>
            <a:rPr lang="zh-CN" altLang="en-US" dirty="0"/>
            <a:t>资源计划与成本核算</a:t>
          </a:r>
        </a:p>
      </dgm:t>
    </dgm:pt>
    <dgm:pt modelId="{822237F9-EE47-4A82-9CA3-BFF6E75F62A5}" cxnId="{C12F5D14-202D-4DF7-8836-FCF69400C455}" type="parTrans">
      <dgm:prSet/>
      <dgm:spPr/>
      <dgm:t>
        <a:bodyPr/>
        <a:lstStyle/>
        <a:p>
          <a:endParaRPr lang="zh-CN" altLang="en-US"/>
        </a:p>
      </dgm:t>
    </dgm:pt>
    <dgm:pt modelId="{027F515C-B04D-4CB6-8BCE-0F435E6594E4}" cxnId="{C12F5D14-202D-4DF7-8836-FCF69400C455}" type="sibTrans">
      <dgm:prSet/>
      <dgm:spPr/>
      <dgm:t>
        <a:bodyPr/>
        <a:lstStyle/>
        <a:p>
          <a:endParaRPr lang="zh-CN" altLang="en-US"/>
        </a:p>
      </dgm:t>
    </dgm:pt>
    <dgm:pt modelId="{7007D68C-5684-4A85-9642-EAC96A467240}">
      <dgm:prSet/>
      <dgm:spPr/>
      <dgm:t>
        <a:bodyPr/>
        <a:lstStyle/>
        <a:p>
          <a:r>
            <a:rPr lang="zh-CN" altLang="en-US" dirty="0"/>
            <a:t>工作顺序与网络图的绘制</a:t>
          </a:r>
        </a:p>
      </dgm:t>
    </dgm:pt>
    <dgm:pt modelId="{1DD66DFC-DCEA-49FA-A810-C7C002C36F15}" cxnId="{491EA417-7FC7-435F-B48F-A13D4EAE9FEE}" type="parTrans">
      <dgm:prSet/>
      <dgm:spPr/>
      <dgm:t>
        <a:bodyPr/>
        <a:lstStyle/>
        <a:p>
          <a:endParaRPr lang="zh-CN" altLang="en-US"/>
        </a:p>
      </dgm:t>
    </dgm:pt>
    <dgm:pt modelId="{D7D8A410-49C3-41A4-91C7-942E8DE8D9A7}" cxnId="{491EA417-7FC7-435F-B48F-A13D4EAE9FEE}" type="sibTrans">
      <dgm:prSet/>
      <dgm:spPr/>
      <dgm:t>
        <a:bodyPr/>
        <a:lstStyle/>
        <a:p>
          <a:endParaRPr lang="zh-CN" altLang="en-US"/>
        </a:p>
      </dgm:t>
    </dgm:pt>
    <dgm:pt modelId="{2AA38D31-B8B1-4B45-85B3-183BE455B6E6}">
      <dgm:prSet/>
      <dgm:spPr/>
      <dgm:t>
        <a:bodyPr/>
        <a:lstStyle/>
        <a:p>
          <a:r>
            <a:rPr lang="zh-CN" altLang="en-US" dirty="0"/>
            <a:t>关键路径的识别与分析</a:t>
          </a:r>
        </a:p>
      </dgm:t>
    </dgm:pt>
    <dgm:pt modelId="{ECCB906D-0E6D-4663-B8ED-C4AFC60B79D7}" cxnId="{9677F3FB-80E5-4C0C-92EE-7B05E80BB7C0}" type="parTrans">
      <dgm:prSet/>
      <dgm:spPr/>
      <dgm:t>
        <a:bodyPr/>
        <a:lstStyle/>
        <a:p>
          <a:endParaRPr lang="zh-CN" altLang="en-US"/>
        </a:p>
      </dgm:t>
    </dgm:pt>
    <dgm:pt modelId="{82C9DF18-7DD1-471B-8926-A5D5FB76B9DD}" cxnId="{9677F3FB-80E5-4C0C-92EE-7B05E80BB7C0}" type="sibTrans">
      <dgm:prSet/>
      <dgm:spPr/>
      <dgm:t>
        <a:bodyPr/>
        <a:lstStyle/>
        <a:p>
          <a:endParaRPr lang="zh-CN" altLang="en-US"/>
        </a:p>
      </dgm:t>
    </dgm:pt>
    <dgm:pt modelId="{54083B6D-96B2-4001-8014-CCBFD736493A}">
      <dgm:prSet/>
      <dgm:spPr/>
      <dgm:t>
        <a:bodyPr/>
        <a:lstStyle/>
        <a:p>
          <a:r>
            <a:rPr lang="zh-CN" altLang="en-US" dirty="0"/>
            <a:t>风险管理计划的制定与实施</a:t>
          </a:r>
        </a:p>
      </dgm:t>
    </dgm:pt>
    <dgm:pt modelId="{621D2103-E543-4471-9A7E-2D95BFEBE7A6}" cxnId="{97326442-F7DB-49BD-974D-3118AFF0DD9A}" type="parTrans">
      <dgm:prSet/>
      <dgm:spPr/>
      <dgm:t>
        <a:bodyPr/>
        <a:lstStyle/>
        <a:p>
          <a:endParaRPr lang="zh-CN" altLang="en-US"/>
        </a:p>
      </dgm:t>
    </dgm:pt>
    <dgm:pt modelId="{902B73B2-3A4E-4D35-AF0F-66C33101E6DF}" cxnId="{97326442-F7DB-49BD-974D-3118AFF0DD9A}" type="sibTrans">
      <dgm:prSet/>
      <dgm:spPr/>
      <dgm:t>
        <a:bodyPr/>
        <a:lstStyle/>
        <a:p>
          <a:endParaRPr lang="zh-CN" altLang="en-US"/>
        </a:p>
      </dgm:t>
    </dgm:pt>
    <dgm:pt modelId="{2D036551-9B83-4CC6-A86A-46554D8AEFF0}">
      <dgm:prSet/>
      <dgm:spPr/>
      <dgm:t>
        <a:bodyPr/>
        <a:lstStyle/>
        <a:p>
          <a:r>
            <a:rPr lang="zh-CN" altLang="en-US" dirty="0"/>
            <a:t>机会管理与潜在机会的发掘</a:t>
          </a:r>
        </a:p>
      </dgm:t>
    </dgm:pt>
    <dgm:pt modelId="{4C5AF63A-6F2F-4A23-8EAA-D9D682C2F0BB}" cxnId="{72535272-68B5-4DA9-B055-B4B975000ECC}" type="parTrans">
      <dgm:prSet/>
      <dgm:spPr/>
      <dgm:t>
        <a:bodyPr/>
        <a:lstStyle/>
        <a:p>
          <a:endParaRPr lang="zh-CN" altLang="en-US"/>
        </a:p>
      </dgm:t>
    </dgm:pt>
    <dgm:pt modelId="{8CC745F8-2D02-4FBA-BD9A-6BD308ECC9E9}" cxnId="{72535272-68B5-4DA9-B055-B4B975000ECC}" type="sibTrans">
      <dgm:prSet/>
      <dgm:spPr/>
      <dgm:t>
        <a:bodyPr/>
        <a:lstStyle/>
        <a:p>
          <a:endParaRPr lang="zh-CN" altLang="en-US"/>
        </a:p>
      </dgm:t>
    </dgm:pt>
    <dgm:pt modelId="{EBD6D830-231F-4719-BD03-702045224D23}" type="pres">
      <dgm:prSet presAssocID="{F615DB35-EEEE-4AB5-B56F-08FC4B41153E}" presName="linear" presStyleCnt="0">
        <dgm:presLayoutVars>
          <dgm:dir/>
          <dgm:animLvl val="lvl"/>
          <dgm:resizeHandles val="exact"/>
        </dgm:presLayoutVars>
      </dgm:prSet>
      <dgm:spPr/>
    </dgm:pt>
    <dgm:pt modelId="{4898F4E3-77FC-4255-A0CB-9AA40C8A47DE}" type="pres">
      <dgm:prSet presAssocID="{8CD2A057-4722-4F06-A13E-9D676106898D}" presName="parentLin" presStyleCnt="0"/>
      <dgm:spPr/>
    </dgm:pt>
    <dgm:pt modelId="{CC251DCA-05C4-4CF8-8BD0-CE17D998E79D}" type="pres">
      <dgm:prSet presAssocID="{8CD2A057-4722-4F06-A13E-9D676106898D}" presName="parentLeftMargin" presStyleLbl="node1" presStyleIdx="0" presStyleCnt="5"/>
      <dgm:spPr/>
    </dgm:pt>
    <dgm:pt modelId="{4BE67D07-2CEC-4DE8-AD5E-DDD7D322FC39}" type="pres">
      <dgm:prSet presAssocID="{8CD2A057-4722-4F06-A13E-9D676106898D}" presName="parentText" presStyleLbl="node1" presStyleIdx="0" presStyleCnt="5">
        <dgm:presLayoutVars>
          <dgm:chMax val="0"/>
          <dgm:bulletEnabled val="1"/>
        </dgm:presLayoutVars>
      </dgm:prSet>
      <dgm:spPr/>
    </dgm:pt>
    <dgm:pt modelId="{1EE6069A-D68D-4449-BECF-13D379ECA212}" type="pres">
      <dgm:prSet presAssocID="{8CD2A057-4722-4F06-A13E-9D676106898D}" presName="negativeSpace" presStyleCnt="0"/>
      <dgm:spPr/>
    </dgm:pt>
    <dgm:pt modelId="{211E9F1F-E4DF-43C2-8351-BB16DBEE3A92}" type="pres">
      <dgm:prSet presAssocID="{8CD2A057-4722-4F06-A13E-9D676106898D}" presName="childText" presStyleLbl="conFgAcc1" presStyleIdx="0" presStyleCnt="5">
        <dgm:presLayoutVars>
          <dgm:bulletEnabled val="1"/>
        </dgm:presLayoutVars>
      </dgm:prSet>
      <dgm:spPr/>
    </dgm:pt>
    <dgm:pt modelId="{4A8903DE-E144-4347-A2A4-A31B3D571E06}" type="pres">
      <dgm:prSet presAssocID="{84BC8DC8-1CA1-403A-B58C-A304131E35E7}" presName="spaceBetweenRectangles" presStyleCnt="0"/>
      <dgm:spPr/>
    </dgm:pt>
    <dgm:pt modelId="{D196754B-ABEA-494F-B2E4-DDBA2E8E3053}" type="pres">
      <dgm:prSet presAssocID="{4179305C-D9BC-4FA7-8BE0-C34BDE57E1FF}" presName="parentLin" presStyleCnt="0"/>
      <dgm:spPr/>
    </dgm:pt>
    <dgm:pt modelId="{E944E18B-9F2F-4EA6-874B-D39F9F4B37E9}" type="pres">
      <dgm:prSet presAssocID="{4179305C-D9BC-4FA7-8BE0-C34BDE57E1FF}" presName="parentLeftMargin" presStyleLbl="node1" presStyleIdx="0" presStyleCnt="5"/>
      <dgm:spPr/>
    </dgm:pt>
    <dgm:pt modelId="{5FB0413C-35B7-4DCF-9F0C-E2FE058FDE6A}" type="pres">
      <dgm:prSet presAssocID="{4179305C-D9BC-4FA7-8BE0-C34BDE57E1FF}" presName="parentText" presStyleLbl="node1" presStyleIdx="1" presStyleCnt="5">
        <dgm:presLayoutVars>
          <dgm:chMax val="0"/>
          <dgm:bulletEnabled val="1"/>
        </dgm:presLayoutVars>
      </dgm:prSet>
      <dgm:spPr/>
    </dgm:pt>
    <dgm:pt modelId="{E57E88E9-64BC-4544-A04D-4BF741EC0CDC}" type="pres">
      <dgm:prSet presAssocID="{4179305C-D9BC-4FA7-8BE0-C34BDE57E1FF}" presName="negativeSpace" presStyleCnt="0"/>
      <dgm:spPr/>
    </dgm:pt>
    <dgm:pt modelId="{B899DC30-F1C2-42B2-A49E-40C00661E4B3}" type="pres">
      <dgm:prSet presAssocID="{4179305C-D9BC-4FA7-8BE0-C34BDE57E1FF}" presName="childText" presStyleLbl="conFgAcc1" presStyleIdx="1" presStyleCnt="5">
        <dgm:presLayoutVars>
          <dgm:bulletEnabled val="1"/>
        </dgm:presLayoutVars>
      </dgm:prSet>
      <dgm:spPr/>
    </dgm:pt>
    <dgm:pt modelId="{009DC45A-BB8D-41F0-98F5-4B4E079D90EE}" type="pres">
      <dgm:prSet presAssocID="{1B43BF01-CEC1-46F4-A388-722B2A27ED92}" presName="spaceBetweenRectangles" presStyleCnt="0"/>
      <dgm:spPr/>
    </dgm:pt>
    <dgm:pt modelId="{BBF03AFC-04A8-4674-8CD0-76E9778B8EA9}" type="pres">
      <dgm:prSet presAssocID="{1775BD14-B130-4DCD-A1D3-33E5F9D363E1}" presName="parentLin" presStyleCnt="0"/>
      <dgm:spPr/>
    </dgm:pt>
    <dgm:pt modelId="{B7D937EC-2021-4780-AC20-DBD121B3B6EF}" type="pres">
      <dgm:prSet presAssocID="{1775BD14-B130-4DCD-A1D3-33E5F9D363E1}" presName="parentLeftMargin" presStyleLbl="node1" presStyleIdx="1" presStyleCnt="5"/>
      <dgm:spPr/>
    </dgm:pt>
    <dgm:pt modelId="{98AD5124-3CF6-49F7-AC15-58BB2ECB7519}" type="pres">
      <dgm:prSet presAssocID="{1775BD14-B130-4DCD-A1D3-33E5F9D363E1}" presName="parentText" presStyleLbl="node1" presStyleIdx="2" presStyleCnt="5">
        <dgm:presLayoutVars>
          <dgm:chMax val="0"/>
          <dgm:bulletEnabled val="1"/>
        </dgm:presLayoutVars>
      </dgm:prSet>
      <dgm:spPr/>
    </dgm:pt>
    <dgm:pt modelId="{73F500A0-C081-4607-B5B6-D411E4371495}" type="pres">
      <dgm:prSet presAssocID="{1775BD14-B130-4DCD-A1D3-33E5F9D363E1}" presName="negativeSpace" presStyleCnt="0"/>
      <dgm:spPr/>
    </dgm:pt>
    <dgm:pt modelId="{DA89A198-BD03-417D-B8D8-F7EFC21869EA}" type="pres">
      <dgm:prSet presAssocID="{1775BD14-B130-4DCD-A1D3-33E5F9D363E1}" presName="childText" presStyleLbl="conFgAcc1" presStyleIdx="2" presStyleCnt="5">
        <dgm:presLayoutVars>
          <dgm:bulletEnabled val="1"/>
        </dgm:presLayoutVars>
      </dgm:prSet>
      <dgm:spPr/>
    </dgm:pt>
    <dgm:pt modelId="{97503A2C-CE2F-4C3D-87D5-49FC10B13DFE}" type="pres">
      <dgm:prSet presAssocID="{A74E407F-A65C-44CC-B68B-9B66AEE3302C}" presName="spaceBetweenRectangles" presStyleCnt="0"/>
      <dgm:spPr/>
    </dgm:pt>
    <dgm:pt modelId="{BAA004FF-C0B0-4AFB-AA97-B9EBE3DDA174}" type="pres">
      <dgm:prSet presAssocID="{5F46FDB2-8B9C-46FC-9C0A-FAC1A460E9CE}" presName="parentLin" presStyleCnt="0"/>
      <dgm:spPr/>
    </dgm:pt>
    <dgm:pt modelId="{432DF25F-3A95-4D33-8C20-7F68E409A3AD}" type="pres">
      <dgm:prSet presAssocID="{5F46FDB2-8B9C-46FC-9C0A-FAC1A460E9CE}" presName="parentLeftMargin" presStyleLbl="node1" presStyleIdx="2" presStyleCnt="5"/>
      <dgm:spPr/>
    </dgm:pt>
    <dgm:pt modelId="{32643C36-3F64-498C-8C0D-B7F3E31E4C1E}" type="pres">
      <dgm:prSet presAssocID="{5F46FDB2-8B9C-46FC-9C0A-FAC1A460E9CE}" presName="parentText" presStyleLbl="node1" presStyleIdx="3" presStyleCnt="5">
        <dgm:presLayoutVars>
          <dgm:chMax val="0"/>
          <dgm:bulletEnabled val="1"/>
        </dgm:presLayoutVars>
      </dgm:prSet>
      <dgm:spPr/>
    </dgm:pt>
    <dgm:pt modelId="{636BF5F7-BB86-4AD8-B50B-899CC5B3B2FC}" type="pres">
      <dgm:prSet presAssocID="{5F46FDB2-8B9C-46FC-9C0A-FAC1A460E9CE}" presName="negativeSpace" presStyleCnt="0"/>
      <dgm:spPr/>
    </dgm:pt>
    <dgm:pt modelId="{CC747699-772A-46CD-813C-CF194BD9B24B}" type="pres">
      <dgm:prSet presAssocID="{5F46FDB2-8B9C-46FC-9C0A-FAC1A460E9CE}" presName="childText" presStyleLbl="conFgAcc1" presStyleIdx="3" presStyleCnt="5">
        <dgm:presLayoutVars>
          <dgm:bulletEnabled val="1"/>
        </dgm:presLayoutVars>
      </dgm:prSet>
      <dgm:spPr/>
    </dgm:pt>
    <dgm:pt modelId="{B25047B6-B165-4119-BBD6-A691D2CB0670}" type="pres">
      <dgm:prSet presAssocID="{19958ED8-BBF4-4E58-B560-C45FA99BA6FE}" presName="spaceBetweenRectangles" presStyleCnt="0"/>
      <dgm:spPr/>
    </dgm:pt>
    <dgm:pt modelId="{93BD06D9-07E2-4928-B160-972175A1DF37}" type="pres">
      <dgm:prSet presAssocID="{AA49655E-AC21-4D52-9AE5-876E3DB89758}" presName="parentLin" presStyleCnt="0"/>
      <dgm:spPr/>
    </dgm:pt>
    <dgm:pt modelId="{28A3FD51-86D7-40D6-9D50-220B99F68E83}" type="pres">
      <dgm:prSet presAssocID="{AA49655E-AC21-4D52-9AE5-876E3DB89758}" presName="parentLeftMargin" presStyleLbl="node1" presStyleIdx="3" presStyleCnt="5"/>
      <dgm:spPr/>
    </dgm:pt>
    <dgm:pt modelId="{179E6E21-51F0-484A-874B-F439FDB7A343}" type="pres">
      <dgm:prSet presAssocID="{AA49655E-AC21-4D52-9AE5-876E3DB89758}" presName="parentText" presStyleLbl="node1" presStyleIdx="4" presStyleCnt="5">
        <dgm:presLayoutVars>
          <dgm:chMax val="0"/>
          <dgm:bulletEnabled val="1"/>
        </dgm:presLayoutVars>
      </dgm:prSet>
      <dgm:spPr/>
    </dgm:pt>
    <dgm:pt modelId="{802E2DF7-A985-4320-A060-465BAA46A157}" type="pres">
      <dgm:prSet presAssocID="{AA49655E-AC21-4D52-9AE5-876E3DB89758}" presName="negativeSpace" presStyleCnt="0"/>
      <dgm:spPr/>
    </dgm:pt>
    <dgm:pt modelId="{398923F3-BF23-43A2-B30F-1E245ED93CBB}" type="pres">
      <dgm:prSet presAssocID="{AA49655E-AC21-4D52-9AE5-876E3DB89758}" presName="childText" presStyleLbl="conFgAcc1" presStyleIdx="4" presStyleCnt="5">
        <dgm:presLayoutVars>
          <dgm:bulletEnabled val="1"/>
        </dgm:presLayoutVars>
      </dgm:prSet>
      <dgm:spPr/>
    </dgm:pt>
  </dgm:ptLst>
  <dgm:cxnLst>
    <dgm:cxn modelId="{8D6C5506-39F6-4804-AC08-FDF38FC4A7C3}" type="presOf" srcId="{AA49655E-AC21-4D52-9AE5-876E3DB89758}" destId="{28A3FD51-86D7-40D6-9D50-220B99F68E83}" srcOrd="0" destOrd="0" presId="urn:microsoft.com/office/officeart/2005/8/layout/list1"/>
    <dgm:cxn modelId="{C12F5D14-202D-4DF7-8836-FCF69400C455}" srcId="{AA49655E-AC21-4D52-9AE5-876E3DB89758}" destId="{1A0BEEE9-93B0-4173-B885-F24619DC3462}" srcOrd="1" destOrd="0" parTransId="{822237F9-EE47-4A82-9CA3-BFF6E75F62A5}" sibTransId="{027F515C-B04D-4CB6-8BCE-0F435E6594E4}"/>
    <dgm:cxn modelId="{491EA417-7FC7-435F-B48F-A13D4EAE9FEE}" srcId="{AA49655E-AC21-4D52-9AE5-876E3DB89758}" destId="{7007D68C-5684-4A85-9642-EAC96A467240}" srcOrd="2" destOrd="0" parTransId="{1DD66DFC-DCEA-49FA-A810-C7C002C36F15}" sibTransId="{D7D8A410-49C3-41A4-91C7-942E8DE8D9A7}"/>
    <dgm:cxn modelId="{06483E18-C655-4FD1-A49B-C06DDF8D19BE}" srcId="{8CD2A057-4722-4F06-A13E-9D676106898D}" destId="{CFEB4A4B-0749-4675-AC39-B6BEBA1FB6A1}" srcOrd="1" destOrd="0" parTransId="{4B91D0A0-73BB-416F-AA07-4EBEAF2CBDFE}" sibTransId="{295A1BC5-C232-4D48-B2C3-589735394B4B}"/>
    <dgm:cxn modelId="{45D45A1E-6659-4FA1-A54F-E5FE8CE06006}" type="presOf" srcId="{1775BD14-B130-4DCD-A1D3-33E5F9D363E1}" destId="{98AD5124-3CF6-49F7-AC15-58BB2ECB7519}" srcOrd="1" destOrd="0" presId="urn:microsoft.com/office/officeart/2005/8/layout/list1"/>
    <dgm:cxn modelId="{A7A3BD1E-43B5-4B7C-915E-213584825F36}" type="presOf" srcId="{54083B6D-96B2-4001-8014-CCBFD736493A}" destId="{398923F3-BF23-43A2-B30F-1E245ED93CBB}" srcOrd="0" destOrd="4" presId="urn:microsoft.com/office/officeart/2005/8/layout/list1"/>
    <dgm:cxn modelId="{8FC19421-BAE4-4EA4-BDE2-34B8B4D2AC4D}" srcId="{4179305C-D9BC-4FA7-8BE0-C34BDE57E1FF}" destId="{8E16D7F1-79F4-444F-BD75-FF26C5371886}" srcOrd="2" destOrd="0" parTransId="{CC30C505-BA3E-42D1-A662-2151DEA02B05}" sibTransId="{964AC231-6D91-44E2-857D-D422754DDC0C}"/>
    <dgm:cxn modelId="{9D1E403D-5D44-4664-8A29-5E8B75B6E27D}" type="presOf" srcId="{C694D2FA-AD1E-4200-BCB5-1009F4DDF171}" destId="{DA89A198-BD03-417D-B8D8-F7EFC21869EA}" srcOrd="0" destOrd="0" presId="urn:microsoft.com/office/officeart/2005/8/layout/list1"/>
    <dgm:cxn modelId="{2A4CA83E-4DA2-44AE-BE50-D452EF1970AA}" srcId="{F615DB35-EEEE-4AB5-B56F-08FC4B41153E}" destId="{5F46FDB2-8B9C-46FC-9C0A-FAC1A460E9CE}" srcOrd="3" destOrd="0" parTransId="{1617B4BB-71D7-47C2-BB7C-9F0AF97AD68F}" sibTransId="{19958ED8-BBF4-4E58-B560-C45FA99BA6FE}"/>
    <dgm:cxn modelId="{9380673F-CA78-4E2C-A680-CCE48F323484}" srcId="{F615DB35-EEEE-4AB5-B56F-08FC4B41153E}" destId="{8CD2A057-4722-4F06-A13E-9D676106898D}" srcOrd="0" destOrd="0" parTransId="{3430EABE-77C1-45F5-A273-D84557BFF0FA}" sibTransId="{84BC8DC8-1CA1-403A-B58C-A304131E35E7}"/>
    <dgm:cxn modelId="{A36ECA3F-AAE7-45CD-9243-51E7336C42C2}" type="presOf" srcId="{5F46FDB2-8B9C-46FC-9C0A-FAC1A460E9CE}" destId="{432DF25F-3A95-4D33-8C20-7F68E409A3AD}" srcOrd="0" destOrd="0" presId="urn:microsoft.com/office/officeart/2005/8/layout/list1"/>
    <dgm:cxn modelId="{CFE6195E-A8E7-4FB9-AA4E-01F30CB76B54}" type="presOf" srcId="{DFA681E0-BB81-405D-B376-D5EDAA1AE6DB}" destId="{398923F3-BF23-43A2-B30F-1E245ED93CBB}" srcOrd="0" destOrd="0" presId="urn:microsoft.com/office/officeart/2005/8/layout/list1"/>
    <dgm:cxn modelId="{F38CAF41-A16A-47C3-9993-EFEE97F0709A}" type="presOf" srcId="{8E16D7F1-79F4-444F-BD75-FF26C5371886}" destId="{B899DC30-F1C2-42B2-A49E-40C00661E4B3}" srcOrd="0" destOrd="2" presId="urn:microsoft.com/office/officeart/2005/8/layout/list1"/>
    <dgm:cxn modelId="{97326442-F7DB-49BD-974D-3118AFF0DD9A}" srcId="{AA49655E-AC21-4D52-9AE5-876E3DB89758}" destId="{54083B6D-96B2-4001-8014-CCBFD736493A}" srcOrd="4" destOrd="0" parTransId="{621D2103-E543-4471-9A7E-2D95BFEBE7A6}" sibTransId="{902B73B2-3A4E-4D35-AF0F-66C33101E6DF}"/>
    <dgm:cxn modelId="{E85FDB47-CFA8-4450-B02B-E53D3B38517B}" type="presOf" srcId="{9E6830FF-4519-4F9D-BBF1-2FFEB414CC9D}" destId="{CC747699-772A-46CD-813C-CF194BD9B24B}" srcOrd="0" destOrd="1" presId="urn:microsoft.com/office/officeart/2005/8/layout/list1"/>
    <dgm:cxn modelId="{A2E84C4A-19E4-4835-BD76-4DC42335672D}" type="presOf" srcId="{2D036551-9B83-4CC6-A86A-46554D8AEFF0}" destId="{398923F3-BF23-43A2-B30F-1E245ED93CBB}" srcOrd="0" destOrd="5" presId="urn:microsoft.com/office/officeart/2005/8/layout/list1"/>
    <dgm:cxn modelId="{B4A1544A-B2F1-418E-BC20-E4EDC80518EA}" type="presOf" srcId="{5F46FDB2-8B9C-46FC-9C0A-FAC1A460E9CE}" destId="{32643C36-3F64-498C-8C0D-B7F3E31E4C1E}" srcOrd="1" destOrd="0" presId="urn:microsoft.com/office/officeart/2005/8/layout/list1"/>
    <dgm:cxn modelId="{94887C6C-B530-4AE8-A30B-1AAE8D56A285}" type="presOf" srcId="{ADE455D4-96B6-48DC-AE97-B15A5CC5572E}" destId="{DA89A198-BD03-417D-B8D8-F7EFC21869EA}" srcOrd="0" destOrd="2" presId="urn:microsoft.com/office/officeart/2005/8/layout/list1"/>
    <dgm:cxn modelId="{DDD5764E-3BDC-49E0-9C42-DCCBDD020223}" type="presOf" srcId="{AA49655E-AC21-4D52-9AE5-876E3DB89758}" destId="{179E6E21-51F0-484A-874B-F439FDB7A343}" srcOrd="1" destOrd="0" presId="urn:microsoft.com/office/officeart/2005/8/layout/list1"/>
    <dgm:cxn modelId="{72535272-68B5-4DA9-B055-B4B975000ECC}" srcId="{AA49655E-AC21-4D52-9AE5-876E3DB89758}" destId="{2D036551-9B83-4CC6-A86A-46554D8AEFF0}" srcOrd="5" destOrd="0" parTransId="{4C5AF63A-6F2F-4A23-8EAA-D9D682C2F0BB}" sibTransId="{8CC745F8-2D02-4FBA-BD9A-6BD308ECC9E9}"/>
    <dgm:cxn modelId="{7522BB72-E75C-4E09-B006-1DC849325EDD}" type="presOf" srcId="{8CD2A057-4722-4F06-A13E-9D676106898D}" destId="{CC251DCA-05C4-4CF8-8BD0-CE17D998E79D}" srcOrd="0" destOrd="0" presId="urn:microsoft.com/office/officeart/2005/8/layout/list1"/>
    <dgm:cxn modelId="{419F4F55-78D1-41F8-B21A-3CD183CF2F61}" type="presOf" srcId="{F8EA75DB-460A-4165-B925-D4E4EB0C2E01}" destId="{CC747699-772A-46CD-813C-CF194BD9B24B}" srcOrd="0" destOrd="2" presId="urn:microsoft.com/office/officeart/2005/8/layout/list1"/>
    <dgm:cxn modelId="{14B61186-B463-4BCB-90B0-E5DB078E45FE}" srcId="{5F46FDB2-8B9C-46FC-9C0A-FAC1A460E9CE}" destId="{AABBE0A4-9943-4BF2-B71E-191309CC95E3}" srcOrd="0" destOrd="0" parTransId="{1C96CB9B-9AD6-4306-8417-201BAE32F872}" sibTransId="{4AEBA3C7-2F6B-4C72-9441-35AE37F9E6D7}"/>
    <dgm:cxn modelId="{47DDB68A-5E68-4200-9644-D87243D36D83}" srcId="{5F46FDB2-8B9C-46FC-9C0A-FAC1A460E9CE}" destId="{9E6830FF-4519-4F9D-BBF1-2FFEB414CC9D}" srcOrd="1" destOrd="0" parTransId="{AA29ACB3-55FA-4E4E-A473-453927517240}" sibTransId="{CD6213DC-62C0-4FD9-AEDC-F47DB8212F13}"/>
    <dgm:cxn modelId="{512C6992-A87B-4698-AA75-2670BF3655AC}" type="presOf" srcId="{4179305C-D9BC-4FA7-8BE0-C34BDE57E1FF}" destId="{5FB0413C-35B7-4DCF-9F0C-E2FE058FDE6A}" srcOrd="1" destOrd="0" presId="urn:microsoft.com/office/officeart/2005/8/layout/list1"/>
    <dgm:cxn modelId="{5CAEC59C-F6C6-40A8-8134-9031BD83A745}" type="presOf" srcId="{1A0BEEE9-93B0-4173-B885-F24619DC3462}" destId="{398923F3-BF23-43A2-B30F-1E245ED93CBB}" srcOrd="0" destOrd="1" presId="urn:microsoft.com/office/officeart/2005/8/layout/list1"/>
    <dgm:cxn modelId="{A2F37DA3-F176-4A43-86FD-A9214C11E5B1}" type="presOf" srcId="{CFEB4A4B-0749-4675-AC39-B6BEBA1FB6A1}" destId="{211E9F1F-E4DF-43C2-8351-BB16DBEE3A92}" srcOrd="0" destOrd="1" presId="urn:microsoft.com/office/officeart/2005/8/layout/list1"/>
    <dgm:cxn modelId="{8D9BAEA4-28A2-4661-A978-69A050942F07}" srcId="{F615DB35-EEEE-4AB5-B56F-08FC4B41153E}" destId="{AA49655E-AC21-4D52-9AE5-876E3DB89758}" srcOrd="4" destOrd="0" parTransId="{689985CF-898D-4169-81A1-0BAB3132A57C}" sibTransId="{E2772ACF-DB3B-4737-B5F5-7B60BD939A8B}"/>
    <dgm:cxn modelId="{37DFEEA4-C447-4C14-83A6-E1CDC439A384}" type="presOf" srcId="{7007D68C-5684-4A85-9642-EAC96A467240}" destId="{398923F3-BF23-43A2-B30F-1E245ED93CBB}" srcOrd="0" destOrd="2" presId="urn:microsoft.com/office/officeart/2005/8/layout/list1"/>
    <dgm:cxn modelId="{18D817A8-5BDC-4E40-A47B-4530038A5FFC}" type="presOf" srcId="{4179305C-D9BC-4FA7-8BE0-C34BDE57E1FF}" destId="{E944E18B-9F2F-4EA6-874B-D39F9F4B37E9}" srcOrd="0" destOrd="0" presId="urn:microsoft.com/office/officeart/2005/8/layout/list1"/>
    <dgm:cxn modelId="{14D891AB-2F31-4A1D-AD88-88F4AC2D75E1}" srcId="{1775BD14-B130-4DCD-A1D3-33E5F9D363E1}" destId="{C694D2FA-AD1E-4200-BCB5-1009F4DDF171}" srcOrd="0" destOrd="0" parTransId="{D75C7E2F-1C12-4794-884E-2B60C561A393}" sibTransId="{AB6C1409-313A-4B51-9006-FC9ECED08A4A}"/>
    <dgm:cxn modelId="{B861C8AB-ECC5-4635-9726-47EDB2CD7E6A}" type="presOf" srcId="{AABBE0A4-9943-4BF2-B71E-191309CC95E3}" destId="{CC747699-772A-46CD-813C-CF194BD9B24B}" srcOrd="0" destOrd="0" presId="urn:microsoft.com/office/officeart/2005/8/layout/list1"/>
    <dgm:cxn modelId="{F57ECCAD-E3AE-4B71-B46D-A6805307B534}" type="presOf" srcId="{F615DB35-EEEE-4AB5-B56F-08FC4B41153E}" destId="{EBD6D830-231F-4719-BD03-702045224D23}" srcOrd="0" destOrd="0" presId="urn:microsoft.com/office/officeart/2005/8/layout/list1"/>
    <dgm:cxn modelId="{0EEFF6AE-FA48-4659-9A2C-B37D957FE833}" type="presOf" srcId="{8CD2A057-4722-4F06-A13E-9D676106898D}" destId="{4BE67D07-2CEC-4DE8-AD5E-DDD7D322FC39}" srcOrd="1" destOrd="0" presId="urn:microsoft.com/office/officeart/2005/8/layout/list1"/>
    <dgm:cxn modelId="{1CA1E6B4-24B0-4966-B408-2A2CAC444108}" type="presOf" srcId="{2AA38D31-B8B1-4B45-85B3-183BE455B6E6}" destId="{398923F3-BF23-43A2-B30F-1E245ED93CBB}" srcOrd="0" destOrd="3" presId="urn:microsoft.com/office/officeart/2005/8/layout/list1"/>
    <dgm:cxn modelId="{B17D8BB6-C4EE-484F-8891-7BF7D75A9B55}" srcId="{4179305C-D9BC-4FA7-8BE0-C34BDE57E1FF}" destId="{C2AD54F1-0B0D-4D98-A464-07900CC7F8E4}" srcOrd="0" destOrd="0" parTransId="{09150DEB-0995-4039-93E5-D39CD4A9F9B9}" sibTransId="{A2CE6C12-1F3C-4D11-B69C-8FC8DCAD04A1}"/>
    <dgm:cxn modelId="{0D43AEB6-BD49-45A3-A28D-CD8619A7669F}" srcId="{1775BD14-B130-4DCD-A1D3-33E5F9D363E1}" destId="{ADE455D4-96B6-48DC-AE97-B15A5CC5572E}" srcOrd="2" destOrd="0" parTransId="{D0E59CC0-F93F-401F-BCB7-F0F473D8A340}" sibTransId="{484B1C20-AE08-4937-84A8-5D9CDC3F12B2}"/>
    <dgm:cxn modelId="{796F0BBD-4095-4B15-84A1-DF7E8BED1B95}" type="presOf" srcId="{1775BD14-B130-4DCD-A1D3-33E5F9D363E1}" destId="{B7D937EC-2021-4780-AC20-DBD121B3B6EF}" srcOrd="0" destOrd="0" presId="urn:microsoft.com/office/officeart/2005/8/layout/list1"/>
    <dgm:cxn modelId="{C5E745D5-4394-47EE-AC0F-9ABFBA36FD78}" type="presOf" srcId="{B3A0BEFB-1BDB-4040-8ED0-4172CFEE3322}" destId="{DA89A198-BD03-417D-B8D8-F7EFC21869EA}" srcOrd="0" destOrd="1" presId="urn:microsoft.com/office/officeart/2005/8/layout/list1"/>
    <dgm:cxn modelId="{A0FED7D6-D4F6-47A3-BF64-DDEC8287FCE7}" srcId="{8CD2A057-4722-4F06-A13E-9D676106898D}" destId="{155DAACA-3553-4AB4-941D-1613E6C6AC97}" srcOrd="0" destOrd="0" parTransId="{2D3C364C-0194-4109-9E66-5628BEB6E774}" sibTransId="{B864D8B1-D2AD-4BD8-9BA8-D3FF000EC55B}"/>
    <dgm:cxn modelId="{27DB02DA-3EE9-4878-9DEE-DD21D38CDD5B}" srcId="{AA49655E-AC21-4D52-9AE5-876E3DB89758}" destId="{DFA681E0-BB81-405D-B376-D5EDAA1AE6DB}" srcOrd="0" destOrd="0" parTransId="{D0E3BD71-FA8F-4CF0-8287-A1AE26266207}" sibTransId="{F25704E0-CAB9-445A-9FAC-AC4D3B51C2F4}"/>
    <dgm:cxn modelId="{E19FB6E0-7005-4E32-B2E5-D0E7D646613A}" type="presOf" srcId="{155DAACA-3553-4AB4-941D-1613E6C6AC97}" destId="{211E9F1F-E4DF-43C2-8351-BB16DBEE3A92}" srcOrd="0" destOrd="0" presId="urn:microsoft.com/office/officeart/2005/8/layout/list1"/>
    <dgm:cxn modelId="{1BF4E0E0-6726-4259-A40C-93B8972348E6}" type="presOf" srcId="{C2AD54F1-0B0D-4D98-A464-07900CC7F8E4}" destId="{B899DC30-F1C2-42B2-A49E-40C00661E4B3}" srcOrd="0" destOrd="0" presId="urn:microsoft.com/office/officeart/2005/8/layout/list1"/>
    <dgm:cxn modelId="{7C8C5DEB-319E-4028-8796-61162CA94FF9}" srcId="{F615DB35-EEEE-4AB5-B56F-08FC4B41153E}" destId="{4179305C-D9BC-4FA7-8BE0-C34BDE57E1FF}" srcOrd="1" destOrd="0" parTransId="{491C8FDE-D629-471E-A867-DC3FD886965A}" sibTransId="{1B43BF01-CEC1-46F4-A388-722B2A27ED92}"/>
    <dgm:cxn modelId="{AFFBD0EB-A5DC-4B84-97F4-F063270A804A}" type="presOf" srcId="{33D71B9C-5693-404D-AECE-D23912DB9D27}" destId="{B899DC30-F1C2-42B2-A49E-40C00661E4B3}" srcOrd="0" destOrd="1" presId="urn:microsoft.com/office/officeart/2005/8/layout/list1"/>
    <dgm:cxn modelId="{C0C0ACF2-3484-4820-A6C6-09B477EC7EBF}" srcId="{1775BD14-B130-4DCD-A1D3-33E5F9D363E1}" destId="{B3A0BEFB-1BDB-4040-8ED0-4172CFEE3322}" srcOrd="1" destOrd="0" parTransId="{6718C9B8-04B9-4D31-99FD-ECD2CB213258}" sibTransId="{50F0EC66-8518-4F21-9FEB-E18AECC18B40}"/>
    <dgm:cxn modelId="{C652F4F5-A653-42A4-857E-1CC2D4F19DFD}" srcId="{F615DB35-EEEE-4AB5-B56F-08FC4B41153E}" destId="{1775BD14-B130-4DCD-A1D3-33E5F9D363E1}" srcOrd="2" destOrd="0" parTransId="{CF5B1EB1-7F9A-4E54-B187-2B5E1E154EC3}" sibTransId="{A74E407F-A65C-44CC-B68B-9B66AEE3302C}"/>
    <dgm:cxn modelId="{9677F3FB-80E5-4C0C-92EE-7B05E80BB7C0}" srcId="{AA49655E-AC21-4D52-9AE5-876E3DB89758}" destId="{2AA38D31-B8B1-4B45-85B3-183BE455B6E6}" srcOrd="3" destOrd="0" parTransId="{ECCB906D-0E6D-4663-B8ED-C4AFC60B79D7}" sibTransId="{82C9DF18-7DD1-471B-8926-A5D5FB76B9DD}"/>
    <dgm:cxn modelId="{247CB5FC-4E01-4C24-B9B6-5A41CCC66954}" srcId="{5F46FDB2-8B9C-46FC-9C0A-FAC1A460E9CE}" destId="{F8EA75DB-460A-4165-B925-D4E4EB0C2E01}" srcOrd="2" destOrd="0" parTransId="{F21CE7E1-86B6-417E-A427-F94D8FFD2610}" sibTransId="{0C4890C1-93FE-4449-8B57-2FEFAC28901E}"/>
    <dgm:cxn modelId="{ED4153FE-B5B3-4AFC-84D6-565A7EEEA2B0}" srcId="{4179305C-D9BC-4FA7-8BE0-C34BDE57E1FF}" destId="{33D71B9C-5693-404D-AECE-D23912DB9D27}" srcOrd="1" destOrd="0" parTransId="{8475E35D-2A71-458F-A4AC-A31F7E10AC5F}" sibTransId="{DBF14952-162D-45A1-95A1-25CEE01538C5}"/>
    <dgm:cxn modelId="{D533FC89-4CD0-4FC4-878C-497412A11FFE}" type="presParOf" srcId="{EBD6D830-231F-4719-BD03-702045224D23}" destId="{4898F4E3-77FC-4255-A0CB-9AA40C8A47DE}" srcOrd="0" destOrd="0" presId="urn:microsoft.com/office/officeart/2005/8/layout/list1"/>
    <dgm:cxn modelId="{83FBEF99-33A7-481B-874F-2DE7C5524EB2}" type="presParOf" srcId="{4898F4E3-77FC-4255-A0CB-9AA40C8A47DE}" destId="{CC251DCA-05C4-4CF8-8BD0-CE17D998E79D}" srcOrd="0" destOrd="0" presId="urn:microsoft.com/office/officeart/2005/8/layout/list1"/>
    <dgm:cxn modelId="{A3480085-156E-41DD-B44E-8923B490140C}" type="presParOf" srcId="{4898F4E3-77FC-4255-A0CB-9AA40C8A47DE}" destId="{4BE67D07-2CEC-4DE8-AD5E-DDD7D322FC39}" srcOrd="1" destOrd="0" presId="urn:microsoft.com/office/officeart/2005/8/layout/list1"/>
    <dgm:cxn modelId="{C74DF56C-ED9B-4702-9B7A-50A7884A7592}" type="presParOf" srcId="{EBD6D830-231F-4719-BD03-702045224D23}" destId="{1EE6069A-D68D-4449-BECF-13D379ECA212}" srcOrd="1" destOrd="0" presId="urn:microsoft.com/office/officeart/2005/8/layout/list1"/>
    <dgm:cxn modelId="{5AFF0886-911D-4F03-B54C-E284F18F38DB}" type="presParOf" srcId="{EBD6D830-231F-4719-BD03-702045224D23}" destId="{211E9F1F-E4DF-43C2-8351-BB16DBEE3A92}" srcOrd="2" destOrd="0" presId="urn:microsoft.com/office/officeart/2005/8/layout/list1"/>
    <dgm:cxn modelId="{BEF04221-2B0D-4D9A-AEC8-5F94A8350F95}" type="presParOf" srcId="{EBD6D830-231F-4719-BD03-702045224D23}" destId="{4A8903DE-E144-4347-A2A4-A31B3D571E06}" srcOrd="3" destOrd="0" presId="urn:microsoft.com/office/officeart/2005/8/layout/list1"/>
    <dgm:cxn modelId="{E1A7C986-6F30-438A-B42A-FA733CF11ED6}" type="presParOf" srcId="{EBD6D830-231F-4719-BD03-702045224D23}" destId="{D196754B-ABEA-494F-B2E4-DDBA2E8E3053}" srcOrd="4" destOrd="0" presId="urn:microsoft.com/office/officeart/2005/8/layout/list1"/>
    <dgm:cxn modelId="{82FBFE90-1E62-45BA-A809-6A79E77A0FA0}" type="presParOf" srcId="{D196754B-ABEA-494F-B2E4-DDBA2E8E3053}" destId="{E944E18B-9F2F-4EA6-874B-D39F9F4B37E9}" srcOrd="0" destOrd="0" presId="urn:microsoft.com/office/officeart/2005/8/layout/list1"/>
    <dgm:cxn modelId="{3B04B61B-5A42-48FA-BC7D-5FAAF7B02CF3}" type="presParOf" srcId="{D196754B-ABEA-494F-B2E4-DDBA2E8E3053}" destId="{5FB0413C-35B7-4DCF-9F0C-E2FE058FDE6A}" srcOrd="1" destOrd="0" presId="urn:microsoft.com/office/officeart/2005/8/layout/list1"/>
    <dgm:cxn modelId="{F1A15599-817F-4696-9066-9745F5BCB9D0}" type="presParOf" srcId="{EBD6D830-231F-4719-BD03-702045224D23}" destId="{E57E88E9-64BC-4544-A04D-4BF741EC0CDC}" srcOrd="5" destOrd="0" presId="urn:microsoft.com/office/officeart/2005/8/layout/list1"/>
    <dgm:cxn modelId="{AC162E5B-F450-498F-BB79-6606A90A747A}" type="presParOf" srcId="{EBD6D830-231F-4719-BD03-702045224D23}" destId="{B899DC30-F1C2-42B2-A49E-40C00661E4B3}" srcOrd="6" destOrd="0" presId="urn:microsoft.com/office/officeart/2005/8/layout/list1"/>
    <dgm:cxn modelId="{5CF534E5-D0E4-4020-A73B-782969F60733}" type="presParOf" srcId="{EBD6D830-231F-4719-BD03-702045224D23}" destId="{009DC45A-BB8D-41F0-98F5-4B4E079D90EE}" srcOrd="7" destOrd="0" presId="urn:microsoft.com/office/officeart/2005/8/layout/list1"/>
    <dgm:cxn modelId="{5F48E7B6-4A3C-43B5-98D2-49972F8F5F8D}" type="presParOf" srcId="{EBD6D830-231F-4719-BD03-702045224D23}" destId="{BBF03AFC-04A8-4674-8CD0-76E9778B8EA9}" srcOrd="8" destOrd="0" presId="urn:microsoft.com/office/officeart/2005/8/layout/list1"/>
    <dgm:cxn modelId="{5BCBFEE6-53D5-4742-B99F-79FFD750FF9E}" type="presParOf" srcId="{BBF03AFC-04A8-4674-8CD0-76E9778B8EA9}" destId="{B7D937EC-2021-4780-AC20-DBD121B3B6EF}" srcOrd="0" destOrd="0" presId="urn:microsoft.com/office/officeart/2005/8/layout/list1"/>
    <dgm:cxn modelId="{774AB8C8-ED93-4ABB-B883-244F71A4243F}" type="presParOf" srcId="{BBF03AFC-04A8-4674-8CD0-76E9778B8EA9}" destId="{98AD5124-3CF6-49F7-AC15-58BB2ECB7519}" srcOrd="1" destOrd="0" presId="urn:microsoft.com/office/officeart/2005/8/layout/list1"/>
    <dgm:cxn modelId="{417DFC6B-CA81-4DA9-86E5-B1E5851B36D2}" type="presParOf" srcId="{EBD6D830-231F-4719-BD03-702045224D23}" destId="{73F500A0-C081-4607-B5B6-D411E4371495}" srcOrd="9" destOrd="0" presId="urn:microsoft.com/office/officeart/2005/8/layout/list1"/>
    <dgm:cxn modelId="{6A15EAE5-5F5E-41E4-A1D1-FF98988A9E04}" type="presParOf" srcId="{EBD6D830-231F-4719-BD03-702045224D23}" destId="{DA89A198-BD03-417D-B8D8-F7EFC21869EA}" srcOrd="10" destOrd="0" presId="urn:microsoft.com/office/officeart/2005/8/layout/list1"/>
    <dgm:cxn modelId="{9A89C1F1-9338-449E-B7AB-362962AC23EE}" type="presParOf" srcId="{EBD6D830-231F-4719-BD03-702045224D23}" destId="{97503A2C-CE2F-4C3D-87D5-49FC10B13DFE}" srcOrd="11" destOrd="0" presId="urn:microsoft.com/office/officeart/2005/8/layout/list1"/>
    <dgm:cxn modelId="{B1484A5A-6918-4E58-861E-4E22CDA7802D}" type="presParOf" srcId="{EBD6D830-231F-4719-BD03-702045224D23}" destId="{BAA004FF-C0B0-4AFB-AA97-B9EBE3DDA174}" srcOrd="12" destOrd="0" presId="urn:microsoft.com/office/officeart/2005/8/layout/list1"/>
    <dgm:cxn modelId="{A5B59996-B547-49B2-BE53-AD884C3DF386}" type="presParOf" srcId="{BAA004FF-C0B0-4AFB-AA97-B9EBE3DDA174}" destId="{432DF25F-3A95-4D33-8C20-7F68E409A3AD}" srcOrd="0" destOrd="0" presId="urn:microsoft.com/office/officeart/2005/8/layout/list1"/>
    <dgm:cxn modelId="{117ADE97-EAA4-41A6-9355-2256086572D6}" type="presParOf" srcId="{BAA004FF-C0B0-4AFB-AA97-B9EBE3DDA174}" destId="{32643C36-3F64-498C-8C0D-B7F3E31E4C1E}" srcOrd="1" destOrd="0" presId="urn:microsoft.com/office/officeart/2005/8/layout/list1"/>
    <dgm:cxn modelId="{81F8C01C-DA5F-45D7-8972-5759FBB413F8}" type="presParOf" srcId="{EBD6D830-231F-4719-BD03-702045224D23}" destId="{636BF5F7-BB86-4AD8-B50B-899CC5B3B2FC}" srcOrd="13" destOrd="0" presId="urn:microsoft.com/office/officeart/2005/8/layout/list1"/>
    <dgm:cxn modelId="{8E2F80EA-9517-4D43-BDF3-21F7810E79AB}" type="presParOf" srcId="{EBD6D830-231F-4719-BD03-702045224D23}" destId="{CC747699-772A-46CD-813C-CF194BD9B24B}" srcOrd="14" destOrd="0" presId="urn:microsoft.com/office/officeart/2005/8/layout/list1"/>
    <dgm:cxn modelId="{E8390677-F298-40AD-8B15-6072522A513B}" type="presParOf" srcId="{EBD6D830-231F-4719-BD03-702045224D23}" destId="{B25047B6-B165-4119-BBD6-A691D2CB0670}" srcOrd="15" destOrd="0" presId="urn:microsoft.com/office/officeart/2005/8/layout/list1"/>
    <dgm:cxn modelId="{B2675E9F-357A-486B-84CC-DE3DB3464C4C}" type="presParOf" srcId="{EBD6D830-231F-4719-BD03-702045224D23}" destId="{93BD06D9-07E2-4928-B160-972175A1DF37}" srcOrd="16" destOrd="0" presId="urn:microsoft.com/office/officeart/2005/8/layout/list1"/>
    <dgm:cxn modelId="{A14297D9-4ECD-4A45-9DB3-E30B39D9CBD3}" type="presParOf" srcId="{93BD06D9-07E2-4928-B160-972175A1DF37}" destId="{28A3FD51-86D7-40D6-9D50-220B99F68E83}" srcOrd="0" destOrd="0" presId="urn:microsoft.com/office/officeart/2005/8/layout/list1"/>
    <dgm:cxn modelId="{05E594B6-6643-450C-AA96-185964D8AA5E}" type="presParOf" srcId="{93BD06D9-07E2-4928-B160-972175A1DF37}" destId="{179E6E21-51F0-484A-874B-F439FDB7A343}" srcOrd="1" destOrd="0" presId="urn:microsoft.com/office/officeart/2005/8/layout/list1"/>
    <dgm:cxn modelId="{D9C3327E-0C0C-4D2B-8C50-161193E75F13}" type="presParOf" srcId="{EBD6D830-231F-4719-BD03-702045224D23}" destId="{802E2DF7-A985-4320-A060-465BAA46A157}" srcOrd="17" destOrd="0" presId="urn:microsoft.com/office/officeart/2005/8/layout/list1"/>
    <dgm:cxn modelId="{A6E82303-6A05-45C4-B1E5-A78F5BE5E6BB}" type="presParOf" srcId="{EBD6D830-231F-4719-BD03-702045224D23}" destId="{398923F3-BF23-43A2-B30F-1E245ED93CBB}" srcOrd="18" destOrd="0" presId="urn:microsoft.com/office/officeart/2005/8/layout/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26BA73B-0847-4769-945C-DF9C876B2F3A}" type="doc">
      <dgm:prSet loTypeId="urn:microsoft.com/office/officeart/2005/8/layout/list1" loCatId="list" qsTypeId="urn:microsoft.com/office/officeart/2005/8/quickstyle/simple1" qsCatId="simple" csTypeId="urn:microsoft.com/office/officeart/2005/8/colors/colorful2" csCatId="colorful" phldr="1"/>
      <dgm:spPr/>
      <dgm:t>
        <a:bodyPr/>
        <a:lstStyle/>
        <a:p>
          <a:endParaRPr lang="zh-CN" altLang="en-US"/>
        </a:p>
      </dgm:t>
    </dgm:pt>
    <dgm:pt modelId="{C0DEDDF9-DEA5-4D95-8CAD-3C9279CF9CE4}">
      <dgm:prSet phldrT="[文本]"/>
      <dgm:spPr/>
      <dgm:t>
        <a:bodyPr/>
        <a:lstStyle/>
        <a:p>
          <a:r>
            <a:rPr lang="en-US" altLang="en-US" dirty="0"/>
            <a:t>6. </a:t>
          </a:r>
          <a:r>
            <a:rPr lang="zh-CN" altLang="en-US" dirty="0"/>
            <a:t>沟通管理</a:t>
          </a:r>
        </a:p>
      </dgm:t>
    </dgm:pt>
    <dgm:pt modelId="{975DA8A4-1C54-48B4-B89D-70731BC9C764}" cxnId="{CA12FA64-66D8-4AA6-8641-A492E334C3A8}" type="parTrans">
      <dgm:prSet/>
      <dgm:spPr/>
      <dgm:t>
        <a:bodyPr/>
        <a:lstStyle/>
        <a:p>
          <a:endParaRPr lang="zh-CN" altLang="en-US"/>
        </a:p>
      </dgm:t>
    </dgm:pt>
    <dgm:pt modelId="{452B9154-9027-4015-A4F6-07255F1DE768}" cxnId="{CA12FA64-66D8-4AA6-8641-A492E334C3A8}" type="sibTrans">
      <dgm:prSet/>
      <dgm:spPr/>
      <dgm:t>
        <a:bodyPr/>
        <a:lstStyle/>
        <a:p>
          <a:endParaRPr lang="zh-CN" altLang="en-US"/>
        </a:p>
      </dgm:t>
    </dgm:pt>
    <dgm:pt modelId="{EE6E3D9F-823C-4F8D-A97F-B0E33992995A}">
      <dgm:prSet/>
      <dgm:spPr/>
      <dgm:t>
        <a:bodyPr/>
        <a:lstStyle/>
        <a:p>
          <a:r>
            <a:rPr lang="zh-CN" altLang="en-US" dirty="0"/>
            <a:t>团队建设与沟通管理</a:t>
          </a:r>
        </a:p>
      </dgm:t>
    </dgm:pt>
    <dgm:pt modelId="{33D8FAA8-33E1-41FF-9ADC-61779E745F04}" cxnId="{A662B3B0-AFFC-48A8-8F49-5C75A3E0458A}" type="parTrans">
      <dgm:prSet/>
      <dgm:spPr/>
      <dgm:t>
        <a:bodyPr/>
        <a:lstStyle/>
        <a:p>
          <a:endParaRPr lang="zh-CN" altLang="en-US"/>
        </a:p>
      </dgm:t>
    </dgm:pt>
    <dgm:pt modelId="{4F19C008-6F79-46C6-84B3-2F67F9317D29}" cxnId="{A662B3B0-AFFC-48A8-8F49-5C75A3E0458A}" type="sibTrans">
      <dgm:prSet/>
      <dgm:spPr/>
      <dgm:t>
        <a:bodyPr/>
        <a:lstStyle/>
        <a:p>
          <a:endParaRPr lang="zh-CN" altLang="en-US"/>
        </a:p>
      </dgm:t>
    </dgm:pt>
    <dgm:pt modelId="{906CB91F-15D7-49FE-A15B-9822E0F8866D}">
      <dgm:prSet/>
      <dgm:spPr/>
      <dgm:t>
        <a:bodyPr/>
        <a:lstStyle/>
        <a:p>
          <a:r>
            <a:rPr lang="zh-CN" altLang="en-US" dirty="0"/>
            <a:t>项目启动会议的组织与执行</a:t>
          </a:r>
        </a:p>
      </dgm:t>
    </dgm:pt>
    <dgm:pt modelId="{9A53A08D-C21E-448E-9887-188069080DB9}" cxnId="{95193A97-9096-4D0D-9E44-78C33780695F}" type="parTrans">
      <dgm:prSet/>
      <dgm:spPr/>
      <dgm:t>
        <a:bodyPr/>
        <a:lstStyle/>
        <a:p>
          <a:endParaRPr lang="zh-CN" altLang="en-US"/>
        </a:p>
      </dgm:t>
    </dgm:pt>
    <dgm:pt modelId="{8E1FD921-59EC-4CDC-9710-0F5A49876AC4}" cxnId="{95193A97-9096-4D0D-9E44-78C33780695F}" type="sibTrans">
      <dgm:prSet/>
      <dgm:spPr/>
      <dgm:t>
        <a:bodyPr/>
        <a:lstStyle/>
        <a:p>
          <a:endParaRPr lang="zh-CN" altLang="en-US"/>
        </a:p>
      </dgm:t>
    </dgm:pt>
    <dgm:pt modelId="{FECE8923-5AB7-4375-84FB-EC31930F73ED}">
      <dgm:prSet/>
      <dgm:spPr/>
      <dgm:t>
        <a:bodyPr/>
        <a:lstStyle/>
        <a:p>
          <a:r>
            <a:rPr lang="zh-CN" altLang="en-US" dirty="0"/>
            <a:t>变更管理的原则与实践</a:t>
          </a:r>
        </a:p>
      </dgm:t>
    </dgm:pt>
    <dgm:pt modelId="{4FB62F86-BCF9-4B40-A851-ECC4ED7C2918}" cxnId="{FDDA72EE-E854-4183-BD25-367946DA7F56}" type="parTrans">
      <dgm:prSet/>
      <dgm:spPr/>
      <dgm:t>
        <a:bodyPr/>
        <a:lstStyle/>
        <a:p>
          <a:endParaRPr lang="zh-CN" altLang="en-US"/>
        </a:p>
      </dgm:t>
    </dgm:pt>
    <dgm:pt modelId="{5A2B029E-0F7E-4360-9BEB-55BD8C590FD3}" cxnId="{FDDA72EE-E854-4183-BD25-367946DA7F56}" type="sibTrans">
      <dgm:prSet/>
      <dgm:spPr/>
      <dgm:t>
        <a:bodyPr/>
        <a:lstStyle/>
        <a:p>
          <a:endParaRPr lang="zh-CN" altLang="en-US"/>
        </a:p>
      </dgm:t>
    </dgm:pt>
    <dgm:pt modelId="{755A7A8D-4A93-4A26-AE04-82BEBC79CA78}">
      <dgm:prSet/>
      <dgm:spPr/>
      <dgm:t>
        <a:bodyPr/>
        <a:lstStyle/>
        <a:p>
          <a:r>
            <a:rPr lang="zh-CN" altLang="en-US" dirty="0"/>
            <a:t>监督与控制项目进度</a:t>
          </a:r>
        </a:p>
      </dgm:t>
    </dgm:pt>
    <dgm:pt modelId="{EFF8CC89-A182-41F3-BA6D-1A03B32B8AE5}" cxnId="{F7B5B653-5C33-444F-B205-91587B348BF5}" type="parTrans">
      <dgm:prSet/>
      <dgm:spPr/>
      <dgm:t>
        <a:bodyPr/>
        <a:lstStyle/>
        <a:p>
          <a:endParaRPr lang="zh-CN" altLang="en-US"/>
        </a:p>
      </dgm:t>
    </dgm:pt>
    <dgm:pt modelId="{076C6694-DF06-4F05-9437-897998C5C10C}" cxnId="{F7B5B653-5C33-444F-B205-91587B348BF5}" type="sibTrans">
      <dgm:prSet/>
      <dgm:spPr/>
      <dgm:t>
        <a:bodyPr/>
        <a:lstStyle/>
        <a:p>
          <a:endParaRPr lang="zh-CN" altLang="en-US"/>
        </a:p>
      </dgm:t>
    </dgm:pt>
    <dgm:pt modelId="{EC9CE291-FCC0-44EE-A39A-E99F69DCAA5E}">
      <dgm:prSet/>
      <dgm:spPr/>
      <dgm:t>
        <a:bodyPr/>
        <a:lstStyle/>
        <a:p>
          <a:r>
            <a:rPr lang="zh-CN" altLang="en-US" dirty="0"/>
            <a:t>里程碑的设定与检查</a:t>
          </a:r>
        </a:p>
      </dgm:t>
    </dgm:pt>
    <dgm:pt modelId="{42BE7F5D-1F9C-463B-B92D-43F32F6B459D}" cxnId="{057693A1-3123-4BA9-BA11-33242DDF371B}" type="parTrans">
      <dgm:prSet/>
      <dgm:spPr/>
      <dgm:t>
        <a:bodyPr/>
        <a:lstStyle/>
        <a:p>
          <a:endParaRPr lang="zh-CN" altLang="en-US"/>
        </a:p>
      </dgm:t>
    </dgm:pt>
    <dgm:pt modelId="{62E5C2C6-07D9-4F45-AAF8-D8A8FAF9D519}" cxnId="{057693A1-3123-4BA9-BA11-33242DDF371B}" type="sibTrans">
      <dgm:prSet/>
      <dgm:spPr/>
      <dgm:t>
        <a:bodyPr/>
        <a:lstStyle/>
        <a:p>
          <a:endParaRPr lang="zh-CN" altLang="en-US"/>
        </a:p>
      </dgm:t>
    </dgm:pt>
    <dgm:pt modelId="{88BECAE6-AF0E-4B3B-9E1E-02A170023E27}">
      <dgm:prSet/>
      <dgm:spPr/>
      <dgm:t>
        <a:bodyPr/>
        <a:lstStyle/>
        <a:p>
          <a:r>
            <a:rPr lang="en-US" altLang="en-US" dirty="0"/>
            <a:t>8. </a:t>
          </a:r>
          <a:r>
            <a:rPr lang="zh-CN" altLang="en-US" dirty="0"/>
            <a:t>案例分析与实践</a:t>
          </a:r>
        </a:p>
      </dgm:t>
    </dgm:pt>
    <dgm:pt modelId="{51BF8B5E-92E9-4A80-A540-BB4E14428891}" cxnId="{9ACEDFBB-3F52-472F-8012-7BA29E116853}" type="parTrans">
      <dgm:prSet/>
      <dgm:spPr/>
      <dgm:t>
        <a:bodyPr/>
        <a:lstStyle/>
        <a:p>
          <a:endParaRPr lang="zh-CN" altLang="en-US"/>
        </a:p>
      </dgm:t>
    </dgm:pt>
    <dgm:pt modelId="{1450E641-70D8-47C0-8EC9-0840A78C6BD8}" cxnId="{9ACEDFBB-3F52-472F-8012-7BA29E116853}" type="sibTrans">
      <dgm:prSet/>
      <dgm:spPr/>
      <dgm:t>
        <a:bodyPr/>
        <a:lstStyle/>
        <a:p>
          <a:endParaRPr lang="zh-CN" altLang="en-US"/>
        </a:p>
      </dgm:t>
    </dgm:pt>
    <dgm:pt modelId="{676D31DC-A33E-4BF2-9257-548140CFDFAE}">
      <dgm:prSet/>
      <dgm:spPr/>
      <dgm:t>
        <a:bodyPr/>
        <a:lstStyle/>
        <a:p>
          <a:r>
            <a:rPr lang="zh-CN" altLang="en-US" dirty="0"/>
            <a:t>分析案例中项目管理的成功与失败因素</a:t>
          </a:r>
        </a:p>
      </dgm:t>
    </dgm:pt>
    <dgm:pt modelId="{3D53A830-5119-4749-83FA-D7F38A47BBC6}" cxnId="{7BC8FA40-01A6-40D3-99EB-7A76408C118E}" type="parTrans">
      <dgm:prSet/>
      <dgm:spPr/>
      <dgm:t>
        <a:bodyPr/>
        <a:lstStyle/>
        <a:p>
          <a:endParaRPr lang="zh-CN" altLang="en-US"/>
        </a:p>
      </dgm:t>
    </dgm:pt>
    <dgm:pt modelId="{64B8B6A6-ACC9-4672-A4F6-3C53A39C2D63}" cxnId="{7BC8FA40-01A6-40D3-99EB-7A76408C118E}" type="sibTrans">
      <dgm:prSet/>
      <dgm:spPr/>
      <dgm:t>
        <a:bodyPr/>
        <a:lstStyle/>
        <a:p>
          <a:endParaRPr lang="zh-CN" altLang="en-US"/>
        </a:p>
      </dgm:t>
    </dgm:pt>
    <dgm:pt modelId="{F868D7C4-BD88-4166-88C1-CD3778858022}">
      <dgm:prSet/>
      <dgm:spPr/>
      <dgm:t>
        <a:bodyPr/>
        <a:lstStyle/>
        <a:p>
          <a:r>
            <a:rPr lang="zh-CN" altLang="en-US" dirty="0"/>
            <a:t>讨论案例中的实践要点与改进措施</a:t>
          </a:r>
        </a:p>
      </dgm:t>
    </dgm:pt>
    <dgm:pt modelId="{7F72AC17-1F9F-46ED-9BFC-08EB8A008176}" cxnId="{78C15677-7EE8-48F9-817D-3F5F0979E51A}" type="parTrans">
      <dgm:prSet/>
      <dgm:spPr/>
      <dgm:t>
        <a:bodyPr/>
        <a:lstStyle/>
        <a:p>
          <a:endParaRPr lang="zh-CN" altLang="en-US"/>
        </a:p>
      </dgm:t>
    </dgm:pt>
    <dgm:pt modelId="{B9B44FAE-C69D-4332-BB90-5E24FA173BB4}" cxnId="{78C15677-7EE8-48F9-817D-3F5F0979E51A}" type="sibTrans">
      <dgm:prSet/>
      <dgm:spPr/>
      <dgm:t>
        <a:bodyPr/>
        <a:lstStyle/>
        <a:p>
          <a:endParaRPr lang="zh-CN" altLang="en-US"/>
        </a:p>
      </dgm:t>
    </dgm:pt>
    <dgm:pt modelId="{2E2BEA47-1AB4-4B69-BA0C-25134259CCD7}">
      <dgm:prSet/>
      <dgm:spPr/>
      <dgm:t>
        <a:bodyPr/>
        <a:lstStyle/>
        <a:p>
          <a:r>
            <a:rPr lang="en-US" altLang="en-US" dirty="0"/>
            <a:t>9. </a:t>
          </a:r>
          <a:r>
            <a:rPr lang="zh-CN" altLang="en-US" dirty="0"/>
            <a:t>课程总结和回顾</a:t>
          </a:r>
        </a:p>
      </dgm:t>
    </dgm:pt>
    <dgm:pt modelId="{4527DD60-69F0-47C6-A92F-20B902E1EFEE}" cxnId="{EC2D1645-8B94-4D5B-8F93-643957F83ACD}" type="parTrans">
      <dgm:prSet/>
      <dgm:spPr/>
      <dgm:t>
        <a:bodyPr/>
        <a:lstStyle/>
        <a:p>
          <a:endParaRPr lang="zh-CN" altLang="en-US"/>
        </a:p>
      </dgm:t>
    </dgm:pt>
    <dgm:pt modelId="{05F16A85-E861-4159-A817-2547F1C7F8FF}" cxnId="{EC2D1645-8B94-4D5B-8F93-643957F83ACD}" type="sibTrans">
      <dgm:prSet/>
      <dgm:spPr/>
      <dgm:t>
        <a:bodyPr/>
        <a:lstStyle/>
        <a:p>
          <a:endParaRPr lang="zh-CN" altLang="en-US"/>
        </a:p>
      </dgm:t>
    </dgm:pt>
    <dgm:pt modelId="{7B1A6EE9-8C51-4B2C-943A-582CB244552E}">
      <dgm:prSet/>
      <dgm:spPr/>
      <dgm:t>
        <a:bodyPr/>
        <a:lstStyle/>
        <a:p>
          <a:r>
            <a:rPr lang="zh-CN" altLang="en-US" dirty="0"/>
            <a:t>回顾课程要点</a:t>
          </a:r>
        </a:p>
      </dgm:t>
    </dgm:pt>
    <dgm:pt modelId="{2A9BB10A-CF8A-4001-BCB5-AD3AEECA5A7C}" cxnId="{AF9AFD4A-924E-47A4-8AC0-1A3B61319619}" type="parTrans">
      <dgm:prSet/>
      <dgm:spPr/>
      <dgm:t>
        <a:bodyPr/>
        <a:lstStyle/>
        <a:p>
          <a:endParaRPr lang="zh-CN" altLang="en-US"/>
        </a:p>
      </dgm:t>
    </dgm:pt>
    <dgm:pt modelId="{B870BDFA-BDFB-4BF1-B533-8379E0565D88}" cxnId="{AF9AFD4A-924E-47A4-8AC0-1A3B61319619}" type="sibTrans">
      <dgm:prSet/>
      <dgm:spPr/>
      <dgm:t>
        <a:bodyPr/>
        <a:lstStyle/>
        <a:p>
          <a:endParaRPr lang="zh-CN" altLang="en-US"/>
        </a:p>
      </dgm:t>
    </dgm:pt>
    <dgm:pt modelId="{72316E92-E955-405A-8235-7B224E2E6312}">
      <dgm:prSet/>
      <dgm:spPr/>
      <dgm:t>
        <a:bodyPr/>
        <a:lstStyle/>
        <a:p>
          <a:r>
            <a:rPr lang="zh-CN" altLang="en-US" dirty="0"/>
            <a:t>完工总结与经验教训的记录</a:t>
          </a:r>
        </a:p>
      </dgm:t>
    </dgm:pt>
    <dgm:pt modelId="{8CC371BE-12C3-441B-B15A-7ED69AAF9880}" cxnId="{BB0CEFB9-087A-4C61-B2D6-2C67E2AD2FFA}" type="parTrans">
      <dgm:prSet/>
      <dgm:spPr/>
      <dgm:t>
        <a:bodyPr/>
        <a:lstStyle/>
        <a:p>
          <a:endParaRPr lang="zh-CN" altLang="en-US"/>
        </a:p>
      </dgm:t>
    </dgm:pt>
    <dgm:pt modelId="{D04FF7C2-6A0A-4F64-BA20-991C13E39ECB}" cxnId="{BB0CEFB9-087A-4C61-B2D6-2C67E2AD2FFA}" type="sibTrans">
      <dgm:prSet/>
      <dgm:spPr/>
      <dgm:t>
        <a:bodyPr/>
        <a:lstStyle/>
        <a:p>
          <a:endParaRPr lang="zh-CN" altLang="en-US"/>
        </a:p>
      </dgm:t>
    </dgm:pt>
    <dgm:pt modelId="{B0600E28-F557-4D65-8FCF-E5111B4BE943}">
      <dgm:prSet phldrT="[文本]"/>
      <dgm:spPr/>
      <dgm:t>
        <a:bodyPr/>
        <a:lstStyle/>
        <a:p>
          <a:r>
            <a:rPr lang="zh-CN" altLang="en-US" dirty="0"/>
            <a:t>沟通的重要性与沟通计划</a:t>
          </a:r>
        </a:p>
      </dgm:t>
    </dgm:pt>
    <dgm:pt modelId="{8C000C81-259D-441A-A95A-541D01211518}" cxnId="{AD0E93C6-AE68-4E6B-B489-F6BDD5C5E4BB}" type="parTrans">
      <dgm:prSet/>
      <dgm:spPr/>
      <dgm:t>
        <a:bodyPr/>
        <a:lstStyle/>
        <a:p>
          <a:endParaRPr lang="zh-CN" altLang="en-US"/>
        </a:p>
      </dgm:t>
    </dgm:pt>
    <dgm:pt modelId="{C0A6F473-24A5-4C6B-A7FA-31095599EB29}" cxnId="{AD0E93C6-AE68-4E6B-B489-F6BDD5C5E4BB}" type="sibTrans">
      <dgm:prSet/>
      <dgm:spPr/>
      <dgm:t>
        <a:bodyPr/>
        <a:lstStyle/>
        <a:p>
          <a:endParaRPr lang="zh-CN" altLang="en-US"/>
        </a:p>
      </dgm:t>
    </dgm:pt>
    <dgm:pt modelId="{C32FF98F-EC11-4107-8DC9-1ED46C2670DC}">
      <dgm:prSet phldrT="[文本]"/>
      <dgm:spPr/>
      <dgm:t>
        <a:bodyPr/>
        <a:lstStyle/>
        <a:p>
          <a:r>
            <a:rPr lang="zh-CN" altLang="en-US" dirty="0"/>
            <a:t>沟通方式的选择与应用</a:t>
          </a:r>
        </a:p>
      </dgm:t>
    </dgm:pt>
    <dgm:pt modelId="{741A0942-6172-4759-B8A1-374521DA5B91}" cxnId="{14C77F32-708D-491E-94DE-7328E6EAE1F8}" type="parTrans">
      <dgm:prSet/>
      <dgm:spPr/>
      <dgm:t>
        <a:bodyPr/>
        <a:lstStyle/>
        <a:p>
          <a:endParaRPr lang="zh-CN" altLang="en-US"/>
        </a:p>
      </dgm:t>
    </dgm:pt>
    <dgm:pt modelId="{F1FBAD05-E813-4DF6-A1C2-1ADCC2D4941F}" cxnId="{14C77F32-708D-491E-94DE-7328E6EAE1F8}" type="sibTrans">
      <dgm:prSet/>
      <dgm:spPr/>
      <dgm:t>
        <a:bodyPr/>
        <a:lstStyle/>
        <a:p>
          <a:endParaRPr lang="zh-CN" altLang="en-US"/>
        </a:p>
      </dgm:t>
    </dgm:pt>
    <dgm:pt modelId="{2BDC021F-502F-42EB-BCBA-F3E6D429FAAA}">
      <dgm:prSet phldrT="[文本]"/>
      <dgm:spPr/>
      <dgm:t>
        <a:bodyPr/>
        <a:lstStyle/>
        <a:p>
          <a:r>
            <a:rPr lang="zh-CN" altLang="en-US" dirty="0"/>
            <a:t>有效沟通的技巧与实践</a:t>
          </a:r>
        </a:p>
      </dgm:t>
    </dgm:pt>
    <dgm:pt modelId="{61A7E43F-582E-4385-AE4E-1D5BA8981E63}" cxnId="{A1401BDA-FA35-4BA3-9FF8-C4F7382F7DCA}" type="parTrans">
      <dgm:prSet/>
      <dgm:spPr/>
      <dgm:t>
        <a:bodyPr/>
        <a:lstStyle/>
        <a:p>
          <a:endParaRPr lang="zh-CN" altLang="en-US"/>
        </a:p>
      </dgm:t>
    </dgm:pt>
    <dgm:pt modelId="{5C4AAA1D-38B1-46B3-A3C3-245E52C11B0C}" cxnId="{A1401BDA-FA35-4BA3-9FF8-C4F7382F7DCA}" type="sibTrans">
      <dgm:prSet/>
      <dgm:spPr/>
      <dgm:t>
        <a:bodyPr/>
        <a:lstStyle/>
        <a:p>
          <a:endParaRPr lang="zh-CN" altLang="en-US"/>
        </a:p>
      </dgm:t>
    </dgm:pt>
    <dgm:pt modelId="{7A543BDA-1A99-4FCF-8416-8255687F7CE8}">
      <dgm:prSet phldrT="[文本]"/>
      <dgm:spPr/>
      <dgm:t>
        <a:bodyPr/>
        <a:lstStyle/>
        <a:p>
          <a:r>
            <a:rPr lang="zh-CN" altLang="en-US" dirty="0"/>
            <a:t>问题升级与解决策略</a:t>
          </a:r>
        </a:p>
      </dgm:t>
    </dgm:pt>
    <dgm:pt modelId="{50C3CCD1-4FA2-4733-84B7-AD1C48008F75}" cxnId="{FC529A03-9AE7-4C6A-90C7-5B926F63E8AB}" type="parTrans">
      <dgm:prSet/>
      <dgm:spPr/>
      <dgm:t>
        <a:bodyPr/>
        <a:lstStyle/>
        <a:p>
          <a:endParaRPr lang="zh-CN" altLang="en-US"/>
        </a:p>
      </dgm:t>
    </dgm:pt>
    <dgm:pt modelId="{5D44B5D5-9104-4851-87D9-803466071843}" cxnId="{FC529A03-9AE7-4C6A-90C7-5B926F63E8AB}" type="sibTrans">
      <dgm:prSet/>
      <dgm:spPr/>
      <dgm:t>
        <a:bodyPr/>
        <a:lstStyle/>
        <a:p>
          <a:endParaRPr lang="zh-CN" altLang="en-US"/>
        </a:p>
      </dgm:t>
    </dgm:pt>
    <dgm:pt modelId="{278A5046-53C1-4BEC-B68B-3B2379371A63}">
      <dgm:prSet phldrT="[文本]"/>
      <dgm:spPr/>
      <dgm:t>
        <a:bodyPr/>
        <a:lstStyle/>
        <a:p>
          <a:r>
            <a:rPr lang="en-US" altLang="en-US" dirty="0"/>
            <a:t>7. </a:t>
          </a:r>
          <a:r>
            <a:rPr lang="zh-CN" altLang="en-US" dirty="0"/>
            <a:t>执行阶段</a:t>
          </a:r>
        </a:p>
      </dgm:t>
    </dgm:pt>
    <dgm:pt modelId="{8A736D2A-5463-4CCA-972A-A130A1EF98E8}" cxnId="{DF0B9030-795B-49C9-992C-1EC500C5CB31}" type="parTrans">
      <dgm:prSet/>
      <dgm:spPr/>
      <dgm:t>
        <a:bodyPr/>
        <a:lstStyle/>
        <a:p>
          <a:endParaRPr lang="zh-CN" altLang="en-US"/>
        </a:p>
      </dgm:t>
    </dgm:pt>
    <dgm:pt modelId="{6898090F-A51E-4988-802E-4DF768227FE1}" cxnId="{DF0B9030-795B-49C9-992C-1EC500C5CB31}" type="sibTrans">
      <dgm:prSet/>
      <dgm:spPr/>
      <dgm:t>
        <a:bodyPr/>
        <a:lstStyle/>
        <a:p>
          <a:endParaRPr lang="zh-CN" altLang="en-US"/>
        </a:p>
      </dgm:t>
    </dgm:pt>
    <dgm:pt modelId="{0B8F8BD8-9D1C-4F6F-A64E-2148107D70A6}">
      <dgm:prSet phldrT="[文本]"/>
      <dgm:spPr/>
      <dgm:t>
        <a:bodyPr/>
        <a:lstStyle/>
        <a:p>
          <a:r>
            <a:rPr lang="zh-CN" altLang="en-US" dirty="0"/>
            <a:t>本质洞察、条理、同理心</a:t>
          </a:r>
        </a:p>
      </dgm:t>
    </dgm:pt>
    <dgm:pt modelId="{4691F777-5CEE-47A4-A85C-63127498A2C2}" cxnId="{B292E30B-56F6-4A84-AC9B-5A138E725F18}" type="parTrans">
      <dgm:prSet/>
      <dgm:spPr/>
      <dgm:t>
        <a:bodyPr/>
        <a:lstStyle/>
        <a:p>
          <a:endParaRPr lang="zh-CN" altLang="en-US"/>
        </a:p>
      </dgm:t>
    </dgm:pt>
    <dgm:pt modelId="{4532F3DE-3BD4-4E32-B9B8-31561B521B85}" cxnId="{B292E30B-56F6-4A84-AC9B-5A138E725F18}" type="sibTrans">
      <dgm:prSet/>
      <dgm:spPr/>
      <dgm:t>
        <a:bodyPr/>
        <a:lstStyle/>
        <a:p>
          <a:endParaRPr lang="zh-CN" altLang="en-US"/>
        </a:p>
      </dgm:t>
    </dgm:pt>
    <dgm:pt modelId="{BD023DAA-69C6-4196-BAD0-9035656FF821}" type="pres">
      <dgm:prSet presAssocID="{726BA73B-0847-4769-945C-DF9C876B2F3A}" presName="linear" presStyleCnt="0">
        <dgm:presLayoutVars>
          <dgm:dir/>
          <dgm:animLvl val="lvl"/>
          <dgm:resizeHandles val="exact"/>
        </dgm:presLayoutVars>
      </dgm:prSet>
      <dgm:spPr/>
    </dgm:pt>
    <dgm:pt modelId="{45856193-C4B8-498D-B6BA-AC01DCBEE91E}" type="pres">
      <dgm:prSet presAssocID="{C0DEDDF9-DEA5-4D95-8CAD-3C9279CF9CE4}" presName="parentLin" presStyleCnt="0"/>
      <dgm:spPr/>
    </dgm:pt>
    <dgm:pt modelId="{4A3A7654-FA58-4D7B-B008-0995BB0FEDCD}" type="pres">
      <dgm:prSet presAssocID="{C0DEDDF9-DEA5-4D95-8CAD-3C9279CF9CE4}" presName="parentLeftMargin" presStyleLbl="node1" presStyleIdx="0" presStyleCnt="4"/>
      <dgm:spPr/>
    </dgm:pt>
    <dgm:pt modelId="{3755F6E4-575A-4E6A-B574-B611E150BA63}" type="pres">
      <dgm:prSet presAssocID="{C0DEDDF9-DEA5-4D95-8CAD-3C9279CF9CE4}" presName="parentText" presStyleLbl="node1" presStyleIdx="0" presStyleCnt="4">
        <dgm:presLayoutVars>
          <dgm:chMax val="0"/>
          <dgm:bulletEnabled val="1"/>
        </dgm:presLayoutVars>
      </dgm:prSet>
      <dgm:spPr/>
    </dgm:pt>
    <dgm:pt modelId="{DC48573C-2961-40EF-BC44-4229589C593B}" type="pres">
      <dgm:prSet presAssocID="{C0DEDDF9-DEA5-4D95-8CAD-3C9279CF9CE4}" presName="negativeSpace" presStyleCnt="0"/>
      <dgm:spPr/>
    </dgm:pt>
    <dgm:pt modelId="{53BC6CD0-A147-4782-BCB8-4CDB5986F7C0}" type="pres">
      <dgm:prSet presAssocID="{C0DEDDF9-DEA5-4D95-8CAD-3C9279CF9CE4}" presName="childText" presStyleLbl="conFgAcc1" presStyleIdx="0" presStyleCnt="4">
        <dgm:presLayoutVars>
          <dgm:bulletEnabled val="1"/>
        </dgm:presLayoutVars>
      </dgm:prSet>
      <dgm:spPr/>
    </dgm:pt>
    <dgm:pt modelId="{7AE9F5E0-6BC2-47A2-B3A1-0A2A1E7012A1}" type="pres">
      <dgm:prSet presAssocID="{452B9154-9027-4015-A4F6-07255F1DE768}" presName="spaceBetweenRectangles" presStyleCnt="0"/>
      <dgm:spPr/>
    </dgm:pt>
    <dgm:pt modelId="{B3FBD0FD-F1F2-4137-9865-7B34B968750F}" type="pres">
      <dgm:prSet presAssocID="{278A5046-53C1-4BEC-B68B-3B2379371A63}" presName="parentLin" presStyleCnt="0"/>
      <dgm:spPr/>
    </dgm:pt>
    <dgm:pt modelId="{25CCDCE4-3065-4EE9-8433-A451EBEF8D6B}" type="pres">
      <dgm:prSet presAssocID="{278A5046-53C1-4BEC-B68B-3B2379371A63}" presName="parentLeftMargin" presStyleLbl="node1" presStyleIdx="0" presStyleCnt="4"/>
      <dgm:spPr/>
    </dgm:pt>
    <dgm:pt modelId="{B71094F6-36DA-4977-A2F6-EB1DFDAF9F7C}" type="pres">
      <dgm:prSet presAssocID="{278A5046-53C1-4BEC-B68B-3B2379371A63}" presName="parentText" presStyleLbl="node1" presStyleIdx="1" presStyleCnt="4">
        <dgm:presLayoutVars>
          <dgm:chMax val="0"/>
          <dgm:bulletEnabled val="1"/>
        </dgm:presLayoutVars>
      </dgm:prSet>
      <dgm:spPr/>
    </dgm:pt>
    <dgm:pt modelId="{07319B21-7260-4751-8229-8B847DE4CCBC}" type="pres">
      <dgm:prSet presAssocID="{278A5046-53C1-4BEC-B68B-3B2379371A63}" presName="negativeSpace" presStyleCnt="0"/>
      <dgm:spPr/>
    </dgm:pt>
    <dgm:pt modelId="{E78AF163-8AF2-46B3-A3F9-E9314BAFDAF1}" type="pres">
      <dgm:prSet presAssocID="{278A5046-53C1-4BEC-B68B-3B2379371A63}" presName="childText" presStyleLbl="conFgAcc1" presStyleIdx="1" presStyleCnt="4">
        <dgm:presLayoutVars>
          <dgm:bulletEnabled val="1"/>
        </dgm:presLayoutVars>
      </dgm:prSet>
      <dgm:spPr/>
    </dgm:pt>
    <dgm:pt modelId="{03DD4C73-DC0C-4A79-B247-02F358385C64}" type="pres">
      <dgm:prSet presAssocID="{6898090F-A51E-4988-802E-4DF768227FE1}" presName="spaceBetweenRectangles" presStyleCnt="0"/>
      <dgm:spPr/>
    </dgm:pt>
    <dgm:pt modelId="{CF9D454C-4B95-4CD4-A99E-78C5B3E99CBF}" type="pres">
      <dgm:prSet presAssocID="{88BECAE6-AF0E-4B3B-9E1E-02A170023E27}" presName="parentLin" presStyleCnt="0"/>
      <dgm:spPr/>
    </dgm:pt>
    <dgm:pt modelId="{373D863E-74E3-4E72-A5B4-3A3FFD765468}" type="pres">
      <dgm:prSet presAssocID="{88BECAE6-AF0E-4B3B-9E1E-02A170023E27}" presName="parentLeftMargin" presStyleLbl="node1" presStyleIdx="1" presStyleCnt="4"/>
      <dgm:spPr/>
    </dgm:pt>
    <dgm:pt modelId="{C70ECBEF-7BAD-4483-B78A-3CBB14BA9639}" type="pres">
      <dgm:prSet presAssocID="{88BECAE6-AF0E-4B3B-9E1E-02A170023E27}" presName="parentText" presStyleLbl="node1" presStyleIdx="2" presStyleCnt="4">
        <dgm:presLayoutVars>
          <dgm:chMax val="0"/>
          <dgm:bulletEnabled val="1"/>
        </dgm:presLayoutVars>
      </dgm:prSet>
      <dgm:spPr/>
    </dgm:pt>
    <dgm:pt modelId="{0B54190D-C88D-43B7-9625-6B363985E102}" type="pres">
      <dgm:prSet presAssocID="{88BECAE6-AF0E-4B3B-9E1E-02A170023E27}" presName="negativeSpace" presStyleCnt="0"/>
      <dgm:spPr/>
    </dgm:pt>
    <dgm:pt modelId="{DDFC9944-CB7F-46F7-B4E3-CD07B809583A}" type="pres">
      <dgm:prSet presAssocID="{88BECAE6-AF0E-4B3B-9E1E-02A170023E27}" presName="childText" presStyleLbl="conFgAcc1" presStyleIdx="2" presStyleCnt="4">
        <dgm:presLayoutVars>
          <dgm:bulletEnabled val="1"/>
        </dgm:presLayoutVars>
      </dgm:prSet>
      <dgm:spPr/>
    </dgm:pt>
    <dgm:pt modelId="{E24EFFF3-74C4-4E0A-A23D-50B169B53E95}" type="pres">
      <dgm:prSet presAssocID="{1450E641-70D8-47C0-8EC9-0840A78C6BD8}" presName="spaceBetweenRectangles" presStyleCnt="0"/>
      <dgm:spPr/>
    </dgm:pt>
    <dgm:pt modelId="{B6D8E8C3-2374-4CA9-A020-7F92D442DBED}" type="pres">
      <dgm:prSet presAssocID="{2E2BEA47-1AB4-4B69-BA0C-25134259CCD7}" presName="parentLin" presStyleCnt="0"/>
      <dgm:spPr/>
    </dgm:pt>
    <dgm:pt modelId="{02478105-2D73-40A6-98C4-8F5C745F6FAE}" type="pres">
      <dgm:prSet presAssocID="{2E2BEA47-1AB4-4B69-BA0C-25134259CCD7}" presName="parentLeftMargin" presStyleLbl="node1" presStyleIdx="2" presStyleCnt="4"/>
      <dgm:spPr/>
    </dgm:pt>
    <dgm:pt modelId="{D968A13F-AA25-4F01-8929-8A020553BA7B}" type="pres">
      <dgm:prSet presAssocID="{2E2BEA47-1AB4-4B69-BA0C-25134259CCD7}" presName="parentText" presStyleLbl="node1" presStyleIdx="3" presStyleCnt="4">
        <dgm:presLayoutVars>
          <dgm:chMax val="0"/>
          <dgm:bulletEnabled val="1"/>
        </dgm:presLayoutVars>
      </dgm:prSet>
      <dgm:spPr/>
    </dgm:pt>
    <dgm:pt modelId="{A654F24B-183D-4917-9FA1-976E7B7ED0E3}" type="pres">
      <dgm:prSet presAssocID="{2E2BEA47-1AB4-4B69-BA0C-25134259CCD7}" presName="negativeSpace" presStyleCnt="0"/>
      <dgm:spPr/>
    </dgm:pt>
    <dgm:pt modelId="{C7C8591E-369E-4109-89BD-45E41862ED9A}" type="pres">
      <dgm:prSet presAssocID="{2E2BEA47-1AB4-4B69-BA0C-25134259CCD7}" presName="childText" presStyleLbl="conFgAcc1" presStyleIdx="3" presStyleCnt="4">
        <dgm:presLayoutVars>
          <dgm:bulletEnabled val="1"/>
        </dgm:presLayoutVars>
      </dgm:prSet>
      <dgm:spPr/>
    </dgm:pt>
  </dgm:ptLst>
  <dgm:cxnLst>
    <dgm:cxn modelId="{0183AD00-0628-4FFC-A32A-F68E6EB3B54F}" type="presOf" srcId="{906CB91F-15D7-49FE-A15B-9822E0F8866D}" destId="{E78AF163-8AF2-46B3-A3F9-E9314BAFDAF1}" srcOrd="0" destOrd="1" presId="urn:microsoft.com/office/officeart/2005/8/layout/list1"/>
    <dgm:cxn modelId="{FC529A03-9AE7-4C6A-90C7-5B926F63E8AB}" srcId="{C0DEDDF9-DEA5-4D95-8CAD-3C9279CF9CE4}" destId="{7A543BDA-1A99-4FCF-8416-8255687F7CE8}" srcOrd="4" destOrd="0" parTransId="{50C3CCD1-4FA2-4733-84B7-AD1C48008F75}" sibTransId="{5D44B5D5-9104-4851-87D9-803466071843}"/>
    <dgm:cxn modelId="{B292E30B-56F6-4A84-AC9B-5A138E725F18}" srcId="{C0DEDDF9-DEA5-4D95-8CAD-3C9279CF9CE4}" destId="{0B8F8BD8-9D1C-4F6F-A64E-2148107D70A6}" srcOrd="3" destOrd="0" parTransId="{4691F777-5CEE-47A4-A85C-63127498A2C2}" sibTransId="{4532F3DE-3BD4-4E32-B9B8-31561B521B85}"/>
    <dgm:cxn modelId="{DF1E3811-B603-4887-A3D6-C39AEE4A5572}" type="presOf" srcId="{7A543BDA-1A99-4FCF-8416-8255687F7CE8}" destId="{53BC6CD0-A147-4782-BCB8-4CDB5986F7C0}" srcOrd="0" destOrd="4" presId="urn:microsoft.com/office/officeart/2005/8/layout/list1"/>
    <dgm:cxn modelId="{D142DA16-6EC9-4DFF-9DCA-37DCC28439EA}" type="presOf" srcId="{88BECAE6-AF0E-4B3B-9E1E-02A170023E27}" destId="{C70ECBEF-7BAD-4483-B78A-3CBB14BA9639}" srcOrd="1" destOrd="0" presId="urn:microsoft.com/office/officeart/2005/8/layout/list1"/>
    <dgm:cxn modelId="{7D842D17-26D7-4F53-9319-6E0CDA056BF7}" type="presOf" srcId="{7B1A6EE9-8C51-4B2C-943A-582CB244552E}" destId="{C7C8591E-369E-4109-89BD-45E41862ED9A}" srcOrd="0" destOrd="0" presId="urn:microsoft.com/office/officeart/2005/8/layout/list1"/>
    <dgm:cxn modelId="{00A18D27-EC71-4D16-97F8-0B15BA90D21E}" type="presOf" srcId="{C32FF98F-EC11-4107-8DC9-1ED46C2670DC}" destId="{53BC6CD0-A147-4782-BCB8-4CDB5986F7C0}" srcOrd="0" destOrd="1" presId="urn:microsoft.com/office/officeart/2005/8/layout/list1"/>
    <dgm:cxn modelId="{55DD852A-B958-4D21-8675-4468165FD06E}" type="presOf" srcId="{EE6E3D9F-823C-4F8D-A97F-B0E33992995A}" destId="{E78AF163-8AF2-46B3-A3F9-E9314BAFDAF1}" srcOrd="0" destOrd="0" presId="urn:microsoft.com/office/officeart/2005/8/layout/list1"/>
    <dgm:cxn modelId="{DF0B9030-795B-49C9-992C-1EC500C5CB31}" srcId="{726BA73B-0847-4769-945C-DF9C876B2F3A}" destId="{278A5046-53C1-4BEC-B68B-3B2379371A63}" srcOrd="1" destOrd="0" parTransId="{8A736D2A-5463-4CCA-972A-A130A1EF98E8}" sibTransId="{6898090F-A51E-4988-802E-4DF768227FE1}"/>
    <dgm:cxn modelId="{14C77F32-708D-491E-94DE-7328E6EAE1F8}" srcId="{C0DEDDF9-DEA5-4D95-8CAD-3C9279CF9CE4}" destId="{C32FF98F-EC11-4107-8DC9-1ED46C2670DC}" srcOrd="1" destOrd="0" parTransId="{741A0942-6172-4759-B8A1-374521DA5B91}" sibTransId="{F1FBAD05-E813-4DF6-A1C2-1ADCC2D4941F}"/>
    <dgm:cxn modelId="{0731253E-3F90-4FA8-8DA1-B3CDA598E546}" type="presOf" srcId="{EC9CE291-FCC0-44EE-A39A-E99F69DCAA5E}" destId="{E78AF163-8AF2-46B3-A3F9-E9314BAFDAF1}" srcOrd="0" destOrd="4" presId="urn:microsoft.com/office/officeart/2005/8/layout/list1"/>
    <dgm:cxn modelId="{7BC8FA40-01A6-40D3-99EB-7A76408C118E}" srcId="{88BECAE6-AF0E-4B3B-9E1E-02A170023E27}" destId="{676D31DC-A33E-4BF2-9257-548140CFDFAE}" srcOrd="0" destOrd="0" parTransId="{3D53A830-5119-4749-83FA-D7F38A47BBC6}" sibTransId="{64B8B6A6-ACC9-4672-A4F6-3C53A39C2D63}"/>
    <dgm:cxn modelId="{C2C9735D-D0E1-4FB1-A635-A3FB4DAC8CCE}" type="presOf" srcId="{C0DEDDF9-DEA5-4D95-8CAD-3C9279CF9CE4}" destId="{3755F6E4-575A-4E6A-B574-B611E150BA63}" srcOrd="1" destOrd="0" presId="urn:microsoft.com/office/officeart/2005/8/layout/list1"/>
    <dgm:cxn modelId="{CA12FA64-66D8-4AA6-8641-A492E334C3A8}" srcId="{726BA73B-0847-4769-945C-DF9C876B2F3A}" destId="{C0DEDDF9-DEA5-4D95-8CAD-3C9279CF9CE4}" srcOrd="0" destOrd="0" parTransId="{975DA8A4-1C54-48B4-B89D-70731BC9C764}" sibTransId="{452B9154-9027-4015-A4F6-07255F1DE768}"/>
    <dgm:cxn modelId="{EC2D1645-8B94-4D5B-8F93-643957F83ACD}" srcId="{726BA73B-0847-4769-945C-DF9C876B2F3A}" destId="{2E2BEA47-1AB4-4B69-BA0C-25134259CCD7}" srcOrd="3" destOrd="0" parTransId="{4527DD60-69F0-47C6-A92F-20B902E1EFEE}" sibTransId="{05F16A85-E861-4159-A817-2547F1C7F8FF}"/>
    <dgm:cxn modelId="{AF9AFD4A-924E-47A4-8AC0-1A3B61319619}" srcId="{2E2BEA47-1AB4-4B69-BA0C-25134259CCD7}" destId="{7B1A6EE9-8C51-4B2C-943A-582CB244552E}" srcOrd="0" destOrd="0" parTransId="{2A9BB10A-CF8A-4001-BCB5-AD3AEECA5A7C}" sibTransId="{B870BDFA-BDFB-4BF1-B533-8379E0565D88}"/>
    <dgm:cxn modelId="{9AFE9D4B-7F82-4D6E-9B49-4938DA9707B9}" type="presOf" srcId="{B0600E28-F557-4D65-8FCF-E5111B4BE943}" destId="{53BC6CD0-A147-4782-BCB8-4CDB5986F7C0}" srcOrd="0" destOrd="0" presId="urn:microsoft.com/office/officeart/2005/8/layout/list1"/>
    <dgm:cxn modelId="{9171594E-1986-4945-A2C8-7E3D10A97FDC}" type="presOf" srcId="{755A7A8D-4A93-4A26-AE04-82BEBC79CA78}" destId="{E78AF163-8AF2-46B3-A3F9-E9314BAFDAF1}" srcOrd="0" destOrd="3" presId="urn:microsoft.com/office/officeart/2005/8/layout/list1"/>
    <dgm:cxn modelId="{F7B5B653-5C33-444F-B205-91587B348BF5}" srcId="{278A5046-53C1-4BEC-B68B-3B2379371A63}" destId="{755A7A8D-4A93-4A26-AE04-82BEBC79CA78}" srcOrd="3" destOrd="0" parTransId="{EFF8CC89-A182-41F3-BA6D-1A03B32B8AE5}" sibTransId="{076C6694-DF06-4F05-9437-897998C5C10C}"/>
    <dgm:cxn modelId="{FECE7775-CFA0-4001-8BC6-D15C069D8DB6}" type="presOf" srcId="{2E2BEA47-1AB4-4B69-BA0C-25134259CCD7}" destId="{02478105-2D73-40A6-98C4-8F5C745F6FAE}" srcOrd="0" destOrd="0" presId="urn:microsoft.com/office/officeart/2005/8/layout/list1"/>
    <dgm:cxn modelId="{78C15677-7EE8-48F9-817D-3F5F0979E51A}" srcId="{88BECAE6-AF0E-4B3B-9E1E-02A170023E27}" destId="{F868D7C4-BD88-4166-88C1-CD3778858022}" srcOrd="1" destOrd="0" parTransId="{7F72AC17-1F9F-46ED-9BFC-08EB8A008176}" sibTransId="{B9B44FAE-C69D-4332-BB90-5E24FA173BB4}"/>
    <dgm:cxn modelId="{9E31957D-25A6-44CA-8C07-622BE459C255}" type="presOf" srcId="{F868D7C4-BD88-4166-88C1-CD3778858022}" destId="{DDFC9944-CB7F-46F7-B4E3-CD07B809583A}" srcOrd="0" destOrd="1" presId="urn:microsoft.com/office/officeart/2005/8/layout/list1"/>
    <dgm:cxn modelId="{95193A97-9096-4D0D-9E44-78C33780695F}" srcId="{278A5046-53C1-4BEC-B68B-3B2379371A63}" destId="{906CB91F-15D7-49FE-A15B-9822E0F8866D}" srcOrd="1" destOrd="0" parTransId="{9A53A08D-C21E-448E-9887-188069080DB9}" sibTransId="{8E1FD921-59EC-4CDC-9710-0F5A49876AC4}"/>
    <dgm:cxn modelId="{2C41A498-35A6-4E9A-A06E-38EAD15F0E85}" type="presOf" srcId="{2BDC021F-502F-42EB-BCBA-F3E6D429FAAA}" destId="{53BC6CD0-A147-4782-BCB8-4CDB5986F7C0}" srcOrd="0" destOrd="2" presId="urn:microsoft.com/office/officeart/2005/8/layout/list1"/>
    <dgm:cxn modelId="{057693A1-3123-4BA9-BA11-33242DDF371B}" srcId="{278A5046-53C1-4BEC-B68B-3B2379371A63}" destId="{EC9CE291-FCC0-44EE-A39A-E99F69DCAA5E}" srcOrd="4" destOrd="0" parTransId="{42BE7F5D-1F9C-463B-B92D-43F32F6B459D}" sibTransId="{62E5C2C6-07D9-4F45-AAF8-D8A8FAF9D519}"/>
    <dgm:cxn modelId="{AF358EA9-1C98-4178-B832-CAAA6DB1B08B}" type="presOf" srcId="{676D31DC-A33E-4BF2-9257-548140CFDFAE}" destId="{DDFC9944-CB7F-46F7-B4E3-CD07B809583A}" srcOrd="0" destOrd="0" presId="urn:microsoft.com/office/officeart/2005/8/layout/list1"/>
    <dgm:cxn modelId="{3EAD50AF-BD98-4383-93ED-57300D04317A}" type="presOf" srcId="{88BECAE6-AF0E-4B3B-9E1E-02A170023E27}" destId="{373D863E-74E3-4E72-A5B4-3A3FFD765468}" srcOrd="0" destOrd="0" presId="urn:microsoft.com/office/officeart/2005/8/layout/list1"/>
    <dgm:cxn modelId="{A662B3B0-AFFC-48A8-8F49-5C75A3E0458A}" srcId="{278A5046-53C1-4BEC-B68B-3B2379371A63}" destId="{EE6E3D9F-823C-4F8D-A97F-B0E33992995A}" srcOrd="0" destOrd="0" parTransId="{33D8FAA8-33E1-41FF-9ADC-61779E745F04}" sibTransId="{4F19C008-6F79-46C6-84B3-2F67F9317D29}"/>
    <dgm:cxn modelId="{394605B9-17F7-4B6C-B538-8FB8BB0D330C}" type="presOf" srcId="{726BA73B-0847-4769-945C-DF9C876B2F3A}" destId="{BD023DAA-69C6-4196-BAD0-9035656FF821}" srcOrd="0" destOrd="0" presId="urn:microsoft.com/office/officeart/2005/8/layout/list1"/>
    <dgm:cxn modelId="{BB0CEFB9-087A-4C61-B2D6-2C67E2AD2FFA}" srcId="{278A5046-53C1-4BEC-B68B-3B2379371A63}" destId="{72316E92-E955-405A-8235-7B224E2E6312}" srcOrd="5" destOrd="0" parTransId="{8CC371BE-12C3-441B-B15A-7ED69AAF9880}" sibTransId="{D04FF7C2-6A0A-4F64-BA20-991C13E39ECB}"/>
    <dgm:cxn modelId="{9ACEDFBB-3F52-472F-8012-7BA29E116853}" srcId="{726BA73B-0847-4769-945C-DF9C876B2F3A}" destId="{88BECAE6-AF0E-4B3B-9E1E-02A170023E27}" srcOrd="2" destOrd="0" parTransId="{51BF8B5E-92E9-4A80-A540-BB4E14428891}" sibTransId="{1450E641-70D8-47C0-8EC9-0840A78C6BD8}"/>
    <dgm:cxn modelId="{4E5FB9BD-06D2-4A5D-ADB5-2182EB29DD34}" type="presOf" srcId="{0B8F8BD8-9D1C-4F6F-A64E-2148107D70A6}" destId="{53BC6CD0-A147-4782-BCB8-4CDB5986F7C0}" srcOrd="0" destOrd="3" presId="urn:microsoft.com/office/officeart/2005/8/layout/list1"/>
    <dgm:cxn modelId="{AD0E93C6-AE68-4E6B-B489-F6BDD5C5E4BB}" srcId="{C0DEDDF9-DEA5-4D95-8CAD-3C9279CF9CE4}" destId="{B0600E28-F557-4D65-8FCF-E5111B4BE943}" srcOrd="0" destOrd="0" parTransId="{8C000C81-259D-441A-A95A-541D01211518}" sibTransId="{C0A6F473-24A5-4C6B-A7FA-31095599EB29}"/>
    <dgm:cxn modelId="{E512CECD-7278-4E49-B251-B00006EDFFBD}" type="presOf" srcId="{72316E92-E955-405A-8235-7B224E2E6312}" destId="{E78AF163-8AF2-46B3-A3F9-E9314BAFDAF1}" srcOrd="0" destOrd="5" presId="urn:microsoft.com/office/officeart/2005/8/layout/list1"/>
    <dgm:cxn modelId="{84CA73CE-5797-48BD-84A3-F16E20AAAE10}" type="presOf" srcId="{FECE8923-5AB7-4375-84FB-EC31930F73ED}" destId="{E78AF163-8AF2-46B3-A3F9-E9314BAFDAF1}" srcOrd="0" destOrd="2" presId="urn:microsoft.com/office/officeart/2005/8/layout/list1"/>
    <dgm:cxn modelId="{A1401BDA-FA35-4BA3-9FF8-C4F7382F7DCA}" srcId="{C0DEDDF9-DEA5-4D95-8CAD-3C9279CF9CE4}" destId="{2BDC021F-502F-42EB-BCBA-F3E6D429FAAA}" srcOrd="2" destOrd="0" parTransId="{61A7E43F-582E-4385-AE4E-1D5BA8981E63}" sibTransId="{5C4AAA1D-38B1-46B3-A3C3-245E52C11B0C}"/>
    <dgm:cxn modelId="{61BDC8E6-491E-4127-B7BB-ACD16051D2BE}" type="presOf" srcId="{C0DEDDF9-DEA5-4D95-8CAD-3C9279CF9CE4}" destId="{4A3A7654-FA58-4D7B-B008-0995BB0FEDCD}" srcOrd="0" destOrd="0" presId="urn:microsoft.com/office/officeart/2005/8/layout/list1"/>
    <dgm:cxn modelId="{0031C5E9-57CF-4272-B8CD-FFAB272710C4}" type="presOf" srcId="{278A5046-53C1-4BEC-B68B-3B2379371A63}" destId="{25CCDCE4-3065-4EE9-8433-A451EBEF8D6B}" srcOrd="0" destOrd="0" presId="urn:microsoft.com/office/officeart/2005/8/layout/list1"/>
    <dgm:cxn modelId="{FDDA72EE-E854-4183-BD25-367946DA7F56}" srcId="{278A5046-53C1-4BEC-B68B-3B2379371A63}" destId="{FECE8923-5AB7-4375-84FB-EC31930F73ED}" srcOrd="2" destOrd="0" parTransId="{4FB62F86-BCF9-4B40-A851-ECC4ED7C2918}" sibTransId="{5A2B029E-0F7E-4360-9BEB-55BD8C590FD3}"/>
    <dgm:cxn modelId="{D862F6FB-E05B-4C22-87F1-628FBDAF9D28}" type="presOf" srcId="{2E2BEA47-1AB4-4B69-BA0C-25134259CCD7}" destId="{D968A13F-AA25-4F01-8929-8A020553BA7B}" srcOrd="1" destOrd="0" presId="urn:microsoft.com/office/officeart/2005/8/layout/list1"/>
    <dgm:cxn modelId="{55FF96FD-37EB-40A6-8E91-5A2335F48C0B}" type="presOf" srcId="{278A5046-53C1-4BEC-B68B-3B2379371A63}" destId="{B71094F6-36DA-4977-A2F6-EB1DFDAF9F7C}" srcOrd="1" destOrd="0" presId="urn:microsoft.com/office/officeart/2005/8/layout/list1"/>
    <dgm:cxn modelId="{7A2FEF09-31CF-4FE6-9023-0666A609DBE5}" type="presParOf" srcId="{BD023DAA-69C6-4196-BAD0-9035656FF821}" destId="{45856193-C4B8-498D-B6BA-AC01DCBEE91E}" srcOrd="0" destOrd="0" presId="urn:microsoft.com/office/officeart/2005/8/layout/list1"/>
    <dgm:cxn modelId="{51161F13-0C03-4241-BC37-E58D184BADF5}" type="presParOf" srcId="{45856193-C4B8-498D-B6BA-AC01DCBEE91E}" destId="{4A3A7654-FA58-4D7B-B008-0995BB0FEDCD}" srcOrd="0" destOrd="0" presId="urn:microsoft.com/office/officeart/2005/8/layout/list1"/>
    <dgm:cxn modelId="{60F95DBC-0406-4740-96A3-87396A6A4F47}" type="presParOf" srcId="{45856193-C4B8-498D-B6BA-AC01DCBEE91E}" destId="{3755F6E4-575A-4E6A-B574-B611E150BA63}" srcOrd="1" destOrd="0" presId="urn:microsoft.com/office/officeart/2005/8/layout/list1"/>
    <dgm:cxn modelId="{776C64AA-9E8D-4E86-B14C-47D86605F27D}" type="presParOf" srcId="{BD023DAA-69C6-4196-BAD0-9035656FF821}" destId="{DC48573C-2961-40EF-BC44-4229589C593B}" srcOrd="1" destOrd="0" presId="urn:microsoft.com/office/officeart/2005/8/layout/list1"/>
    <dgm:cxn modelId="{9E238993-E402-4C7A-B75F-DE48F0315CF0}" type="presParOf" srcId="{BD023DAA-69C6-4196-BAD0-9035656FF821}" destId="{53BC6CD0-A147-4782-BCB8-4CDB5986F7C0}" srcOrd="2" destOrd="0" presId="urn:microsoft.com/office/officeart/2005/8/layout/list1"/>
    <dgm:cxn modelId="{A7096ECA-24F2-4C0E-9C69-1DB68F8D0BB5}" type="presParOf" srcId="{BD023DAA-69C6-4196-BAD0-9035656FF821}" destId="{7AE9F5E0-6BC2-47A2-B3A1-0A2A1E7012A1}" srcOrd="3" destOrd="0" presId="urn:microsoft.com/office/officeart/2005/8/layout/list1"/>
    <dgm:cxn modelId="{E646BCF9-B0D5-479C-AD52-AE177AE8B590}" type="presParOf" srcId="{BD023DAA-69C6-4196-BAD0-9035656FF821}" destId="{B3FBD0FD-F1F2-4137-9865-7B34B968750F}" srcOrd="4" destOrd="0" presId="urn:microsoft.com/office/officeart/2005/8/layout/list1"/>
    <dgm:cxn modelId="{8BFE7237-D208-4A56-9938-775AEF6D71BE}" type="presParOf" srcId="{B3FBD0FD-F1F2-4137-9865-7B34B968750F}" destId="{25CCDCE4-3065-4EE9-8433-A451EBEF8D6B}" srcOrd="0" destOrd="0" presId="urn:microsoft.com/office/officeart/2005/8/layout/list1"/>
    <dgm:cxn modelId="{C77EC337-51D0-4846-8C22-FD3B935A800E}" type="presParOf" srcId="{B3FBD0FD-F1F2-4137-9865-7B34B968750F}" destId="{B71094F6-36DA-4977-A2F6-EB1DFDAF9F7C}" srcOrd="1" destOrd="0" presId="urn:microsoft.com/office/officeart/2005/8/layout/list1"/>
    <dgm:cxn modelId="{6D5DD767-C178-4379-8640-9B7E9E18EE28}" type="presParOf" srcId="{BD023DAA-69C6-4196-BAD0-9035656FF821}" destId="{07319B21-7260-4751-8229-8B847DE4CCBC}" srcOrd="5" destOrd="0" presId="urn:microsoft.com/office/officeart/2005/8/layout/list1"/>
    <dgm:cxn modelId="{D987FCC7-2DBD-4C1C-BEC7-0198A9AD4CB5}" type="presParOf" srcId="{BD023DAA-69C6-4196-BAD0-9035656FF821}" destId="{E78AF163-8AF2-46B3-A3F9-E9314BAFDAF1}" srcOrd="6" destOrd="0" presId="urn:microsoft.com/office/officeart/2005/8/layout/list1"/>
    <dgm:cxn modelId="{35EE9F8E-BFA9-4589-8026-87C5A6ED3050}" type="presParOf" srcId="{BD023DAA-69C6-4196-BAD0-9035656FF821}" destId="{03DD4C73-DC0C-4A79-B247-02F358385C64}" srcOrd="7" destOrd="0" presId="urn:microsoft.com/office/officeart/2005/8/layout/list1"/>
    <dgm:cxn modelId="{1C047864-2AAC-434E-8C1C-4BA3662C2F2B}" type="presParOf" srcId="{BD023DAA-69C6-4196-BAD0-9035656FF821}" destId="{CF9D454C-4B95-4CD4-A99E-78C5B3E99CBF}" srcOrd="8" destOrd="0" presId="urn:microsoft.com/office/officeart/2005/8/layout/list1"/>
    <dgm:cxn modelId="{4E1ACAD9-C746-436A-97DB-AD26F943B040}" type="presParOf" srcId="{CF9D454C-4B95-4CD4-A99E-78C5B3E99CBF}" destId="{373D863E-74E3-4E72-A5B4-3A3FFD765468}" srcOrd="0" destOrd="0" presId="urn:microsoft.com/office/officeart/2005/8/layout/list1"/>
    <dgm:cxn modelId="{009E961E-AF70-4C1E-9B07-88A40523C8AD}" type="presParOf" srcId="{CF9D454C-4B95-4CD4-A99E-78C5B3E99CBF}" destId="{C70ECBEF-7BAD-4483-B78A-3CBB14BA9639}" srcOrd="1" destOrd="0" presId="urn:microsoft.com/office/officeart/2005/8/layout/list1"/>
    <dgm:cxn modelId="{40093F52-E04B-4973-B01D-F4A8187D5542}" type="presParOf" srcId="{BD023DAA-69C6-4196-BAD0-9035656FF821}" destId="{0B54190D-C88D-43B7-9625-6B363985E102}" srcOrd="9" destOrd="0" presId="urn:microsoft.com/office/officeart/2005/8/layout/list1"/>
    <dgm:cxn modelId="{1832128A-A370-4264-A751-E6604E91E7AA}" type="presParOf" srcId="{BD023DAA-69C6-4196-BAD0-9035656FF821}" destId="{DDFC9944-CB7F-46F7-B4E3-CD07B809583A}" srcOrd="10" destOrd="0" presId="urn:microsoft.com/office/officeart/2005/8/layout/list1"/>
    <dgm:cxn modelId="{81DAFDF3-4CF8-40DF-9704-9A6050755A16}" type="presParOf" srcId="{BD023DAA-69C6-4196-BAD0-9035656FF821}" destId="{E24EFFF3-74C4-4E0A-A23D-50B169B53E95}" srcOrd="11" destOrd="0" presId="urn:microsoft.com/office/officeart/2005/8/layout/list1"/>
    <dgm:cxn modelId="{3F245297-3AE2-486E-A7D5-F1D6F607CDA5}" type="presParOf" srcId="{BD023DAA-69C6-4196-BAD0-9035656FF821}" destId="{B6D8E8C3-2374-4CA9-A020-7F92D442DBED}" srcOrd="12" destOrd="0" presId="urn:microsoft.com/office/officeart/2005/8/layout/list1"/>
    <dgm:cxn modelId="{FBFCA478-8362-40E8-BF73-0E6C34FD62D5}" type="presParOf" srcId="{B6D8E8C3-2374-4CA9-A020-7F92D442DBED}" destId="{02478105-2D73-40A6-98C4-8F5C745F6FAE}" srcOrd="0" destOrd="0" presId="urn:microsoft.com/office/officeart/2005/8/layout/list1"/>
    <dgm:cxn modelId="{0BD273BD-B19E-4EB1-9848-7FB2D09FC4C8}" type="presParOf" srcId="{B6D8E8C3-2374-4CA9-A020-7F92D442DBED}" destId="{D968A13F-AA25-4F01-8929-8A020553BA7B}" srcOrd="1" destOrd="0" presId="urn:microsoft.com/office/officeart/2005/8/layout/list1"/>
    <dgm:cxn modelId="{90C6754E-FFF8-43E3-895B-C7EE56CE79E9}" type="presParOf" srcId="{BD023DAA-69C6-4196-BAD0-9035656FF821}" destId="{A654F24B-183D-4917-9FA1-976E7B7ED0E3}" srcOrd="13" destOrd="0" presId="urn:microsoft.com/office/officeart/2005/8/layout/list1"/>
    <dgm:cxn modelId="{4898008B-A38E-4577-BE91-90C19740F9CE}" type="presParOf" srcId="{BD023DAA-69C6-4196-BAD0-9035656FF821}" destId="{C7C8591E-369E-4109-89BD-45E41862ED9A}" srcOrd="14" destOrd="0" presId="urn:microsoft.com/office/officeart/2005/8/layout/list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615DB35-EEEE-4AB5-B56F-08FC4B41153E}"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zh-CN" altLang="en-US"/>
        </a:p>
      </dgm:t>
    </dgm:pt>
    <dgm:pt modelId="{8CD2A057-4722-4F06-A13E-9D676106898D}">
      <dgm:prSet phldrT="[文本]"/>
      <dgm:spPr/>
      <dgm:t>
        <a:bodyPr/>
        <a:lstStyle/>
        <a:p>
          <a:r>
            <a:rPr lang="en-US" altLang="en-US" dirty="0"/>
            <a:t>1. </a:t>
          </a:r>
          <a:r>
            <a:rPr lang="zh-CN" altLang="en-US" dirty="0"/>
            <a:t>引言</a:t>
          </a:r>
        </a:p>
      </dgm:t>
    </dgm:pt>
    <dgm:pt modelId="{3430EABE-77C1-45F5-A273-D84557BFF0FA}" cxnId="{9380673F-CA78-4E2C-A680-CCE48F323484}" type="parTrans">
      <dgm:prSet/>
      <dgm:spPr/>
      <dgm:t>
        <a:bodyPr/>
        <a:lstStyle/>
        <a:p>
          <a:endParaRPr lang="zh-CN" altLang="en-US"/>
        </a:p>
      </dgm:t>
    </dgm:pt>
    <dgm:pt modelId="{84BC8DC8-1CA1-403A-B58C-A304131E35E7}" cxnId="{9380673F-CA78-4E2C-A680-CCE48F323484}" type="sibTrans">
      <dgm:prSet/>
      <dgm:spPr/>
      <dgm:t>
        <a:bodyPr/>
        <a:lstStyle/>
        <a:p>
          <a:endParaRPr lang="zh-CN" altLang="en-US"/>
        </a:p>
      </dgm:t>
    </dgm:pt>
    <dgm:pt modelId="{155DAACA-3553-4AB4-941D-1613E6C6AC97}">
      <dgm:prSet/>
      <dgm:spPr/>
      <dgm:t>
        <a:bodyPr/>
        <a:lstStyle/>
        <a:p>
          <a:r>
            <a:rPr lang="zh-CN" altLang="en-US" dirty="0"/>
            <a:t>项目管理的重要性</a:t>
          </a:r>
        </a:p>
      </dgm:t>
    </dgm:pt>
    <dgm:pt modelId="{2D3C364C-0194-4109-9E66-5628BEB6E774}" cxnId="{A0FED7D6-D4F6-47A3-BF64-DDEC8287FCE7}" type="parTrans">
      <dgm:prSet/>
      <dgm:spPr/>
      <dgm:t>
        <a:bodyPr/>
        <a:lstStyle/>
        <a:p>
          <a:endParaRPr lang="zh-CN" altLang="en-US"/>
        </a:p>
      </dgm:t>
    </dgm:pt>
    <dgm:pt modelId="{B864D8B1-D2AD-4BD8-9BA8-D3FF000EC55B}" cxnId="{A0FED7D6-D4F6-47A3-BF64-DDEC8287FCE7}" type="sibTrans">
      <dgm:prSet/>
      <dgm:spPr/>
      <dgm:t>
        <a:bodyPr/>
        <a:lstStyle/>
        <a:p>
          <a:endParaRPr lang="zh-CN" altLang="en-US"/>
        </a:p>
      </dgm:t>
    </dgm:pt>
    <dgm:pt modelId="{CFEB4A4B-0749-4675-AC39-B6BEBA1FB6A1}">
      <dgm:prSet/>
      <dgm:spPr/>
      <dgm:t>
        <a:bodyPr/>
        <a:lstStyle/>
        <a:p>
          <a:r>
            <a:rPr lang="zh-CN" altLang="en-US" dirty="0"/>
            <a:t>课程目标</a:t>
          </a:r>
        </a:p>
      </dgm:t>
    </dgm:pt>
    <dgm:pt modelId="{4B91D0A0-73BB-416F-AA07-4EBEAF2CBDFE}" cxnId="{06483E18-C655-4FD1-A49B-C06DDF8D19BE}" type="parTrans">
      <dgm:prSet/>
      <dgm:spPr/>
      <dgm:t>
        <a:bodyPr/>
        <a:lstStyle/>
        <a:p>
          <a:endParaRPr lang="zh-CN" altLang="en-US"/>
        </a:p>
      </dgm:t>
    </dgm:pt>
    <dgm:pt modelId="{295A1BC5-C232-4D48-B2C3-589735394B4B}" cxnId="{06483E18-C655-4FD1-A49B-C06DDF8D19BE}" type="sibTrans">
      <dgm:prSet/>
      <dgm:spPr/>
      <dgm:t>
        <a:bodyPr/>
        <a:lstStyle/>
        <a:p>
          <a:endParaRPr lang="zh-CN" altLang="en-US"/>
        </a:p>
      </dgm:t>
    </dgm:pt>
    <dgm:pt modelId="{4179305C-D9BC-4FA7-8BE0-C34BDE57E1FF}">
      <dgm:prSet/>
      <dgm:spPr/>
      <dgm:t>
        <a:bodyPr/>
        <a:lstStyle/>
        <a:p>
          <a:r>
            <a:rPr lang="en-US" altLang="en-US" dirty="0"/>
            <a:t>2. </a:t>
          </a:r>
          <a:r>
            <a:rPr lang="zh-CN" altLang="en-US" dirty="0"/>
            <a:t>项目管理基本概念</a:t>
          </a:r>
        </a:p>
      </dgm:t>
    </dgm:pt>
    <dgm:pt modelId="{491C8FDE-D629-471E-A867-DC3FD886965A}" cxnId="{7C8C5DEB-319E-4028-8796-61162CA94FF9}" type="parTrans">
      <dgm:prSet/>
      <dgm:spPr/>
      <dgm:t>
        <a:bodyPr/>
        <a:lstStyle/>
        <a:p>
          <a:endParaRPr lang="zh-CN" altLang="en-US"/>
        </a:p>
      </dgm:t>
    </dgm:pt>
    <dgm:pt modelId="{1B43BF01-CEC1-46F4-A388-722B2A27ED92}" cxnId="{7C8C5DEB-319E-4028-8796-61162CA94FF9}" type="sibTrans">
      <dgm:prSet/>
      <dgm:spPr/>
      <dgm:t>
        <a:bodyPr/>
        <a:lstStyle/>
        <a:p>
          <a:endParaRPr lang="zh-CN" altLang="en-US"/>
        </a:p>
      </dgm:t>
    </dgm:pt>
    <dgm:pt modelId="{C2AD54F1-0B0D-4D98-A464-07900CC7F8E4}">
      <dgm:prSet/>
      <dgm:spPr/>
      <dgm:t>
        <a:bodyPr/>
        <a:lstStyle/>
        <a:p>
          <a:r>
            <a:rPr lang="zh-CN" altLang="en-US" dirty="0"/>
            <a:t>项目的定义与特点</a:t>
          </a:r>
        </a:p>
      </dgm:t>
    </dgm:pt>
    <dgm:pt modelId="{09150DEB-0995-4039-93E5-D39CD4A9F9B9}" cxnId="{B17D8BB6-C4EE-484F-8891-7BF7D75A9B55}" type="parTrans">
      <dgm:prSet/>
      <dgm:spPr/>
      <dgm:t>
        <a:bodyPr/>
        <a:lstStyle/>
        <a:p>
          <a:endParaRPr lang="zh-CN" altLang="en-US"/>
        </a:p>
      </dgm:t>
    </dgm:pt>
    <dgm:pt modelId="{A2CE6C12-1F3C-4D11-B69C-8FC8DCAD04A1}" cxnId="{B17D8BB6-C4EE-484F-8891-7BF7D75A9B55}" type="sibTrans">
      <dgm:prSet/>
      <dgm:spPr/>
      <dgm:t>
        <a:bodyPr/>
        <a:lstStyle/>
        <a:p>
          <a:endParaRPr lang="zh-CN" altLang="en-US"/>
        </a:p>
      </dgm:t>
    </dgm:pt>
    <dgm:pt modelId="{33D71B9C-5693-404D-AECE-D23912DB9D27}">
      <dgm:prSet/>
      <dgm:spPr/>
      <dgm:t>
        <a:bodyPr/>
        <a:lstStyle/>
        <a:p>
          <a:r>
            <a:rPr lang="zh-CN" altLang="en-US" dirty="0"/>
            <a:t>项目相关方的角色与影响</a:t>
          </a:r>
        </a:p>
      </dgm:t>
    </dgm:pt>
    <dgm:pt modelId="{8475E35D-2A71-458F-A4AC-A31F7E10AC5F}" cxnId="{ED4153FE-B5B3-4AFC-84D6-565A7EEEA2B0}" type="parTrans">
      <dgm:prSet/>
      <dgm:spPr/>
      <dgm:t>
        <a:bodyPr/>
        <a:lstStyle/>
        <a:p>
          <a:endParaRPr lang="zh-CN" altLang="en-US"/>
        </a:p>
      </dgm:t>
    </dgm:pt>
    <dgm:pt modelId="{DBF14952-162D-45A1-95A1-25CEE01538C5}" cxnId="{ED4153FE-B5B3-4AFC-84D6-565A7EEEA2B0}" type="sibTrans">
      <dgm:prSet/>
      <dgm:spPr/>
      <dgm:t>
        <a:bodyPr/>
        <a:lstStyle/>
        <a:p>
          <a:endParaRPr lang="zh-CN" altLang="en-US"/>
        </a:p>
      </dgm:t>
    </dgm:pt>
    <dgm:pt modelId="{8E16D7F1-79F4-444F-BD75-FF26C5371886}">
      <dgm:prSet/>
      <dgm:spPr/>
      <dgm:t>
        <a:bodyPr/>
        <a:lstStyle/>
        <a:p>
          <a:r>
            <a:rPr lang="zh-CN" altLang="en-US" dirty="0"/>
            <a:t>项目三角形：范围、时间、成本</a:t>
          </a:r>
        </a:p>
      </dgm:t>
    </dgm:pt>
    <dgm:pt modelId="{CC30C505-BA3E-42D1-A662-2151DEA02B05}" cxnId="{8FC19421-BAE4-4EA4-BDE2-34B8B4D2AC4D}" type="parTrans">
      <dgm:prSet/>
      <dgm:spPr/>
      <dgm:t>
        <a:bodyPr/>
        <a:lstStyle/>
        <a:p>
          <a:endParaRPr lang="zh-CN" altLang="en-US"/>
        </a:p>
      </dgm:t>
    </dgm:pt>
    <dgm:pt modelId="{964AC231-6D91-44E2-857D-D422754DDC0C}" cxnId="{8FC19421-BAE4-4EA4-BDE2-34B8B4D2AC4D}" type="sibTrans">
      <dgm:prSet/>
      <dgm:spPr/>
      <dgm:t>
        <a:bodyPr/>
        <a:lstStyle/>
        <a:p>
          <a:endParaRPr lang="zh-CN" altLang="en-US"/>
        </a:p>
      </dgm:t>
    </dgm:pt>
    <dgm:pt modelId="{1775BD14-B130-4DCD-A1D3-33E5F9D363E1}">
      <dgm:prSet/>
      <dgm:spPr/>
      <dgm:t>
        <a:bodyPr/>
        <a:lstStyle/>
        <a:p>
          <a:r>
            <a:rPr lang="en-US" altLang="en-US" dirty="0"/>
            <a:t>3. </a:t>
          </a:r>
          <a:r>
            <a:rPr lang="zh-CN" altLang="en-US" dirty="0"/>
            <a:t>项目管理流程与结构</a:t>
          </a:r>
        </a:p>
      </dgm:t>
    </dgm:pt>
    <dgm:pt modelId="{CF5B1EB1-7F9A-4E54-B187-2B5E1E154EC3}" cxnId="{C652F4F5-A653-42A4-857E-1CC2D4F19DFD}" type="parTrans">
      <dgm:prSet/>
      <dgm:spPr/>
      <dgm:t>
        <a:bodyPr/>
        <a:lstStyle/>
        <a:p>
          <a:endParaRPr lang="zh-CN" altLang="en-US"/>
        </a:p>
      </dgm:t>
    </dgm:pt>
    <dgm:pt modelId="{A74E407F-A65C-44CC-B68B-9B66AEE3302C}" cxnId="{C652F4F5-A653-42A4-857E-1CC2D4F19DFD}" type="sibTrans">
      <dgm:prSet/>
      <dgm:spPr/>
      <dgm:t>
        <a:bodyPr/>
        <a:lstStyle/>
        <a:p>
          <a:endParaRPr lang="zh-CN" altLang="en-US"/>
        </a:p>
      </dgm:t>
    </dgm:pt>
    <dgm:pt modelId="{C694D2FA-AD1E-4200-BCB5-1009F4DDF171}">
      <dgm:prSet/>
      <dgm:spPr/>
      <dgm:t>
        <a:bodyPr/>
        <a:lstStyle/>
        <a:p>
          <a:r>
            <a:rPr lang="zh-CN" altLang="en-US" dirty="0"/>
            <a:t>项目管理知识体系概述</a:t>
          </a:r>
        </a:p>
      </dgm:t>
    </dgm:pt>
    <dgm:pt modelId="{D75C7E2F-1C12-4794-884E-2B60C561A393}" cxnId="{14D891AB-2F31-4A1D-AD88-88F4AC2D75E1}" type="parTrans">
      <dgm:prSet/>
      <dgm:spPr/>
      <dgm:t>
        <a:bodyPr/>
        <a:lstStyle/>
        <a:p>
          <a:endParaRPr lang="zh-CN" altLang="en-US"/>
        </a:p>
      </dgm:t>
    </dgm:pt>
    <dgm:pt modelId="{AB6C1409-313A-4B51-9006-FC9ECED08A4A}" cxnId="{14D891AB-2F31-4A1D-AD88-88F4AC2D75E1}" type="sibTrans">
      <dgm:prSet/>
      <dgm:spPr/>
      <dgm:t>
        <a:bodyPr/>
        <a:lstStyle/>
        <a:p>
          <a:endParaRPr lang="zh-CN" altLang="en-US"/>
        </a:p>
      </dgm:t>
    </dgm:pt>
    <dgm:pt modelId="{B3A0BEFB-1BDB-4040-8ED0-4172CFEE3322}">
      <dgm:prSet/>
      <dgm:spPr/>
      <dgm:t>
        <a:bodyPr/>
        <a:lstStyle/>
        <a:p>
          <a:r>
            <a:rPr lang="zh-CN" altLang="en-US" dirty="0"/>
            <a:t>项目管理流程的三个阶段：定义、计划、实施</a:t>
          </a:r>
        </a:p>
      </dgm:t>
    </dgm:pt>
    <dgm:pt modelId="{6718C9B8-04B9-4D31-99FD-ECD2CB213258}" cxnId="{C0C0ACF2-3484-4820-A6C6-09B477EC7EBF}" type="parTrans">
      <dgm:prSet/>
      <dgm:spPr/>
      <dgm:t>
        <a:bodyPr/>
        <a:lstStyle/>
        <a:p>
          <a:endParaRPr lang="zh-CN" altLang="en-US"/>
        </a:p>
      </dgm:t>
    </dgm:pt>
    <dgm:pt modelId="{50F0EC66-8518-4F21-9FEB-E18AECC18B40}" cxnId="{C0C0ACF2-3484-4820-A6C6-09B477EC7EBF}" type="sibTrans">
      <dgm:prSet/>
      <dgm:spPr/>
      <dgm:t>
        <a:bodyPr/>
        <a:lstStyle/>
        <a:p>
          <a:endParaRPr lang="zh-CN" altLang="en-US"/>
        </a:p>
      </dgm:t>
    </dgm:pt>
    <dgm:pt modelId="{ADE455D4-96B6-48DC-AE97-B15A5CC5572E}">
      <dgm:prSet/>
      <dgm:spPr/>
      <dgm:t>
        <a:bodyPr/>
        <a:lstStyle/>
        <a:p>
          <a:r>
            <a:rPr lang="zh-CN" altLang="en-US" dirty="0"/>
            <a:t>项目生命周期与方法论</a:t>
          </a:r>
        </a:p>
      </dgm:t>
    </dgm:pt>
    <dgm:pt modelId="{D0E59CC0-F93F-401F-BCB7-F0F473D8A340}" cxnId="{0D43AEB6-BD49-45A3-A28D-CD8619A7669F}" type="parTrans">
      <dgm:prSet/>
      <dgm:spPr/>
      <dgm:t>
        <a:bodyPr/>
        <a:lstStyle/>
        <a:p>
          <a:endParaRPr lang="zh-CN" altLang="en-US"/>
        </a:p>
      </dgm:t>
    </dgm:pt>
    <dgm:pt modelId="{484B1C20-AE08-4937-84A8-5D9CDC3F12B2}" cxnId="{0D43AEB6-BD49-45A3-A28D-CD8619A7669F}" type="sibTrans">
      <dgm:prSet/>
      <dgm:spPr/>
      <dgm:t>
        <a:bodyPr/>
        <a:lstStyle/>
        <a:p>
          <a:endParaRPr lang="zh-CN" altLang="en-US"/>
        </a:p>
      </dgm:t>
    </dgm:pt>
    <dgm:pt modelId="{5F46FDB2-8B9C-46FC-9C0A-FAC1A460E9CE}">
      <dgm:prSet/>
      <dgm:spPr/>
      <dgm:t>
        <a:bodyPr/>
        <a:lstStyle/>
        <a:p>
          <a:r>
            <a:rPr lang="en-US" altLang="en-US" dirty="0"/>
            <a:t>4. </a:t>
          </a:r>
          <a:r>
            <a:rPr lang="zh-CN" altLang="en-US" dirty="0"/>
            <a:t>启动阶段</a:t>
          </a:r>
        </a:p>
      </dgm:t>
    </dgm:pt>
    <dgm:pt modelId="{1617B4BB-71D7-47C2-BB7C-9F0AF97AD68F}" cxnId="{2A4CA83E-4DA2-44AE-BE50-D452EF1970AA}" type="parTrans">
      <dgm:prSet/>
      <dgm:spPr/>
      <dgm:t>
        <a:bodyPr/>
        <a:lstStyle/>
        <a:p>
          <a:endParaRPr lang="zh-CN" altLang="en-US"/>
        </a:p>
      </dgm:t>
    </dgm:pt>
    <dgm:pt modelId="{19958ED8-BBF4-4E58-B560-C45FA99BA6FE}" cxnId="{2A4CA83E-4DA2-44AE-BE50-D452EF1970AA}" type="sibTrans">
      <dgm:prSet/>
      <dgm:spPr/>
      <dgm:t>
        <a:bodyPr/>
        <a:lstStyle/>
        <a:p>
          <a:endParaRPr lang="zh-CN" altLang="en-US"/>
        </a:p>
      </dgm:t>
    </dgm:pt>
    <dgm:pt modelId="{AABBE0A4-9943-4BF2-B71E-191309CC95E3}">
      <dgm:prSet/>
      <dgm:spPr/>
      <dgm:t>
        <a:bodyPr/>
        <a:lstStyle/>
        <a:p>
          <a:r>
            <a:rPr lang="zh-CN" altLang="en-US" dirty="0"/>
            <a:t>项目目标的</a:t>
          </a:r>
          <a:r>
            <a:rPr lang="en-US" altLang="en-US" dirty="0"/>
            <a:t>SMART</a:t>
          </a:r>
          <a:r>
            <a:rPr lang="zh-CN" altLang="en-US" dirty="0"/>
            <a:t>原则</a:t>
          </a:r>
        </a:p>
      </dgm:t>
    </dgm:pt>
    <dgm:pt modelId="{1C96CB9B-9AD6-4306-8417-201BAE32F872}" cxnId="{14B61186-B463-4BCB-90B0-E5DB078E45FE}" type="parTrans">
      <dgm:prSet/>
      <dgm:spPr/>
      <dgm:t>
        <a:bodyPr/>
        <a:lstStyle/>
        <a:p>
          <a:endParaRPr lang="zh-CN" altLang="en-US"/>
        </a:p>
      </dgm:t>
    </dgm:pt>
    <dgm:pt modelId="{4AEBA3C7-2F6B-4C72-9441-35AE37F9E6D7}" cxnId="{14B61186-B463-4BCB-90B0-E5DB078E45FE}" type="sibTrans">
      <dgm:prSet/>
      <dgm:spPr/>
      <dgm:t>
        <a:bodyPr/>
        <a:lstStyle/>
        <a:p>
          <a:endParaRPr lang="zh-CN" altLang="en-US"/>
        </a:p>
      </dgm:t>
    </dgm:pt>
    <dgm:pt modelId="{9E6830FF-4519-4F9D-BBF1-2FFEB414CC9D}">
      <dgm:prSet/>
      <dgm:spPr/>
      <dgm:t>
        <a:bodyPr/>
        <a:lstStyle/>
        <a:p>
          <a:r>
            <a:rPr lang="zh-CN" altLang="en-US" dirty="0"/>
            <a:t>工作分解结构（</a:t>
          </a:r>
          <a:r>
            <a:rPr lang="en-US" altLang="en-US" dirty="0"/>
            <a:t>WBS</a:t>
          </a:r>
          <a:r>
            <a:rPr lang="zh-CN" altLang="en-US" dirty="0"/>
            <a:t>）的创建与验证</a:t>
          </a:r>
        </a:p>
      </dgm:t>
    </dgm:pt>
    <dgm:pt modelId="{AA29ACB3-55FA-4E4E-A473-453927517240}" cxnId="{47DDB68A-5E68-4200-9644-D87243D36D83}" type="parTrans">
      <dgm:prSet/>
      <dgm:spPr/>
      <dgm:t>
        <a:bodyPr/>
        <a:lstStyle/>
        <a:p>
          <a:endParaRPr lang="zh-CN" altLang="en-US"/>
        </a:p>
      </dgm:t>
    </dgm:pt>
    <dgm:pt modelId="{CD6213DC-62C0-4FD9-AEDC-F47DB8212F13}" cxnId="{47DDB68A-5E68-4200-9644-D87243D36D83}" type="sibTrans">
      <dgm:prSet/>
      <dgm:spPr/>
      <dgm:t>
        <a:bodyPr/>
        <a:lstStyle/>
        <a:p>
          <a:endParaRPr lang="zh-CN" altLang="en-US"/>
        </a:p>
      </dgm:t>
    </dgm:pt>
    <dgm:pt modelId="{F8EA75DB-460A-4165-B925-D4E4EB0C2E01}">
      <dgm:prSet/>
      <dgm:spPr/>
      <dgm:t>
        <a:bodyPr/>
        <a:lstStyle/>
        <a:p>
          <a:r>
            <a:rPr lang="zh-CN" altLang="en-US" dirty="0"/>
            <a:t>子项目与复杂项目的管理</a:t>
          </a:r>
        </a:p>
      </dgm:t>
    </dgm:pt>
    <dgm:pt modelId="{F21CE7E1-86B6-417E-A427-F94D8FFD2610}" cxnId="{247CB5FC-4E01-4C24-B9B6-5A41CCC66954}" type="parTrans">
      <dgm:prSet/>
      <dgm:spPr/>
      <dgm:t>
        <a:bodyPr/>
        <a:lstStyle/>
        <a:p>
          <a:endParaRPr lang="zh-CN" altLang="en-US"/>
        </a:p>
      </dgm:t>
    </dgm:pt>
    <dgm:pt modelId="{0C4890C1-93FE-4449-8B57-2FEFAC28901E}" cxnId="{247CB5FC-4E01-4C24-B9B6-5A41CCC66954}" type="sibTrans">
      <dgm:prSet/>
      <dgm:spPr/>
      <dgm:t>
        <a:bodyPr/>
        <a:lstStyle/>
        <a:p>
          <a:endParaRPr lang="zh-CN" altLang="en-US"/>
        </a:p>
      </dgm:t>
    </dgm:pt>
    <dgm:pt modelId="{AA49655E-AC21-4D52-9AE5-876E3DB89758}">
      <dgm:prSet/>
      <dgm:spPr/>
      <dgm:t>
        <a:bodyPr/>
        <a:lstStyle/>
        <a:p>
          <a:r>
            <a:rPr lang="en-US" altLang="en-US" dirty="0"/>
            <a:t>5. </a:t>
          </a:r>
          <a:r>
            <a:rPr lang="zh-CN" altLang="en-US" dirty="0"/>
            <a:t>规划阶段</a:t>
          </a:r>
        </a:p>
      </dgm:t>
    </dgm:pt>
    <dgm:pt modelId="{689985CF-898D-4169-81A1-0BAB3132A57C}" cxnId="{8D9BAEA4-28A2-4661-A978-69A050942F07}" type="parTrans">
      <dgm:prSet/>
      <dgm:spPr/>
      <dgm:t>
        <a:bodyPr/>
        <a:lstStyle/>
        <a:p>
          <a:endParaRPr lang="zh-CN" altLang="en-US"/>
        </a:p>
      </dgm:t>
    </dgm:pt>
    <dgm:pt modelId="{E2772ACF-DB3B-4737-B5F5-7B60BD939A8B}" cxnId="{8D9BAEA4-28A2-4661-A978-69A050942F07}" type="sibTrans">
      <dgm:prSet/>
      <dgm:spPr/>
      <dgm:t>
        <a:bodyPr/>
        <a:lstStyle/>
        <a:p>
          <a:endParaRPr lang="zh-CN" altLang="en-US"/>
        </a:p>
      </dgm:t>
    </dgm:pt>
    <dgm:pt modelId="{DFA681E0-BB81-405D-B376-D5EDAA1AE6DB}">
      <dgm:prSet/>
      <dgm:spPr/>
      <dgm:t>
        <a:bodyPr/>
        <a:lstStyle/>
        <a:p>
          <a:r>
            <a:rPr lang="zh-CN" altLang="en-US" dirty="0"/>
            <a:t>项目目标与项目计划的制定</a:t>
          </a:r>
        </a:p>
      </dgm:t>
    </dgm:pt>
    <dgm:pt modelId="{D0E3BD71-FA8F-4CF0-8287-A1AE26266207}" cxnId="{27DB02DA-3EE9-4878-9DEE-DD21D38CDD5B}" type="parTrans">
      <dgm:prSet/>
      <dgm:spPr/>
      <dgm:t>
        <a:bodyPr/>
        <a:lstStyle/>
        <a:p>
          <a:endParaRPr lang="zh-CN" altLang="en-US"/>
        </a:p>
      </dgm:t>
    </dgm:pt>
    <dgm:pt modelId="{F25704E0-CAB9-445A-9FAC-AC4D3B51C2F4}" cxnId="{27DB02DA-3EE9-4878-9DEE-DD21D38CDD5B}" type="sibTrans">
      <dgm:prSet/>
      <dgm:spPr/>
      <dgm:t>
        <a:bodyPr/>
        <a:lstStyle/>
        <a:p>
          <a:endParaRPr lang="zh-CN" altLang="en-US"/>
        </a:p>
      </dgm:t>
    </dgm:pt>
    <dgm:pt modelId="{1A0BEEE9-93B0-4173-B885-F24619DC3462}">
      <dgm:prSet/>
      <dgm:spPr/>
      <dgm:t>
        <a:bodyPr/>
        <a:lstStyle/>
        <a:p>
          <a:r>
            <a:rPr lang="zh-CN" altLang="en-US" dirty="0"/>
            <a:t>资源计划与成本核算</a:t>
          </a:r>
        </a:p>
      </dgm:t>
    </dgm:pt>
    <dgm:pt modelId="{822237F9-EE47-4A82-9CA3-BFF6E75F62A5}" cxnId="{C12F5D14-202D-4DF7-8836-FCF69400C455}" type="parTrans">
      <dgm:prSet/>
      <dgm:spPr/>
      <dgm:t>
        <a:bodyPr/>
        <a:lstStyle/>
        <a:p>
          <a:endParaRPr lang="zh-CN" altLang="en-US"/>
        </a:p>
      </dgm:t>
    </dgm:pt>
    <dgm:pt modelId="{027F515C-B04D-4CB6-8BCE-0F435E6594E4}" cxnId="{C12F5D14-202D-4DF7-8836-FCF69400C455}" type="sibTrans">
      <dgm:prSet/>
      <dgm:spPr/>
      <dgm:t>
        <a:bodyPr/>
        <a:lstStyle/>
        <a:p>
          <a:endParaRPr lang="zh-CN" altLang="en-US"/>
        </a:p>
      </dgm:t>
    </dgm:pt>
    <dgm:pt modelId="{7007D68C-5684-4A85-9642-EAC96A467240}">
      <dgm:prSet/>
      <dgm:spPr/>
      <dgm:t>
        <a:bodyPr/>
        <a:lstStyle/>
        <a:p>
          <a:r>
            <a:rPr lang="zh-CN" altLang="en-US" dirty="0"/>
            <a:t>工作顺序与网络图的绘制</a:t>
          </a:r>
        </a:p>
      </dgm:t>
    </dgm:pt>
    <dgm:pt modelId="{1DD66DFC-DCEA-49FA-A810-C7C002C36F15}" cxnId="{491EA417-7FC7-435F-B48F-A13D4EAE9FEE}" type="parTrans">
      <dgm:prSet/>
      <dgm:spPr/>
      <dgm:t>
        <a:bodyPr/>
        <a:lstStyle/>
        <a:p>
          <a:endParaRPr lang="zh-CN" altLang="en-US"/>
        </a:p>
      </dgm:t>
    </dgm:pt>
    <dgm:pt modelId="{D7D8A410-49C3-41A4-91C7-942E8DE8D9A7}" cxnId="{491EA417-7FC7-435F-B48F-A13D4EAE9FEE}" type="sibTrans">
      <dgm:prSet/>
      <dgm:spPr/>
      <dgm:t>
        <a:bodyPr/>
        <a:lstStyle/>
        <a:p>
          <a:endParaRPr lang="zh-CN" altLang="en-US"/>
        </a:p>
      </dgm:t>
    </dgm:pt>
    <dgm:pt modelId="{2AA38D31-B8B1-4B45-85B3-183BE455B6E6}">
      <dgm:prSet/>
      <dgm:spPr/>
      <dgm:t>
        <a:bodyPr/>
        <a:lstStyle/>
        <a:p>
          <a:r>
            <a:rPr lang="zh-CN" altLang="en-US" dirty="0"/>
            <a:t>关键路径的识别与分析</a:t>
          </a:r>
        </a:p>
      </dgm:t>
    </dgm:pt>
    <dgm:pt modelId="{ECCB906D-0E6D-4663-B8ED-C4AFC60B79D7}" cxnId="{9677F3FB-80E5-4C0C-92EE-7B05E80BB7C0}" type="parTrans">
      <dgm:prSet/>
      <dgm:spPr/>
      <dgm:t>
        <a:bodyPr/>
        <a:lstStyle/>
        <a:p>
          <a:endParaRPr lang="zh-CN" altLang="en-US"/>
        </a:p>
      </dgm:t>
    </dgm:pt>
    <dgm:pt modelId="{82C9DF18-7DD1-471B-8926-A5D5FB76B9DD}" cxnId="{9677F3FB-80E5-4C0C-92EE-7B05E80BB7C0}" type="sibTrans">
      <dgm:prSet/>
      <dgm:spPr/>
      <dgm:t>
        <a:bodyPr/>
        <a:lstStyle/>
        <a:p>
          <a:endParaRPr lang="zh-CN" altLang="en-US"/>
        </a:p>
      </dgm:t>
    </dgm:pt>
    <dgm:pt modelId="{54083B6D-96B2-4001-8014-CCBFD736493A}">
      <dgm:prSet/>
      <dgm:spPr/>
      <dgm:t>
        <a:bodyPr/>
        <a:lstStyle/>
        <a:p>
          <a:r>
            <a:rPr lang="zh-CN" altLang="en-US" dirty="0"/>
            <a:t>风险管理计划的制定与实施</a:t>
          </a:r>
        </a:p>
      </dgm:t>
    </dgm:pt>
    <dgm:pt modelId="{621D2103-E543-4471-9A7E-2D95BFEBE7A6}" cxnId="{97326442-F7DB-49BD-974D-3118AFF0DD9A}" type="parTrans">
      <dgm:prSet/>
      <dgm:spPr/>
      <dgm:t>
        <a:bodyPr/>
        <a:lstStyle/>
        <a:p>
          <a:endParaRPr lang="zh-CN" altLang="en-US"/>
        </a:p>
      </dgm:t>
    </dgm:pt>
    <dgm:pt modelId="{902B73B2-3A4E-4D35-AF0F-66C33101E6DF}" cxnId="{97326442-F7DB-49BD-974D-3118AFF0DD9A}" type="sibTrans">
      <dgm:prSet/>
      <dgm:spPr/>
      <dgm:t>
        <a:bodyPr/>
        <a:lstStyle/>
        <a:p>
          <a:endParaRPr lang="zh-CN" altLang="en-US"/>
        </a:p>
      </dgm:t>
    </dgm:pt>
    <dgm:pt modelId="{2D036551-9B83-4CC6-A86A-46554D8AEFF0}">
      <dgm:prSet/>
      <dgm:spPr/>
      <dgm:t>
        <a:bodyPr/>
        <a:lstStyle/>
        <a:p>
          <a:r>
            <a:rPr lang="zh-CN" altLang="en-US" dirty="0"/>
            <a:t>机会管理与潜在机会的发掘</a:t>
          </a:r>
        </a:p>
      </dgm:t>
    </dgm:pt>
    <dgm:pt modelId="{4C5AF63A-6F2F-4A23-8EAA-D9D682C2F0BB}" cxnId="{72535272-68B5-4DA9-B055-B4B975000ECC}" type="parTrans">
      <dgm:prSet/>
      <dgm:spPr/>
      <dgm:t>
        <a:bodyPr/>
        <a:lstStyle/>
        <a:p>
          <a:endParaRPr lang="zh-CN" altLang="en-US"/>
        </a:p>
      </dgm:t>
    </dgm:pt>
    <dgm:pt modelId="{8CC745F8-2D02-4FBA-BD9A-6BD308ECC9E9}" cxnId="{72535272-68B5-4DA9-B055-B4B975000ECC}" type="sibTrans">
      <dgm:prSet/>
      <dgm:spPr/>
      <dgm:t>
        <a:bodyPr/>
        <a:lstStyle/>
        <a:p>
          <a:endParaRPr lang="zh-CN" altLang="en-US"/>
        </a:p>
      </dgm:t>
    </dgm:pt>
    <dgm:pt modelId="{EBD6D830-231F-4719-BD03-702045224D23}" type="pres">
      <dgm:prSet presAssocID="{F615DB35-EEEE-4AB5-B56F-08FC4B41153E}" presName="linear" presStyleCnt="0">
        <dgm:presLayoutVars>
          <dgm:dir/>
          <dgm:animLvl val="lvl"/>
          <dgm:resizeHandles val="exact"/>
        </dgm:presLayoutVars>
      </dgm:prSet>
      <dgm:spPr/>
    </dgm:pt>
    <dgm:pt modelId="{4898F4E3-77FC-4255-A0CB-9AA40C8A47DE}" type="pres">
      <dgm:prSet presAssocID="{8CD2A057-4722-4F06-A13E-9D676106898D}" presName="parentLin" presStyleCnt="0"/>
      <dgm:spPr/>
    </dgm:pt>
    <dgm:pt modelId="{CC251DCA-05C4-4CF8-8BD0-CE17D998E79D}" type="pres">
      <dgm:prSet presAssocID="{8CD2A057-4722-4F06-A13E-9D676106898D}" presName="parentLeftMargin" presStyleLbl="node1" presStyleIdx="0" presStyleCnt="5"/>
      <dgm:spPr/>
    </dgm:pt>
    <dgm:pt modelId="{4BE67D07-2CEC-4DE8-AD5E-DDD7D322FC39}" type="pres">
      <dgm:prSet presAssocID="{8CD2A057-4722-4F06-A13E-9D676106898D}" presName="parentText" presStyleLbl="node1" presStyleIdx="0" presStyleCnt="5">
        <dgm:presLayoutVars>
          <dgm:chMax val="0"/>
          <dgm:bulletEnabled val="1"/>
        </dgm:presLayoutVars>
      </dgm:prSet>
      <dgm:spPr/>
    </dgm:pt>
    <dgm:pt modelId="{1EE6069A-D68D-4449-BECF-13D379ECA212}" type="pres">
      <dgm:prSet presAssocID="{8CD2A057-4722-4F06-A13E-9D676106898D}" presName="negativeSpace" presStyleCnt="0"/>
      <dgm:spPr/>
    </dgm:pt>
    <dgm:pt modelId="{211E9F1F-E4DF-43C2-8351-BB16DBEE3A92}" type="pres">
      <dgm:prSet presAssocID="{8CD2A057-4722-4F06-A13E-9D676106898D}" presName="childText" presStyleLbl="conFgAcc1" presStyleIdx="0" presStyleCnt="5">
        <dgm:presLayoutVars>
          <dgm:bulletEnabled val="1"/>
        </dgm:presLayoutVars>
      </dgm:prSet>
      <dgm:spPr/>
    </dgm:pt>
    <dgm:pt modelId="{4A8903DE-E144-4347-A2A4-A31B3D571E06}" type="pres">
      <dgm:prSet presAssocID="{84BC8DC8-1CA1-403A-B58C-A304131E35E7}" presName="spaceBetweenRectangles" presStyleCnt="0"/>
      <dgm:spPr/>
    </dgm:pt>
    <dgm:pt modelId="{D196754B-ABEA-494F-B2E4-DDBA2E8E3053}" type="pres">
      <dgm:prSet presAssocID="{4179305C-D9BC-4FA7-8BE0-C34BDE57E1FF}" presName="parentLin" presStyleCnt="0"/>
      <dgm:spPr/>
    </dgm:pt>
    <dgm:pt modelId="{E944E18B-9F2F-4EA6-874B-D39F9F4B37E9}" type="pres">
      <dgm:prSet presAssocID="{4179305C-D9BC-4FA7-8BE0-C34BDE57E1FF}" presName="parentLeftMargin" presStyleLbl="node1" presStyleIdx="0" presStyleCnt="5"/>
      <dgm:spPr/>
    </dgm:pt>
    <dgm:pt modelId="{5FB0413C-35B7-4DCF-9F0C-E2FE058FDE6A}" type="pres">
      <dgm:prSet presAssocID="{4179305C-D9BC-4FA7-8BE0-C34BDE57E1FF}" presName="parentText" presStyleLbl="node1" presStyleIdx="1" presStyleCnt="5">
        <dgm:presLayoutVars>
          <dgm:chMax val="0"/>
          <dgm:bulletEnabled val="1"/>
        </dgm:presLayoutVars>
      </dgm:prSet>
      <dgm:spPr/>
    </dgm:pt>
    <dgm:pt modelId="{E57E88E9-64BC-4544-A04D-4BF741EC0CDC}" type="pres">
      <dgm:prSet presAssocID="{4179305C-D9BC-4FA7-8BE0-C34BDE57E1FF}" presName="negativeSpace" presStyleCnt="0"/>
      <dgm:spPr/>
    </dgm:pt>
    <dgm:pt modelId="{B899DC30-F1C2-42B2-A49E-40C00661E4B3}" type="pres">
      <dgm:prSet presAssocID="{4179305C-D9BC-4FA7-8BE0-C34BDE57E1FF}" presName="childText" presStyleLbl="conFgAcc1" presStyleIdx="1" presStyleCnt="5">
        <dgm:presLayoutVars>
          <dgm:bulletEnabled val="1"/>
        </dgm:presLayoutVars>
      </dgm:prSet>
      <dgm:spPr/>
    </dgm:pt>
    <dgm:pt modelId="{009DC45A-BB8D-41F0-98F5-4B4E079D90EE}" type="pres">
      <dgm:prSet presAssocID="{1B43BF01-CEC1-46F4-A388-722B2A27ED92}" presName="spaceBetweenRectangles" presStyleCnt="0"/>
      <dgm:spPr/>
    </dgm:pt>
    <dgm:pt modelId="{BBF03AFC-04A8-4674-8CD0-76E9778B8EA9}" type="pres">
      <dgm:prSet presAssocID="{1775BD14-B130-4DCD-A1D3-33E5F9D363E1}" presName="parentLin" presStyleCnt="0"/>
      <dgm:spPr/>
    </dgm:pt>
    <dgm:pt modelId="{B7D937EC-2021-4780-AC20-DBD121B3B6EF}" type="pres">
      <dgm:prSet presAssocID="{1775BD14-B130-4DCD-A1D3-33E5F9D363E1}" presName="parentLeftMargin" presStyleLbl="node1" presStyleIdx="1" presStyleCnt="5"/>
      <dgm:spPr/>
    </dgm:pt>
    <dgm:pt modelId="{98AD5124-3CF6-49F7-AC15-58BB2ECB7519}" type="pres">
      <dgm:prSet presAssocID="{1775BD14-B130-4DCD-A1D3-33E5F9D363E1}" presName="parentText" presStyleLbl="node1" presStyleIdx="2" presStyleCnt="5">
        <dgm:presLayoutVars>
          <dgm:chMax val="0"/>
          <dgm:bulletEnabled val="1"/>
        </dgm:presLayoutVars>
      </dgm:prSet>
      <dgm:spPr/>
    </dgm:pt>
    <dgm:pt modelId="{73F500A0-C081-4607-B5B6-D411E4371495}" type="pres">
      <dgm:prSet presAssocID="{1775BD14-B130-4DCD-A1D3-33E5F9D363E1}" presName="negativeSpace" presStyleCnt="0"/>
      <dgm:spPr/>
    </dgm:pt>
    <dgm:pt modelId="{DA89A198-BD03-417D-B8D8-F7EFC21869EA}" type="pres">
      <dgm:prSet presAssocID="{1775BD14-B130-4DCD-A1D3-33E5F9D363E1}" presName="childText" presStyleLbl="conFgAcc1" presStyleIdx="2" presStyleCnt="5">
        <dgm:presLayoutVars>
          <dgm:bulletEnabled val="1"/>
        </dgm:presLayoutVars>
      </dgm:prSet>
      <dgm:spPr/>
    </dgm:pt>
    <dgm:pt modelId="{97503A2C-CE2F-4C3D-87D5-49FC10B13DFE}" type="pres">
      <dgm:prSet presAssocID="{A74E407F-A65C-44CC-B68B-9B66AEE3302C}" presName="spaceBetweenRectangles" presStyleCnt="0"/>
      <dgm:spPr/>
    </dgm:pt>
    <dgm:pt modelId="{BAA004FF-C0B0-4AFB-AA97-B9EBE3DDA174}" type="pres">
      <dgm:prSet presAssocID="{5F46FDB2-8B9C-46FC-9C0A-FAC1A460E9CE}" presName="parentLin" presStyleCnt="0"/>
      <dgm:spPr/>
    </dgm:pt>
    <dgm:pt modelId="{432DF25F-3A95-4D33-8C20-7F68E409A3AD}" type="pres">
      <dgm:prSet presAssocID="{5F46FDB2-8B9C-46FC-9C0A-FAC1A460E9CE}" presName="parentLeftMargin" presStyleLbl="node1" presStyleIdx="2" presStyleCnt="5"/>
      <dgm:spPr/>
    </dgm:pt>
    <dgm:pt modelId="{32643C36-3F64-498C-8C0D-B7F3E31E4C1E}" type="pres">
      <dgm:prSet presAssocID="{5F46FDB2-8B9C-46FC-9C0A-FAC1A460E9CE}" presName="parentText" presStyleLbl="node1" presStyleIdx="3" presStyleCnt="5">
        <dgm:presLayoutVars>
          <dgm:chMax val="0"/>
          <dgm:bulletEnabled val="1"/>
        </dgm:presLayoutVars>
      </dgm:prSet>
      <dgm:spPr/>
    </dgm:pt>
    <dgm:pt modelId="{636BF5F7-BB86-4AD8-B50B-899CC5B3B2FC}" type="pres">
      <dgm:prSet presAssocID="{5F46FDB2-8B9C-46FC-9C0A-FAC1A460E9CE}" presName="negativeSpace" presStyleCnt="0"/>
      <dgm:spPr/>
    </dgm:pt>
    <dgm:pt modelId="{CC747699-772A-46CD-813C-CF194BD9B24B}" type="pres">
      <dgm:prSet presAssocID="{5F46FDB2-8B9C-46FC-9C0A-FAC1A460E9CE}" presName="childText" presStyleLbl="conFgAcc1" presStyleIdx="3" presStyleCnt="5">
        <dgm:presLayoutVars>
          <dgm:bulletEnabled val="1"/>
        </dgm:presLayoutVars>
      </dgm:prSet>
      <dgm:spPr/>
    </dgm:pt>
    <dgm:pt modelId="{B25047B6-B165-4119-BBD6-A691D2CB0670}" type="pres">
      <dgm:prSet presAssocID="{19958ED8-BBF4-4E58-B560-C45FA99BA6FE}" presName="spaceBetweenRectangles" presStyleCnt="0"/>
      <dgm:spPr/>
    </dgm:pt>
    <dgm:pt modelId="{93BD06D9-07E2-4928-B160-972175A1DF37}" type="pres">
      <dgm:prSet presAssocID="{AA49655E-AC21-4D52-9AE5-876E3DB89758}" presName="parentLin" presStyleCnt="0"/>
      <dgm:spPr/>
    </dgm:pt>
    <dgm:pt modelId="{28A3FD51-86D7-40D6-9D50-220B99F68E83}" type="pres">
      <dgm:prSet presAssocID="{AA49655E-AC21-4D52-9AE5-876E3DB89758}" presName="parentLeftMargin" presStyleLbl="node1" presStyleIdx="3" presStyleCnt="5"/>
      <dgm:spPr/>
    </dgm:pt>
    <dgm:pt modelId="{179E6E21-51F0-484A-874B-F439FDB7A343}" type="pres">
      <dgm:prSet presAssocID="{AA49655E-AC21-4D52-9AE5-876E3DB89758}" presName="parentText" presStyleLbl="node1" presStyleIdx="4" presStyleCnt="5">
        <dgm:presLayoutVars>
          <dgm:chMax val="0"/>
          <dgm:bulletEnabled val="1"/>
        </dgm:presLayoutVars>
      </dgm:prSet>
      <dgm:spPr/>
    </dgm:pt>
    <dgm:pt modelId="{802E2DF7-A985-4320-A060-465BAA46A157}" type="pres">
      <dgm:prSet presAssocID="{AA49655E-AC21-4D52-9AE5-876E3DB89758}" presName="negativeSpace" presStyleCnt="0"/>
      <dgm:spPr/>
    </dgm:pt>
    <dgm:pt modelId="{398923F3-BF23-43A2-B30F-1E245ED93CBB}" type="pres">
      <dgm:prSet presAssocID="{AA49655E-AC21-4D52-9AE5-876E3DB89758}" presName="childText" presStyleLbl="conFgAcc1" presStyleIdx="4" presStyleCnt="5">
        <dgm:presLayoutVars>
          <dgm:bulletEnabled val="1"/>
        </dgm:presLayoutVars>
      </dgm:prSet>
      <dgm:spPr/>
    </dgm:pt>
  </dgm:ptLst>
  <dgm:cxnLst>
    <dgm:cxn modelId="{8D6C5506-39F6-4804-AC08-FDF38FC4A7C3}" type="presOf" srcId="{AA49655E-AC21-4D52-9AE5-876E3DB89758}" destId="{28A3FD51-86D7-40D6-9D50-220B99F68E83}" srcOrd="0" destOrd="0" presId="urn:microsoft.com/office/officeart/2005/8/layout/list1"/>
    <dgm:cxn modelId="{C12F5D14-202D-4DF7-8836-FCF69400C455}" srcId="{AA49655E-AC21-4D52-9AE5-876E3DB89758}" destId="{1A0BEEE9-93B0-4173-B885-F24619DC3462}" srcOrd="1" destOrd="0" parTransId="{822237F9-EE47-4A82-9CA3-BFF6E75F62A5}" sibTransId="{027F515C-B04D-4CB6-8BCE-0F435E6594E4}"/>
    <dgm:cxn modelId="{491EA417-7FC7-435F-B48F-A13D4EAE9FEE}" srcId="{AA49655E-AC21-4D52-9AE5-876E3DB89758}" destId="{7007D68C-5684-4A85-9642-EAC96A467240}" srcOrd="2" destOrd="0" parTransId="{1DD66DFC-DCEA-49FA-A810-C7C002C36F15}" sibTransId="{D7D8A410-49C3-41A4-91C7-942E8DE8D9A7}"/>
    <dgm:cxn modelId="{06483E18-C655-4FD1-A49B-C06DDF8D19BE}" srcId="{8CD2A057-4722-4F06-A13E-9D676106898D}" destId="{CFEB4A4B-0749-4675-AC39-B6BEBA1FB6A1}" srcOrd="1" destOrd="0" parTransId="{4B91D0A0-73BB-416F-AA07-4EBEAF2CBDFE}" sibTransId="{295A1BC5-C232-4D48-B2C3-589735394B4B}"/>
    <dgm:cxn modelId="{45D45A1E-6659-4FA1-A54F-E5FE8CE06006}" type="presOf" srcId="{1775BD14-B130-4DCD-A1D3-33E5F9D363E1}" destId="{98AD5124-3CF6-49F7-AC15-58BB2ECB7519}" srcOrd="1" destOrd="0" presId="urn:microsoft.com/office/officeart/2005/8/layout/list1"/>
    <dgm:cxn modelId="{A7A3BD1E-43B5-4B7C-915E-213584825F36}" type="presOf" srcId="{54083B6D-96B2-4001-8014-CCBFD736493A}" destId="{398923F3-BF23-43A2-B30F-1E245ED93CBB}" srcOrd="0" destOrd="4" presId="urn:microsoft.com/office/officeart/2005/8/layout/list1"/>
    <dgm:cxn modelId="{8FC19421-BAE4-4EA4-BDE2-34B8B4D2AC4D}" srcId="{4179305C-D9BC-4FA7-8BE0-C34BDE57E1FF}" destId="{8E16D7F1-79F4-444F-BD75-FF26C5371886}" srcOrd="2" destOrd="0" parTransId="{CC30C505-BA3E-42D1-A662-2151DEA02B05}" sibTransId="{964AC231-6D91-44E2-857D-D422754DDC0C}"/>
    <dgm:cxn modelId="{9D1E403D-5D44-4664-8A29-5E8B75B6E27D}" type="presOf" srcId="{C694D2FA-AD1E-4200-BCB5-1009F4DDF171}" destId="{DA89A198-BD03-417D-B8D8-F7EFC21869EA}" srcOrd="0" destOrd="0" presId="urn:microsoft.com/office/officeart/2005/8/layout/list1"/>
    <dgm:cxn modelId="{2A4CA83E-4DA2-44AE-BE50-D452EF1970AA}" srcId="{F615DB35-EEEE-4AB5-B56F-08FC4B41153E}" destId="{5F46FDB2-8B9C-46FC-9C0A-FAC1A460E9CE}" srcOrd="3" destOrd="0" parTransId="{1617B4BB-71D7-47C2-BB7C-9F0AF97AD68F}" sibTransId="{19958ED8-BBF4-4E58-B560-C45FA99BA6FE}"/>
    <dgm:cxn modelId="{9380673F-CA78-4E2C-A680-CCE48F323484}" srcId="{F615DB35-EEEE-4AB5-B56F-08FC4B41153E}" destId="{8CD2A057-4722-4F06-A13E-9D676106898D}" srcOrd="0" destOrd="0" parTransId="{3430EABE-77C1-45F5-A273-D84557BFF0FA}" sibTransId="{84BC8DC8-1CA1-403A-B58C-A304131E35E7}"/>
    <dgm:cxn modelId="{A36ECA3F-AAE7-45CD-9243-51E7336C42C2}" type="presOf" srcId="{5F46FDB2-8B9C-46FC-9C0A-FAC1A460E9CE}" destId="{432DF25F-3A95-4D33-8C20-7F68E409A3AD}" srcOrd="0" destOrd="0" presId="urn:microsoft.com/office/officeart/2005/8/layout/list1"/>
    <dgm:cxn modelId="{CFE6195E-A8E7-4FB9-AA4E-01F30CB76B54}" type="presOf" srcId="{DFA681E0-BB81-405D-B376-D5EDAA1AE6DB}" destId="{398923F3-BF23-43A2-B30F-1E245ED93CBB}" srcOrd="0" destOrd="0" presId="urn:microsoft.com/office/officeart/2005/8/layout/list1"/>
    <dgm:cxn modelId="{F38CAF41-A16A-47C3-9993-EFEE97F0709A}" type="presOf" srcId="{8E16D7F1-79F4-444F-BD75-FF26C5371886}" destId="{B899DC30-F1C2-42B2-A49E-40C00661E4B3}" srcOrd="0" destOrd="2" presId="urn:microsoft.com/office/officeart/2005/8/layout/list1"/>
    <dgm:cxn modelId="{97326442-F7DB-49BD-974D-3118AFF0DD9A}" srcId="{AA49655E-AC21-4D52-9AE5-876E3DB89758}" destId="{54083B6D-96B2-4001-8014-CCBFD736493A}" srcOrd="4" destOrd="0" parTransId="{621D2103-E543-4471-9A7E-2D95BFEBE7A6}" sibTransId="{902B73B2-3A4E-4D35-AF0F-66C33101E6DF}"/>
    <dgm:cxn modelId="{E85FDB47-CFA8-4450-B02B-E53D3B38517B}" type="presOf" srcId="{9E6830FF-4519-4F9D-BBF1-2FFEB414CC9D}" destId="{CC747699-772A-46CD-813C-CF194BD9B24B}" srcOrd="0" destOrd="1" presId="urn:microsoft.com/office/officeart/2005/8/layout/list1"/>
    <dgm:cxn modelId="{A2E84C4A-19E4-4835-BD76-4DC42335672D}" type="presOf" srcId="{2D036551-9B83-4CC6-A86A-46554D8AEFF0}" destId="{398923F3-BF23-43A2-B30F-1E245ED93CBB}" srcOrd="0" destOrd="5" presId="urn:microsoft.com/office/officeart/2005/8/layout/list1"/>
    <dgm:cxn modelId="{B4A1544A-B2F1-418E-BC20-E4EDC80518EA}" type="presOf" srcId="{5F46FDB2-8B9C-46FC-9C0A-FAC1A460E9CE}" destId="{32643C36-3F64-498C-8C0D-B7F3E31E4C1E}" srcOrd="1" destOrd="0" presId="urn:microsoft.com/office/officeart/2005/8/layout/list1"/>
    <dgm:cxn modelId="{94887C6C-B530-4AE8-A30B-1AAE8D56A285}" type="presOf" srcId="{ADE455D4-96B6-48DC-AE97-B15A5CC5572E}" destId="{DA89A198-BD03-417D-B8D8-F7EFC21869EA}" srcOrd="0" destOrd="2" presId="urn:microsoft.com/office/officeart/2005/8/layout/list1"/>
    <dgm:cxn modelId="{DDD5764E-3BDC-49E0-9C42-DCCBDD020223}" type="presOf" srcId="{AA49655E-AC21-4D52-9AE5-876E3DB89758}" destId="{179E6E21-51F0-484A-874B-F439FDB7A343}" srcOrd="1" destOrd="0" presId="urn:microsoft.com/office/officeart/2005/8/layout/list1"/>
    <dgm:cxn modelId="{72535272-68B5-4DA9-B055-B4B975000ECC}" srcId="{AA49655E-AC21-4D52-9AE5-876E3DB89758}" destId="{2D036551-9B83-4CC6-A86A-46554D8AEFF0}" srcOrd="5" destOrd="0" parTransId="{4C5AF63A-6F2F-4A23-8EAA-D9D682C2F0BB}" sibTransId="{8CC745F8-2D02-4FBA-BD9A-6BD308ECC9E9}"/>
    <dgm:cxn modelId="{7522BB72-E75C-4E09-B006-1DC849325EDD}" type="presOf" srcId="{8CD2A057-4722-4F06-A13E-9D676106898D}" destId="{CC251DCA-05C4-4CF8-8BD0-CE17D998E79D}" srcOrd="0" destOrd="0" presId="urn:microsoft.com/office/officeart/2005/8/layout/list1"/>
    <dgm:cxn modelId="{419F4F55-78D1-41F8-B21A-3CD183CF2F61}" type="presOf" srcId="{F8EA75DB-460A-4165-B925-D4E4EB0C2E01}" destId="{CC747699-772A-46CD-813C-CF194BD9B24B}" srcOrd="0" destOrd="2" presId="urn:microsoft.com/office/officeart/2005/8/layout/list1"/>
    <dgm:cxn modelId="{14B61186-B463-4BCB-90B0-E5DB078E45FE}" srcId="{5F46FDB2-8B9C-46FC-9C0A-FAC1A460E9CE}" destId="{AABBE0A4-9943-4BF2-B71E-191309CC95E3}" srcOrd="0" destOrd="0" parTransId="{1C96CB9B-9AD6-4306-8417-201BAE32F872}" sibTransId="{4AEBA3C7-2F6B-4C72-9441-35AE37F9E6D7}"/>
    <dgm:cxn modelId="{47DDB68A-5E68-4200-9644-D87243D36D83}" srcId="{5F46FDB2-8B9C-46FC-9C0A-FAC1A460E9CE}" destId="{9E6830FF-4519-4F9D-BBF1-2FFEB414CC9D}" srcOrd="1" destOrd="0" parTransId="{AA29ACB3-55FA-4E4E-A473-453927517240}" sibTransId="{CD6213DC-62C0-4FD9-AEDC-F47DB8212F13}"/>
    <dgm:cxn modelId="{512C6992-A87B-4698-AA75-2670BF3655AC}" type="presOf" srcId="{4179305C-D9BC-4FA7-8BE0-C34BDE57E1FF}" destId="{5FB0413C-35B7-4DCF-9F0C-E2FE058FDE6A}" srcOrd="1" destOrd="0" presId="urn:microsoft.com/office/officeart/2005/8/layout/list1"/>
    <dgm:cxn modelId="{5CAEC59C-F6C6-40A8-8134-9031BD83A745}" type="presOf" srcId="{1A0BEEE9-93B0-4173-B885-F24619DC3462}" destId="{398923F3-BF23-43A2-B30F-1E245ED93CBB}" srcOrd="0" destOrd="1" presId="urn:microsoft.com/office/officeart/2005/8/layout/list1"/>
    <dgm:cxn modelId="{A2F37DA3-F176-4A43-86FD-A9214C11E5B1}" type="presOf" srcId="{CFEB4A4B-0749-4675-AC39-B6BEBA1FB6A1}" destId="{211E9F1F-E4DF-43C2-8351-BB16DBEE3A92}" srcOrd="0" destOrd="1" presId="urn:microsoft.com/office/officeart/2005/8/layout/list1"/>
    <dgm:cxn modelId="{8D9BAEA4-28A2-4661-A978-69A050942F07}" srcId="{F615DB35-EEEE-4AB5-B56F-08FC4B41153E}" destId="{AA49655E-AC21-4D52-9AE5-876E3DB89758}" srcOrd="4" destOrd="0" parTransId="{689985CF-898D-4169-81A1-0BAB3132A57C}" sibTransId="{E2772ACF-DB3B-4737-B5F5-7B60BD939A8B}"/>
    <dgm:cxn modelId="{37DFEEA4-C447-4C14-83A6-E1CDC439A384}" type="presOf" srcId="{7007D68C-5684-4A85-9642-EAC96A467240}" destId="{398923F3-BF23-43A2-B30F-1E245ED93CBB}" srcOrd="0" destOrd="2" presId="urn:microsoft.com/office/officeart/2005/8/layout/list1"/>
    <dgm:cxn modelId="{18D817A8-5BDC-4E40-A47B-4530038A5FFC}" type="presOf" srcId="{4179305C-D9BC-4FA7-8BE0-C34BDE57E1FF}" destId="{E944E18B-9F2F-4EA6-874B-D39F9F4B37E9}" srcOrd="0" destOrd="0" presId="urn:microsoft.com/office/officeart/2005/8/layout/list1"/>
    <dgm:cxn modelId="{14D891AB-2F31-4A1D-AD88-88F4AC2D75E1}" srcId="{1775BD14-B130-4DCD-A1D3-33E5F9D363E1}" destId="{C694D2FA-AD1E-4200-BCB5-1009F4DDF171}" srcOrd="0" destOrd="0" parTransId="{D75C7E2F-1C12-4794-884E-2B60C561A393}" sibTransId="{AB6C1409-313A-4B51-9006-FC9ECED08A4A}"/>
    <dgm:cxn modelId="{B861C8AB-ECC5-4635-9726-47EDB2CD7E6A}" type="presOf" srcId="{AABBE0A4-9943-4BF2-B71E-191309CC95E3}" destId="{CC747699-772A-46CD-813C-CF194BD9B24B}" srcOrd="0" destOrd="0" presId="urn:microsoft.com/office/officeart/2005/8/layout/list1"/>
    <dgm:cxn modelId="{F57ECCAD-E3AE-4B71-B46D-A6805307B534}" type="presOf" srcId="{F615DB35-EEEE-4AB5-B56F-08FC4B41153E}" destId="{EBD6D830-231F-4719-BD03-702045224D23}" srcOrd="0" destOrd="0" presId="urn:microsoft.com/office/officeart/2005/8/layout/list1"/>
    <dgm:cxn modelId="{0EEFF6AE-FA48-4659-9A2C-B37D957FE833}" type="presOf" srcId="{8CD2A057-4722-4F06-A13E-9D676106898D}" destId="{4BE67D07-2CEC-4DE8-AD5E-DDD7D322FC39}" srcOrd="1" destOrd="0" presId="urn:microsoft.com/office/officeart/2005/8/layout/list1"/>
    <dgm:cxn modelId="{1CA1E6B4-24B0-4966-B408-2A2CAC444108}" type="presOf" srcId="{2AA38D31-B8B1-4B45-85B3-183BE455B6E6}" destId="{398923F3-BF23-43A2-B30F-1E245ED93CBB}" srcOrd="0" destOrd="3" presId="urn:microsoft.com/office/officeart/2005/8/layout/list1"/>
    <dgm:cxn modelId="{B17D8BB6-C4EE-484F-8891-7BF7D75A9B55}" srcId="{4179305C-D9BC-4FA7-8BE0-C34BDE57E1FF}" destId="{C2AD54F1-0B0D-4D98-A464-07900CC7F8E4}" srcOrd="0" destOrd="0" parTransId="{09150DEB-0995-4039-93E5-D39CD4A9F9B9}" sibTransId="{A2CE6C12-1F3C-4D11-B69C-8FC8DCAD04A1}"/>
    <dgm:cxn modelId="{0D43AEB6-BD49-45A3-A28D-CD8619A7669F}" srcId="{1775BD14-B130-4DCD-A1D3-33E5F9D363E1}" destId="{ADE455D4-96B6-48DC-AE97-B15A5CC5572E}" srcOrd="2" destOrd="0" parTransId="{D0E59CC0-F93F-401F-BCB7-F0F473D8A340}" sibTransId="{484B1C20-AE08-4937-84A8-5D9CDC3F12B2}"/>
    <dgm:cxn modelId="{796F0BBD-4095-4B15-84A1-DF7E8BED1B95}" type="presOf" srcId="{1775BD14-B130-4DCD-A1D3-33E5F9D363E1}" destId="{B7D937EC-2021-4780-AC20-DBD121B3B6EF}" srcOrd="0" destOrd="0" presId="urn:microsoft.com/office/officeart/2005/8/layout/list1"/>
    <dgm:cxn modelId="{C5E745D5-4394-47EE-AC0F-9ABFBA36FD78}" type="presOf" srcId="{B3A0BEFB-1BDB-4040-8ED0-4172CFEE3322}" destId="{DA89A198-BD03-417D-B8D8-F7EFC21869EA}" srcOrd="0" destOrd="1" presId="urn:microsoft.com/office/officeart/2005/8/layout/list1"/>
    <dgm:cxn modelId="{A0FED7D6-D4F6-47A3-BF64-DDEC8287FCE7}" srcId="{8CD2A057-4722-4F06-A13E-9D676106898D}" destId="{155DAACA-3553-4AB4-941D-1613E6C6AC97}" srcOrd="0" destOrd="0" parTransId="{2D3C364C-0194-4109-9E66-5628BEB6E774}" sibTransId="{B864D8B1-D2AD-4BD8-9BA8-D3FF000EC55B}"/>
    <dgm:cxn modelId="{27DB02DA-3EE9-4878-9DEE-DD21D38CDD5B}" srcId="{AA49655E-AC21-4D52-9AE5-876E3DB89758}" destId="{DFA681E0-BB81-405D-B376-D5EDAA1AE6DB}" srcOrd="0" destOrd="0" parTransId="{D0E3BD71-FA8F-4CF0-8287-A1AE26266207}" sibTransId="{F25704E0-CAB9-445A-9FAC-AC4D3B51C2F4}"/>
    <dgm:cxn modelId="{E19FB6E0-7005-4E32-B2E5-D0E7D646613A}" type="presOf" srcId="{155DAACA-3553-4AB4-941D-1613E6C6AC97}" destId="{211E9F1F-E4DF-43C2-8351-BB16DBEE3A92}" srcOrd="0" destOrd="0" presId="urn:microsoft.com/office/officeart/2005/8/layout/list1"/>
    <dgm:cxn modelId="{1BF4E0E0-6726-4259-A40C-93B8972348E6}" type="presOf" srcId="{C2AD54F1-0B0D-4D98-A464-07900CC7F8E4}" destId="{B899DC30-F1C2-42B2-A49E-40C00661E4B3}" srcOrd="0" destOrd="0" presId="urn:microsoft.com/office/officeart/2005/8/layout/list1"/>
    <dgm:cxn modelId="{7C8C5DEB-319E-4028-8796-61162CA94FF9}" srcId="{F615DB35-EEEE-4AB5-B56F-08FC4B41153E}" destId="{4179305C-D9BC-4FA7-8BE0-C34BDE57E1FF}" srcOrd="1" destOrd="0" parTransId="{491C8FDE-D629-471E-A867-DC3FD886965A}" sibTransId="{1B43BF01-CEC1-46F4-A388-722B2A27ED92}"/>
    <dgm:cxn modelId="{AFFBD0EB-A5DC-4B84-97F4-F063270A804A}" type="presOf" srcId="{33D71B9C-5693-404D-AECE-D23912DB9D27}" destId="{B899DC30-F1C2-42B2-A49E-40C00661E4B3}" srcOrd="0" destOrd="1" presId="urn:microsoft.com/office/officeart/2005/8/layout/list1"/>
    <dgm:cxn modelId="{C0C0ACF2-3484-4820-A6C6-09B477EC7EBF}" srcId="{1775BD14-B130-4DCD-A1D3-33E5F9D363E1}" destId="{B3A0BEFB-1BDB-4040-8ED0-4172CFEE3322}" srcOrd="1" destOrd="0" parTransId="{6718C9B8-04B9-4D31-99FD-ECD2CB213258}" sibTransId="{50F0EC66-8518-4F21-9FEB-E18AECC18B40}"/>
    <dgm:cxn modelId="{C652F4F5-A653-42A4-857E-1CC2D4F19DFD}" srcId="{F615DB35-EEEE-4AB5-B56F-08FC4B41153E}" destId="{1775BD14-B130-4DCD-A1D3-33E5F9D363E1}" srcOrd="2" destOrd="0" parTransId="{CF5B1EB1-7F9A-4E54-B187-2B5E1E154EC3}" sibTransId="{A74E407F-A65C-44CC-B68B-9B66AEE3302C}"/>
    <dgm:cxn modelId="{9677F3FB-80E5-4C0C-92EE-7B05E80BB7C0}" srcId="{AA49655E-AC21-4D52-9AE5-876E3DB89758}" destId="{2AA38D31-B8B1-4B45-85B3-183BE455B6E6}" srcOrd="3" destOrd="0" parTransId="{ECCB906D-0E6D-4663-B8ED-C4AFC60B79D7}" sibTransId="{82C9DF18-7DD1-471B-8926-A5D5FB76B9DD}"/>
    <dgm:cxn modelId="{247CB5FC-4E01-4C24-B9B6-5A41CCC66954}" srcId="{5F46FDB2-8B9C-46FC-9C0A-FAC1A460E9CE}" destId="{F8EA75DB-460A-4165-B925-D4E4EB0C2E01}" srcOrd="2" destOrd="0" parTransId="{F21CE7E1-86B6-417E-A427-F94D8FFD2610}" sibTransId="{0C4890C1-93FE-4449-8B57-2FEFAC28901E}"/>
    <dgm:cxn modelId="{ED4153FE-B5B3-4AFC-84D6-565A7EEEA2B0}" srcId="{4179305C-D9BC-4FA7-8BE0-C34BDE57E1FF}" destId="{33D71B9C-5693-404D-AECE-D23912DB9D27}" srcOrd="1" destOrd="0" parTransId="{8475E35D-2A71-458F-A4AC-A31F7E10AC5F}" sibTransId="{DBF14952-162D-45A1-95A1-25CEE01538C5}"/>
    <dgm:cxn modelId="{D533FC89-4CD0-4FC4-878C-497412A11FFE}" type="presParOf" srcId="{EBD6D830-231F-4719-BD03-702045224D23}" destId="{4898F4E3-77FC-4255-A0CB-9AA40C8A47DE}" srcOrd="0" destOrd="0" presId="urn:microsoft.com/office/officeart/2005/8/layout/list1"/>
    <dgm:cxn modelId="{83FBEF99-33A7-481B-874F-2DE7C5524EB2}" type="presParOf" srcId="{4898F4E3-77FC-4255-A0CB-9AA40C8A47DE}" destId="{CC251DCA-05C4-4CF8-8BD0-CE17D998E79D}" srcOrd="0" destOrd="0" presId="urn:microsoft.com/office/officeart/2005/8/layout/list1"/>
    <dgm:cxn modelId="{A3480085-156E-41DD-B44E-8923B490140C}" type="presParOf" srcId="{4898F4E3-77FC-4255-A0CB-9AA40C8A47DE}" destId="{4BE67D07-2CEC-4DE8-AD5E-DDD7D322FC39}" srcOrd="1" destOrd="0" presId="urn:microsoft.com/office/officeart/2005/8/layout/list1"/>
    <dgm:cxn modelId="{C74DF56C-ED9B-4702-9B7A-50A7884A7592}" type="presParOf" srcId="{EBD6D830-231F-4719-BD03-702045224D23}" destId="{1EE6069A-D68D-4449-BECF-13D379ECA212}" srcOrd="1" destOrd="0" presId="urn:microsoft.com/office/officeart/2005/8/layout/list1"/>
    <dgm:cxn modelId="{5AFF0886-911D-4F03-B54C-E284F18F38DB}" type="presParOf" srcId="{EBD6D830-231F-4719-BD03-702045224D23}" destId="{211E9F1F-E4DF-43C2-8351-BB16DBEE3A92}" srcOrd="2" destOrd="0" presId="urn:microsoft.com/office/officeart/2005/8/layout/list1"/>
    <dgm:cxn modelId="{BEF04221-2B0D-4D9A-AEC8-5F94A8350F95}" type="presParOf" srcId="{EBD6D830-231F-4719-BD03-702045224D23}" destId="{4A8903DE-E144-4347-A2A4-A31B3D571E06}" srcOrd="3" destOrd="0" presId="urn:microsoft.com/office/officeart/2005/8/layout/list1"/>
    <dgm:cxn modelId="{E1A7C986-6F30-438A-B42A-FA733CF11ED6}" type="presParOf" srcId="{EBD6D830-231F-4719-BD03-702045224D23}" destId="{D196754B-ABEA-494F-B2E4-DDBA2E8E3053}" srcOrd="4" destOrd="0" presId="urn:microsoft.com/office/officeart/2005/8/layout/list1"/>
    <dgm:cxn modelId="{82FBFE90-1E62-45BA-A809-6A79E77A0FA0}" type="presParOf" srcId="{D196754B-ABEA-494F-B2E4-DDBA2E8E3053}" destId="{E944E18B-9F2F-4EA6-874B-D39F9F4B37E9}" srcOrd="0" destOrd="0" presId="urn:microsoft.com/office/officeart/2005/8/layout/list1"/>
    <dgm:cxn modelId="{3B04B61B-5A42-48FA-BC7D-5FAAF7B02CF3}" type="presParOf" srcId="{D196754B-ABEA-494F-B2E4-DDBA2E8E3053}" destId="{5FB0413C-35B7-4DCF-9F0C-E2FE058FDE6A}" srcOrd="1" destOrd="0" presId="urn:microsoft.com/office/officeart/2005/8/layout/list1"/>
    <dgm:cxn modelId="{F1A15599-817F-4696-9066-9745F5BCB9D0}" type="presParOf" srcId="{EBD6D830-231F-4719-BD03-702045224D23}" destId="{E57E88E9-64BC-4544-A04D-4BF741EC0CDC}" srcOrd="5" destOrd="0" presId="urn:microsoft.com/office/officeart/2005/8/layout/list1"/>
    <dgm:cxn modelId="{AC162E5B-F450-498F-BB79-6606A90A747A}" type="presParOf" srcId="{EBD6D830-231F-4719-BD03-702045224D23}" destId="{B899DC30-F1C2-42B2-A49E-40C00661E4B3}" srcOrd="6" destOrd="0" presId="urn:microsoft.com/office/officeart/2005/8/layout/list1"/>
    <dgm:cxn modelId="{5CF534E5-D0E4-4020-A73B-782969F60733}" type="presParOf" srcId="{EBD6D830-231F-4719-BD03-702045224D23}" destId="{009DC45A-BB8D-41F0-98F5-4B4E079D90EE}" srcOrd="7" destOrd="0" presId="urn:microsoft.com/office/officeart/2005/8/layout/list1"/>
    <dgm:cxn modelId="{5F48E7B6-4A3C-43B5-98D2-49972F8F5F8D}" type="presParOf" srcId="{EBD6D830-231F-4719-BD03-702045224D23}" destId="{BBF03AFC-04A8-4674-8CD0-76E9778B8EA9}" srcOrd="8" destOrd="0" presId="urn:microsoft.com/office/officeart/2005/8/layout/list1"/>
    <dgm:cxn modelId="{5BCBFEE6-53D5-4742-B99F-79FFD750FF9E}" type="presParOf" srcId="{BBF03AFC-04A8-4674-8CD0-76E9778B8EA9}" destId="{B7D937EC-2021-4780-AC20-DBD121B3B6EF}" srcOrd="0" destOrd="0" presId="urn:microsoft.com/office/officeart/2005/8/layout/list1"/>
    <dgm:cxn modelId="{774AB8C8-ED93-4ABB-B883-244F71A4243F}" type="presParOf" srcId="{BBF03AFC-04A8-4674-8CD0-76E9778B8EA9}" destId="{98AD5124-3CF6-49F7-AC15-58BB2ECB7519}" srcOrd="1" destOrd="0" presId="urn:microsoft.com/office/officeart/2005/8/layout/list1"/>
    <dgm:cxn modelId="{417DFC6B-CA81-4DA9-86E5-B1E5851B36D2}" type="presParOf" srcId="{EBD6D830-231F-4719-BD03-702045224D23}" destId="{73F500A0-C081-4607-B5B6-D411E4371495}" srcOrd="9" destOrd="0" presId="urn:microsoft.com/office/officeart/2005/8/layout/list1"/>
    <dgm:cxn modelId="{6A15EAE5-5F5E-41E4-A1D1-FF98988A9E04}" type="presParOf" srcId="{EBD6D830-231F-4719-BD03-702045224D23}" destId="{DA89A198-BD03-417D-B8D8-F7EFC21869EA}" srcOrd="10" destOrd="0" presId="urn:microsoft.com/office/officeart/2005/8/layout/list1"/>
    <dgm:cxn modelId="{9A89C1F1-9338-449E-B7AB-362962AC23EE}" type="presParOf" srcId="{EBD6D830-231F-4719-BD03-702045224D23}" destId="{97503A2C-CE2F-4C3D-87D5-49FC10B13DFE}" srcOrd="11" destOrd="0" presId="urn:microsoft.com/office/officeart/2005/8/layout/list1"/>
    <dgm:cxn modelId="{B1484A5A-6918-4E58-861E-4E22CDA7802D}" type="presParOf" srcId="{EBD6D830-231F-4719-BD03-702045224D23}" destId="{BAA004FF-C0B0-4AFB-AA97-B9EBE3DDA174}" srcOrd="12" destOrd="0" presId="urn:microsoft.com/office/officeart/2005/8/layout/list1"/>
    <dgm:cxn modelId="{A5B59996-B547-49B2-BE53-AD884C3DF386}" type="presParOf" srcId="{BAA004FF-C0B0-4AFB-AA97-B9EBE3DDA174}" destId="{432DF25F-3A95-4D33-8C20-7F68E409A3AD}" srcOrd="0" destOrd="0" presId="urn:microsoft.com/office/officeart/2005/8/layout/list1"/>
    <dgm:cxn modelId="{117ADE97-EAA4-41A6-9355-2256086572D6}" type="presParOf" srcId="{BAA004FF-C0B0-4AFB-AA97-B9EBE3DDA174}" destId="{32643C36-3F64-498C-8C0D-B7F3E31E4C1E}" srcOrd="1" destOrd="0" presId="urn:microsoft.com/office/officeart/2005/8/layout/list1"/>
    <dgm:cxn modelId="{81F8C01C-DA5F-45D7-8972-5759FBB413F8}" type="presParOf" srcId="{EBD6D830-231F-4719-BD03-702045224D23}" destId="{636BF5F7-BB86-4AD8-B50B-899CC5B3B2FC}" srcOrd="13" destOrd="0" presId="urn:microsoft.com/office/officeart/2005/8/layout/list1"/>
    <dgm:cxn modelId="{8E2F80EA-9517-4D43-BDF3-21F7810E79AB}" type="presParOf" srcId="{EBD6D830-231F-4719-BD03-702045224D23}" destId="{CC747699-772A-46CD-813C-CF194BD9B24B}" srcOrd="14" destOrd="0" presId="urn:microsoft.com/office/officeart/2005/8/layout/list1"/>
    <dgm:cxn modelId="{E8390677-F298-40AD-8B15-6072522A513B}" type="presParOf" srcId="{EBD6D830-231F-4719-BD03-702045224D23}" destId="{B25047B6-B165-4119-BBD6-A691D2CB0670}" srcOrd="15" destOrd="0" presId="urn:microsoft.com/office/officeart/2005/8/layout/list1"/>
    <dgm:cxn modelId="{B2675E9F-357A-486B-84CC-DE3DB3464C4C}" type="presParOf" srcId="{EBD6D830-231F-4719-BD03-702045224D23}" destId="{93BD06D9-07E2-4928-B160-972175A1DF37}" srcOrd="16" destOrd="0" presId="urn:microsoft.com/office/officeart/2005/8/layout/list1"/>
    <dgm:cxn modelId="{A14297D9-4ECD-4A45-9DB3-E30B39D9CBD3}" type="presParOf" srcId="{93BD06D9-07E2-4928-B160-972175A1DF37}" destId="{28A3FD51-86D7-40D6-9D50-220B99F68E83}" srcOrd="0" destOrd="0" presId="urn:microsoft.com/office/officeart/2005/8/layout/list1"/>
    <dgm:cxn modelId="{05E594B6-6643-450C-AA96-185964D8AA5E}" type="presParOf" srcId="{93BD06D9-07E2-4928-B160-972175A1DF37}" destId="{179E6E21-51F0-484A-874B-F439FDB7A343}" srcOrd="1" destOrd="0" presId="urn:microsoft.com/office/officeart/2005/8/layout/list1"/>
    <dgm:cxn modelId="{D9C3327E-0C0C-4D2B-8C50-161193E75F13}" type="presParOf" srcId="{EBD6D830-231F-4719-BD03-702045224D23}" destId="{802E2DF7-A985-4320-A060-465BAA46A157}" srcOrd="17" destOrd="0" presId="urn:microsoft.com/office/officeart/2005/8/layout/list1"/>
    <dgm:cxn modelId="{A6E82303-6A05-45C4-B1E5-A78F5BE5E6BB}" type="presParOf" srcId="{EBD6D830-231F-4719-BD03-702045224D23}" destId="{398923F3-BF23-43A2-B30F-1E245ED93CBB}" srcOrd="18" destOrd="0" presId="urn:microsoft.com/office/officeart/2005/8/layout/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26BA73B-0847-4769-945C-DF9C876B2F3A}" type="doc">
      <dgm:prSet loTypeId="urn:microsoft.com/office/officeart/2005/8/layout/list1" loCatId="list" qsTypeId="urn:microsoft.com/office/officeart/2005/8/quickstyle/simple1" qsCatId="simple" csTypeId="urn:microsoft.com/office/officeart/2005/8/colors/colorful2" csCatId="colorful" phldr="1"/>
      <dgm:spPr/>
      <dgm:t>
        <a:bodyPr/>
        <a:lstStyle/>
        <a:p>
          <a:endParaRPr lang="zh-CN" altLang="en-US"/>
        </a:p>
      </dgm:t>
    </dgm:pt>
    <dgm:pt modelId="{C0DEDDF9-DEA5-4D95-8CAD-3C9279CF9CE4}">
      <dgm:prSet phldrT="[文本]"/>
      <dgm:spPr/>
      <dgm:t>
        <a:bodyPr/>
        <a:lstStyle/>
        <a:p>
          <a:r>
            <a:rPr lang="en-US" altLang="en-US"/>
            <a:t>6. </a:t>
          </a:r>
          <a:r>
            <a:rPr lang="zh-CN" altLang="en-US"/>
            <a:t>沟通管理</a:t>
          </a:r>
          <a:endParaRPr lang="zh-CN" altLang="en-US" dirty="0"/>
        </a:p>
      </dgm:t>
    </dgm:pt>
    <dgm:pt modelId="{975DA8A4-1C54-48B4-B89D-70731BC9C764}" cxnId="{CA12FA64-66D8-4AA6-8641-A492E334C3A8}" type="parTrans">
      <dgm:prSet/>
      <dgm:spPr/>
      <dgm:t>
        <a:bodyPr/>
        <a:lstStyle/>
        <a:p>
          <a:endParaRPr lang="zh-CN" altLang="en-US"/>
        </a:p>
      </dgm:t>
    </dgm:pt>
    <dgm:pt modelId="{452B9154-9027-4015-A4F6-07255F1DE768}" cxnId="{CA12FA64-66D8-4AA6-8641-A492E334C3A8}" type="sibTrans">
      <dgm:prSet/>
      <dgm:spPr/>
      <dgm:t>
        <a:bodyPr/>
        <a:lstStyle/>
        <a:p>
          <a:endParaRPr lang="zh-CN" altLang="en-US"/>
        </a:p>
      </dgm:t>
    </dgm:pt>
    <dgm:pt modelId="{E78B0072-1340-459E-BF42-BC47307890A3}">
      <dgm:prSet phldrT="[文本]"/>
      <dgm:spPr/>
      <dgm:t>
        <a:bodyPr/>
        <a:lstStyle/>
        <a:p>
          <a:r>
            <a:rPr lang="zh-CN" altLang="en-US" dirty="0"/>
            <a:t>沟通的重要性与沟通计划</a:t>
          </a:r>
        </a:p>
      </dgm:t>
    </dgm:pt>
    <dgm:pt modelId="{5135C438-DA98-42BD-9EF1-E1ED37EDA4A8}" cxnId="{DF7EF225-433E-417D-AFAD-2C896ED8ADC6}" type="parTrans">
      <dgm:prSet/>
      <dgm:spPr/>
      <dgm:t>
        <a:bodyPr/>
        <a:lstStyle/>
        <a:p>
          <a:endParaRPr lang="zh-CN" altLang="en-US"/>
        </a:p>
      </dgm:t>
    </dgm:pt>
    <dgm:pt modelId="{04C3B90A-EAC0-45A5-9C4E-8DC1511E904E}" cxnId="{DF7EF225-433E-417D-AFAD-2C896ED8ADC6}" type="sibTrans">
      <dgm:prSet/>
      <dgm:spPr/>
      <dgm:t>
        <a:bodyPr/>
        <a:lstStyle/>
        <a:p>
          <a:endParaRPr lang="zh-CN" altLang="en-US"/>
        </a:p>
      </dgm:t>
    </dgm:pt>
    <dgm:pt modelId="{6BA85A65-B5E0-43C3-8C9E-C32AB236A083}">
      <dgm:prSet phldrT="[文本]"/>
      <dgm:spPr/>
      <dgm:t>
        <a:bodyPr/>
        <a:lstStyle/>
        <a:p>
          <a:r>
            <a:rPr lang="zh-CN" altLang="en-US" dirty="0"/>
            <a:t>沟通方式的选择与应用</a:t>
          </a:r>
        </a:p>
      </dgm:t>
    </dgm:pt>
    <dgm:pt modelId="{B2CD9D3B-A175-41F2-9A5D-2557AC074CAC}" cxnId="{35F3138E-F561-4B1F-A841-3D2AA7CB8C36}" type="parTrans">
      <dgm:prSet/>
      <dgm:spPr/>
      <dgm:t>
        <a:bodyPr/>
        <a:lstStyle/>
        <a:p>
          <a:endParaRPr lang="zh-CN" altLang="en-US"/>
        </a:p>
      </dgm:t>
    </dgm:pt>
    <dgm:pt modelId="{45E5FC61-5097-4969-B79D-86BA68D050FE}" cxnId="{35F3138E-F561-4B1F-A841-3D2AA7CB8C36}" type="sibTrans">
      <dgm:prSet/>
      <dgm:spPr/>
      <dgm:t>
        <a:bodyPr/>
        <a:lstStyle/>
        <a:p>
          <a:endParaRPr lang="zh-CN" altLang="en-US"/>
        </a:p>
      </dgm:t>
    </dgm:pt>
    <dgm:pt modelId="{36D3704D-B0DE-4B99-825B-45E156D03503}">
      <dgm:prSet phldrT="[文本]"/>
      <dgm:spPr/>
      <dgm:t>
        <a:bodyPr/>
        <a:lstStyle/>
        <a:p>
          <a:r>
            <a:rPr lang="zh-CN" altLang="en-US" dirty="0"/>
            <a:t>有效沟通的技巧与实践</a:t>
          </a:r>
        </a:p>
      </dgm:t>
    </dgm:pt>
    <dgm:pt modelId="{F0DD7071-FF71-486F-9336-18701C6917A5}" cxnId="{26184E85-F95D-42EB-B532-289A8C53E4CA}" type="parTrans">
      <dgm:prSet/>
      <dgm:spPr/>
      <dgm:t>
        <a:bodyPr/>
        <a:lstStyle/>
        <a:p>
          <a:endParaRPr lang="zh-CN" altLang="en-US"/>
        </a:p>
      </dgm:t>
    </dgm:pt>
    <dgm:pt modelId="{2AD0CE07-B038-4C54-B7B8-0F8467CE62FC}" cxnId="{26184E85-F95D-42EB-B532-289A8C53E4CA}" type="sibTrans">
      <dgm:prSet/>
      <dgm:spPr/>
      <dgm:t>
        <a:bodyPr/>
        <a:lstStyle/>
        <a:p>
          <a:endParaRPr lang="zh-CN" altLang="en-US"/>
        </a:p>
      </dgm:t>
    </dgm:pt>
    <dgm:pt modelId="{C93A1F49-C684-4E70-88AC-F581C77652C0}">
      <dgm:prSet phldrT="[文本]"/>
      <dgm:spPr/>
      <dgm:t>
        <a:bodyPr/>
        <a:lstStyle/>
        <a:p>
          <a:r>
            <a:rPr lang="zh-CN" altLang="en-US" dirty="0"/>
            <a:t>本质洞察、条理、同理心</a:t>
          </a:r>
        </a:p>
      </dgm:t>
    </dgm:pt>
    <dgm:pt modelId="{94C98B25-9E19-402C-99A6-16EDAF682978}" cxnId="{DE600CC4-3381-477F-9FE3-C117DFB7C95B}" type="parTrans">
      <dgm:prSet/>
      <dgm:spPr/>
      <dgm:t>
        <a:bodyPr/>
        <a:lstStyle/>
        <a:p>
          <a:endParaRPr lang="zh-CN" altLang="en-US"/>
        </a:p>
      </dgm:t>
    </dgm:pt>
    <dgm:pt modelId="{A1D177F5-DF1F-4C23-8E75-FC712B2C1258}" cxnId="{DE600CC4-3381-477F-9FE3-C117DFB7C95B}" type="sibTrans">
      <dgm:prSet/>
      <dgm:spPr/>
      <dgm:t>
        <a:bodyPr/>
        <a:lstStyle/>
        <a:p>
          <a:endParaRPr lang="zh-CN" altLang="en-US"/>
        </a:p>
      </dgm:t>
    </dgm:pt>
    <dgm:pt modelId="{A67BCFC4-6340-4A79-816A-F7AFB1069AF6}">
      <dgm:prSet phldrT="[文本]"/>
      <dgm:spPr/>
      <dgm:t>
        <a:bodyPr/>
        <a:lstStyle/>
        <a:p>
          <a:r>
            <a:rPr lang="zh-CN" altLang="en-US" dirty="0"/>
            <a:t>问题升级与解决策略</a:t>
          </a:r>
        </a:p>
      </dgm:t>
    </dgm:pt>
    <dgm:pt modelId="{309353ED-0D59-4F3B-870F-294D42159628}" cxnId="{CBCD4F2B-4416-40DE-ABAB-94FCE093B7B7}" type="parTrans">
      <dgm:prSet/>
      <dgm:spPr/>
      <dgm:t>
        <a:bodyPr/>
        <a:lstStyle/>
        <a:p>
          <a:endParaRPr lang="zh-CN" altLang="en-US"/>
        </a:p>
      </dgm:t>
    </dgm:pt>
    <dgm:pt modelId="{6D9B7077-9ED1-4CAF-9807-E2658BEC3C1B}" cxnId="{CBCD4F2B-4416-40DE-ABAB-94FCE093B7B7}" type="sibTrans">
      <dgm:prSet/>
      <dgm:spPr/>
      <dgm:t>
        <a:bodyPr/>
        <a:lstStyle/>
        <a:p>
          <a:endParaRPr lang="zh-CN" altLang="en-US"/>
        </a:p>
      </dgm:t>
    </dgm:pt>
    <dgm:pt modelId="{4F916991-BEE1-430C-BC0A-A2B875044C81}">
      <dgm:prSet phldrT="[文本]"/>
      <dgm:spPr/>
      <dgm:t>
        <a:bodyPr/>
        <a:lstStyle/>
        <a:p>
          <a:r>
            <a:rPr lang="en-US" altLang="en-US" dirty="0"/>
            <a:t>7. </a:t>
          </a:r>
          <a:r>
            <a:rPr lang="zh-CN" altLang="en-US" dirty="0"/>
            <a:t>执行阶段</a:t>
          </a:r>
        </a:p>
      </dgm:t>
    </dgm:pt>
    <dgm:pt modelId="{8BE6FE49-D9B1-4ED9-B826-D74ECA34AE8E}" cxnId="{68359122-FB11-4873-88D2-FA7C3FF011E1}" type="parTrans">
      <dgm:prSet/>
      <dgm:spPr/>
      <dgm:t>
        <a:bodyPr/>
        <a:lstStyle/>
        <a:p>
          <a:endParaRPr lang="zh-CN" altLang="en-US"/>
        </a:p>
      </dgm:t>
    </dgm:pt>
    <dgm:pt modelId="{79F8107A-D414-4A34-BEC0-4FEBB0BFCAE1}" cxnId="{68359122-FB11-4873-88D2-FA7C3FF011E1}" type="sibTrans">
      <dgm:prSet/>
      <dgm:spPr/>
      <dgm:t>
        <a:bodyPr/>
        <a:lstStyle/>
        <a:p>
          <a:endParaRPr lang="zh-CN" altLang="en-US"/>
        </a:p>
      </dgm:t>
    </dgm:pt>
    <dgm:pt modelId="{02EFA524-B6FC-43EC-9434-6149F457ABF2}">
      <dgm:prSet/>
      <dgm:spPr/>
      <dgm:t>
        <a:bodyPr/>
        <a:lstStyle/>
        <a:p>
          <a:r>
            <a:rPr lang="zh-CN" altLang="en-US" dirty="0"/>
            <a:t>团队建设与沟通管理</a:t>
          </a:r>
        </a:p>
      </dgm:t>
    </dgm:pt>
    <dgm:pt modelId="{998C303F-C063-46A5-8BF9-9E9B2CCBC8F3}" cxnId="{AA3F8EC7-1E9A-4E22-BC22-7C21F0AF2E49}" type="parTrans">
      <dgm:prSet/>
      <dgm:spPr/>
      <dgm:t>
        <a:bodyPr/>
        <a:lstStyle/>
        <a:p>
          <a:endParaRPr lang="zh-CN" altLang="en-US"/>
        </a:p>
      </dgm:t>
    </dgm:pt>
    <dgm:pt modelId="{BCE5B17E-1A04-48CA-A29A-C3EE09272AB9}" cxnId="{AA3F8EC7-1E9A-4E22-BC22-7C21F0AF2E49}" type="sibTrans">
      <dgm:prSet/>
      <dgm:spPr/>
      <dgm:t>
        <a:bodyPr/>
        <a:lstStyle/>
        <a:p>
          <a:endParaRPr lang="zh-CN" altLang="en-US"/>
        </a:p>
      </dgm:t>
    </dgm:pt>
    <dgm:pt modelId="{B0CAB11C-8D9A-49E6-8BC7-327F477AB2C4}">
      <dgm:prSet/>
      <dgm:spPr/>
      <dgm:t>
        <a:bodyPr/>
        <a:lstStyle/>
        <a:p>
          <a:r>
            <a:rPr lang="zh-CN" altLang="en-US" dirty="0"/>
            <a:t>项目启动会议的组织与执行</a:t>
          </a:r>
        </a:p>
      </dgm:t>
    </dgm:pt>
    <dgm:pt modelId="{4EE8B395-0C2A-4D47-9680-6F8BFFF588B3}" cxnId="{1B182DB5-8DAF-4B36-ABF0-FE4F711286C5}" type="parTrans">
      <dgm:prSet/>
      <dgm:spPr/>
      <dgm:t>
        <a:bodyPr/>
        <a:lstStyle/>
        <a:p>
          <a:endParaRPr lang="zh-CN" altLang="en-US"/>
        </a:p>
      </dgm:t>
    </dgm:pt>
    <dgm:pt modelId="{C6CA88CE-0EEE-4399-B4F6-B194FEEF0C0C}" cxnId="{1B182DB5-8DAF-4B36-ABF0-FE4F711286C5}" type="sibTrans">
      <dgm:prSet/>
      <dgm:spPr/>
      <dgm:t>
        <a:bodyPr/>
        <a:lstStyle/>
        <a:p>
          <a:endParaRPr lang="zh-CN" altLang="en-US"/>
        </a:p>
      </dgm:t>
    </dgm:pt>
    <dgm:pt modelId="{2EBDACB3-BD21-4EDA-AF05-2BD06B32804E}">
      <dgm:prSet/>
      <dgm:spPr/>
      <dgm:t>
        <a:bodyPr/>
        <a:lstStyle/>
        <a:p>
          <a:r>
            <a:rPr lang="zh-CN" altLang="en-US" dirty="0"/>
            <a:t>变更管理的原则与实践</a:t>
          </a:r>
        </a:p>
      </dgm:t>
    </dgm:pt>
    <dgm:pt modelId="{5AB10930-73DE-49FA-BBFC-637902BE8A18}" cxnId="{2C8C0C33-0F9B-4ADE-8B34-B340AD93C9D5}" type="parTrans">
      <dgm:prSet/>
      <dgm:spPr/>
      <dgm:t>
        <a:bodyPr/>
        <a:lstStyle/>
        <a:p>
          <a:endParaRPr lang="zh-CN" altLang="en-US"/>
        </a:p>
      </dgm:t>
    </dgm:pt>
    <dgm:pt modelId="{E06C4EDA-8F4E-4D9F-967B-B9E936FE0A22}" cxnId="{2C8C0C33-0F9B-4ADE-8B34-B340AD93C9D5}" type="sibTrans">
      <dgm:prSet/>
      <dgm:spPr/>
      <dgm:t>
        <a:bodyPr/>
        <a:lstStyle/>
        <a:p>
          <a:endParaRPr lang="zh-CN" altLang="en-US"/>
        </a:p>
      </dgm:t>
    </dgm:pt>
    <dgm:pt modelId="{6899F1B0-9700-49F7-9519-22092BE0A72E}">
      <dgm:prSet/>
      <dgm:spPr/>
      <dgm:t>
        <a:bodyPr/>
        <a:lstStyle/>
        <a:p>
          <a:r>
            <a:rPr lang="zh-CN" altLang="en-US" dirty="0"/>
            <a:t>监督与控制项目进度</a:t>
          </a:r>
        </a:p>
      </dgm:t>
    </dgm:pt>
    <dgm:pt modelId="{9C2A8CD3-7299-4381-9E86-3757ECD8D2EB}" cxnId="{C3F72766-A78D-4800-9BDD-D7349C69C9C2}" type="parTrans">
      <dgm:prSet/>
      <dgm:spPr/>
      <dgm:t>
        <a:bodyPr/>
        <a:lstStyle/>
        <a:p>
          <a:endParaRPr lang="zh-CN" altLang="en-US"/>
        </a:p>
      </dgm:t>
    </dgm:pt>
    <dgm:pt modelId="{5FCBFE58-7B1C-441B-8D4F-AC115DC0F131}" cxnId="{C3F72766-A78D-4800-9BDD-D7349C69C9C2}" type="sibTrans">
      <dgm:prSet/>
      <dgm:spPr/>
      <dgm:t>
        <a:bodyPr/>
        <a:lstStyle/>
        <a:p>
          <a:endParaRPr lang="zh-CN" altLang="en-US"/>
        </a:p>
      </dgm:t>
    </dgm:pt>
    <dgm:pt modelId="{82C9833F-7719-44DE-BF7F-F10A09F8DDD6}">
      <dgm:prSet/>
      <dgm:spPr/>
      <dgm:t>
        <a:bodyPr/>
        <a:lstStyle/>
        <a:p>
          <a:r>
            <a:rPr lang="zh-CN" altLang="en-US" dirty="0"/>
            <a:t>里程碑的设定与检查</a:t>
          </a:r>
        </a:p>
      </dgm:t>
    </dgm:pt>
    <dgm:pt modelId="{C445FD0C-750B-4B94-ABBA-01676E8003AE}" cxnId="{C61C2B08-6CF6-45C3-AFD7-3493B5F3874B}" type="parTrans">
      <dgm:prSet/>
      <dgm:spPr/>
      <dgm:t>
        <a:bodyPr/>
        <a:lstStyle/>
        <a:p>
          <a:endParaRPr lang="zh-CN" altLang="en-US"/>
        </a:p>
      </dgm:t>
    </dgm:pt>
    <dgm:pt modelId="{49173C97-C471-41F6-8097-9EB4ADB53A4E}" cxnId="{C61C2B08-6CF6-45C3-AFD7-3493B5F3874B}" type="sibTrans">
      <dgm:prSet/>
      <dgm:spPr/>
      <dgm:t>
        <a:bodyPr/>
        <a:lstStyle/>
        <a:p>
          <a:endParaRPr lang="zh-CN" altLang="en-US"/>
        </a:p>
      </dgm:t>
    </dgm:pt>
    <dgm:pt modelId="{0923153F-9DB3-43BC-A5CD-B8B519713001}">
      <dgm:prSet/>
      <dgm:spPr/>
      <dgm:t>
        <a:bodyPr/>
        <a:lstStyle/>
        <a:p>
          <a:r>
            <a:rPr lang="zh-CN" altLang="en-US" dirty="0"/>
            <a:t>完工总结与经验教训的记录</a:t>
          </a:r>
        </a:p>
      </dgm:t>
    </dgm:pt>
    <dgm:pt modelId="{CEBBD3B2-AAC9-45F7-84FB-0A040DFB03F9}" cxnId="{AC24CB72-A317-4979-836A-E36F5255A0D8}" type="parTrans">
      <dgm:prSet/>
      <dgm:spPr/>
      <dgm:t>
        <a:bodyPr/>
        <a:lstStyle/>
        <a:p>
          <a:endParaRPr lang="zh-CN" altLang="en-US"/>
        </a:p>
      </dgm:t>
    </dgm:pt>
    <dgm:pt modelId="{437A615D-B090-4423-BEDF-C435E805A48C}" cxnId="{AC24CB72-A317-4979-836A-E36F5255A0D8}" type="sibTrans">
      <dgm:prSet/>
      <dgm:spPr/>
      <dgm:t>
        <a:bodyPr/>
        <a:lstStyle/>
        <a:p>
          <a:endParaRPr lang="zh-CN" altLang="en-US"/>
        </a:p>
      </dgm:t>
    </dgm:pt>
    <dgm:pt modelId="{D9A6A2F3-CB88-49BA-8199-AB783E2EA329}">
      <dgm:prSet/>
      <dgm:spPr/>
      <dgm:t>
        <a:bodyPr/>
        <a:lstStyle/>
        <a:p>
          <a:r>
            <a:rPr lang="en-US" altLang="en-US" dirty="0"/>
            <a:t>8. </a:t>
          </a:r>
          <a:r>
            <a:rPr lang="zh-CN" altLang="en-US" dirty="0"/>
            <a:t>案例分析与实践</a:t>
          </a:r>
        </a:p>
      </dgm:t>
    </dgm:pt>
    <dgm:pt modelId="{07CB9283-96D9-415A-A92B-8CD7621D4983}" cxnId="{A1520A98-6D20-4C3D-80CF-0EFAF76F7983}" type="parTrans">
      <dgm:prSet/>
      <dgm:spPr/>
      <dgm:t>
        <a:bodyPr/>
        <a:lstStyle/>
        <a:p>
          <a:endParaRPr lang="zh-CN" altLang="en-US"/>
        </a:p>
      </dgm:t>
    </dgm:pt>
    <dgm:pt modelId="{2DAB6596-07C4-4184-8A4E-546921EAB24A}" cxnId="{A1520A98-6D20-4C3D-80CF-0EFAF76F7983}" type="sibTrans">
      <dgm:prSet/>
      <dgm:spPr/>
      <dgm:t>
        <a:bodyPr/>
        <a:lstStyle/>
        <a:p>
          <a:endParaRPr lang="zh-CN" altLang="en-US"/>
        </a:p>
      </dgm:t>
    </dgm:pt>
    <dgm:pt modelId="{D0F56B10-A811-4145-BA53-1FB55F9E95F4}">
      <dgm:prSet/>
      <dgm:spPr/>
      <dgm:t>
        <a:bodyPr/>
        <a:lstStyle/>
        <a:p>
          <a:r>
            <a:rPr lang="zh-CN" altLang="en-US" dirty="0"/>
            <a:t>分析案例中项目管理的成功与失败因素</a:t>
          </a:r>
        </a:p>
      </dgm:t>
    </dgm:pt>
    <dgm:pt modelId="{BE76C3A4-E615-4690-B14C-EDD1BC576D2D}" cxnId="{AD7766D7-D04C-4E61-BC45-628B8F52BA29}" type="parTrans">
      <dgm:prSet/>
      <dgm:spPr/>
      <dgm:t>
        <a:bodyPr/>
        <a:lstStyle/>
        <a:p>
          <a:endParaRPr lang="zh-CN" altLang="en-US"/>
        </a:p>
      </dgm:t>
    </dgm:pt>
    <dgm:pt modelId="{1A43242F-37B1-4D17-92FF-FA92AA1D63B0}" cxnId="{AD7766D7-D04C-4E61-BC45-628B8F52BA29}" type="sibTrans">
      <dgm:prSet/>
      <dgm:spPr/>
      <dgm:t>
        <a:bodyPr/>
        <a:lstStyle/>
        <a:p>
          <a:endParaRPr lang="zh-CN" altLang="en-US"/>
        </a:p>
      </dgm:t>
    </dgm:pt>
    <dgm:pt modelId="{7BD54E37-3A5C-4788-8D4F-0B248E4F11CD}">
      <dgm:prSet/>
      <dgm:spPr/>
      <dgm:t>
        <a:bodyPr/>
        <a:lstStyle/>
        <a:p>
          <a:r>
            <a:rPr lang="zh-CN" altLang="en-US" dirty="0"/>
            <a:t>讨论案例中的实践要点与改进措施</a:t>
          </a:r>
        </a:p>
      </dgm:t>
    </dgm:pt>
    <dgm:pt modelId="{0B1A14AD-9027-41DF-AA89-3B57A42A8ADC}" cxnId="{EB58D55A-B5E3-45F3-A255-B5CAA5CC29DF}" type="parTrans">
      <dgm:prSet/>
      <dgm:spPr/>
      <dgm:t>
        <a:bodyPr/>
        <a:lstStyle/>
        <a:p>
          <a:endParaRPr lang="zh-CN" altLang="en-US"/>
        </a:p>
      </dgm:t>
    </dgm:pt>
    <dgm:pt modelId="{455778DF-EA8E-48A9-A72D-D6DCA52BEDC0}" cxnId="{EB58D55A-B5E3-45F3-A255-B5CAA5CC29DF}" type="sibTrans">
      <dgm:prSet/>
      <dgm:spPr/>
      <dgm:t>
        <a:bodyPr/>
        <a:lstStyle/>
        <a:p>
          <a:endParaRPr lang="zh-CN" altLang="en-US"/>
        </a:p>
      </dgm:t>
    </dgm:pt>
    <dgm:pt modelId="{C12A91A3-2D44-41E8-A5C2-83E751E82F38}">
      <dgm:prSet/>
      <dgm:spPr/>
      <dgm:t>
        <a:bodyPr/>
        <a:lstStyle/>
        <a:p>
          <a:r>
            <a:rPr lang="en-US" altLang="en-US" dirty="0"/>
            <a:t>9. </a:t>
          </a:r>
          <a:r>
            <a:rPr lang="zh-CN" altLang="en-US" dirty="0"/>
            <a:t>课程总结和回顾</a:t>
          </a:r>
        </a:p>
      </dgm:t>
    </dgm:pt>
    <dgm:pt modelId="{5AEBBEE9-8D75-46A2-B0E9-A934E932A230}" cxnId="{ADC94E86-20A7-40A1-A1E0-3515423712BA}" type="parTrans">
      <dgm:prSet/>
      <dgm:spPr/>
      <dgm:t>
        <a:bodyPr/>
        <a:lstStyle/>
        <a:p>
          <a:endParaRPr lang="zh-CN" altLang="en-US"/>
        </a:p>
      </dgm:t>
    </dgm:pt>
    <dgm:pt modelId="{3B43097C-BCFC-492C-BB4A-CA7ACBF4A4D6}" cxnId="{ADC94E86-20A7-40A1-A1E0-3515423712BA}" type="sibTrans">
      <dgm:prSet/>
      <dgm:spPr/>
      <dgm:t>
        <a:bodyPr/>
        <a:lstStyle/>
        <a:p>
          <a:endParaRPr lang="zh-CN" altLang="en-US"/>
        </a:p>
      </dgm:t>
    </dgm:pt>
    <dgm:pt modelId="{36CEDE1F-1C9E-4059-B230-ECBE02034AE1}">
      <dgm:prSet/>
      <dgm:spPr/>
      <dgm:t>
        <a:bodyPr/>
        <a:lstStyle/>
        <a:p>
          <a:r>
            <a:rPr lang="zh-CN" altLang="en-US" dirty="0"/>
            <a:t>回顾课程要点</a:t>
          </a:r>
        </a:p>
      </dgm:t>
    </dgm:pt>
    <dgm:pt modelId="{549DC387-CBD4-4CAF-A009-0A4F2398A160}" cxnId="{EC69BE1F-7794-42D2-A5E3-02F51747C0DC}" type="parTrans">
      <dgm:prSet/>
      <dgm:spPr/>
      <dgm:t>
        <a:bodyPr/>
        <a:lstStyle/>
        <a:p>
          <a:endParaRPr lang="zh-CN" altLang="en-US"/>
        </a:p>
      </dgm:t>
    </dgm:pt>
    <dgm:pt modelId="{DE32A899-F915-4DC2-8CD0-1D9293FC69A1}" cxnId="{EC69BE1F-7794-42D2-A5E3-02F51747C0DC}" type="sibTrans">
      <dgm:prSet/>
      <dgm:spPr/>
      <dgm:t>
        <a:bodyPr/>
        <a:lstStyle/>
        <a:p>
          <a:endParaRPr lang="zh-CN" altLang="en-US"/>
        </a:p>
      </dgm:t>
    </dgm:pt>
    <dgm:pt modelId="{BD023DAA-69C6-4196-BAD0-9035656FF821}" type="pres">
      <dgm:prSet presAssocID="{726BA73B-0847-4769-945C-DF9C876B2F3A}" presName="linear" presStyleCnt="0">
        <dgm:presLayoutVars>
          <dgm:dir/>
          <dgm:animLvl val="lvl"/>
          <dgm:resizeHandles val="exact"/>
        </dgm:presLayoutVars>
      </dgm:prSet>
      <dgm:spPr/>
    </dgm:pt>
    <dgm:pt modelId="{45856193-C4B8-498D-B6BA-AC01DCBEE91E}" type="pres">
      <dgm:prSet presAssocID="{C0DEDDF9-DEA5-4D95-8CAD-3C9279CF9CE4}" presName="parentLin" presStyleCnt="0"/>
      <dgm:spPr/>
    </dgm:pt>
    <dgm:pt modelId="{4A3A7654-FA58-4D7B-B008-0995BB0FEDCD}" type="pres">
      <dgm:prSet presAssocID="{C0DEDDF9-DEA5-4D95-8CAD-3C9279CF9CE4}" presName="parentLeftMargin" presStyleLbl="node1" presStyleIdx="0" presStyleCnt="4"/>
      <dgm:spPr/>
    </dgm:pt>
    <dgm:pt modelId="{3755F6E4-575A-4E6A-B574-B611E150BA63}" type="pres">
      <dgm:prSet presAssocID="{C0DEDDF9-DEA5-4D95-8CAD-3C9279CF9CE4}" presName="parentText" presStyleLbl="node1" presStyleIdx="0" presStyleCnt="4">
        <dgm:presLayoutVars>
          <dgm:chMax val="0"/>
          <dgm:bulletEnabled val="1"/>
        </dgm:presLayoutVars>
      </dgm:prSet>
      <dgm:spPr/>
    </dgm:pt>
    <dgm:pt modelId="{DC48573C-2961-40EF-BC44-4229589C593B}" type="pres">
      <dgm:prSet presAssocID="{C0DEDDF9-DEA5-4D95-8CAD-3C9279CF9CE4}" presName="negativeSpace" presStyleCnt="0"/>
      <dgm:spPr/>
    </dgm:pt>
    <dgm:pt modelId="{53BC6CD0-A147-4782-BCB8-4CDB5986F7C0}" type="pres">
      <dgm:prSet presAssocID="{C0DEDDF9-DEA5-4D95-8CAD-3C9279CF9CE4}" presName="childText" presStyleLbl="conFgAcc1" presStyleIdx="0" presStyleCnt="4">
        <dgm:presLayoutVars>
          <dgm:bulletEnabled val="1"/>
        </dgm:presLayoutVars>
      </dgm:prSet>
      <dgm:spPr/>
    </dgm:pt>
    <dgm:pt modelId="{7AE9F5E0-6BC2-47A2-B3A1-0A2A1E7012A1}" type="pres">
      <dgm:prSet presAssocID="{452B9154-9027-4015-A4F6-07255F1DE768}" presName="spaceBetweenRectangles" presStyleCnt="0"/>
      <dgm:spPr/>
    </dgm:pt>
    <dgm:pt modelId="{7D958EBE-D4A9-46BA-A01D-3243D5A3F0C0}" type="pres">
      <dgm:prSet presAssocID="{4F916991-BEE1-430C-BC0A-A2B875044C81}" presName="parentLin" presStyleCnt="0"/>
      <dgm:spPr/>
    </dgm:pt>
    <dgm:pt modelId="{9773FE7F-F8E8-442D-9BA5-DD47ADC94D3E}" type="pres">
      <dgm:prSet presAssocID="{4F916991-BEE1-430C-BC0A-A2B875044C81}" presName="parentLeftMargin" presStyleLbl="node1" presStyleIdx="0" presStyleCnt="4"/>
      <dgm:spPr/>
    </dgm:pt>
    <dgm:pt modelId="{1BB1136E-7804-442E-8F8D-476DD7489FC2}" type="pres">
      <dgm:prSet presAssocID="{4F916991-BEE1-430C-BC0A-A2B875044C81}" presName="parentText" presStyleLbl="node1" presStyleIdx="1" presStyleCnt="4">
        <dgm:presLayoutVars>
          <dgm:chMax val="0"/>
          <dgm:bulletEnabled val="1"/>
        </dgm:presLayoutVars>
      </dgm:prSet>
      <dgm:spPr/>
    </dgm:pt>
    <dgm:pt modelId="{763A332B-B420-4AC8-BB69-364345F66834}" type="pres">
      <dgm:prSet presAssocID="{4F916991-BEE1-430C-BC0A-A2B875044C81}" presName="negativeSpace" presStyleCnt="0"/>
      <dgm:spPr/>
    </dgm:pt>
    <dgm:pt modelId="{D984E4FB-CE73-47A3-B0EA-4D35F05805CF}" type="pres">
      <dgm:prSet presAssocID="{4F916991-BEE1-430C-BC0A-A2B875044C81}" presName="childText" presStyleLbl="conFgAcc1" presStyleIdx="1" presStyleCnt="4">
        <dgm:presLayoutVars>
          <dgm:bulletEnabled val="1"/>
        </dgm:presLayoutVars>
      </dgm:prSet>
      <dgm:spPr/>
    </dgm:pt>
    <dgm:pt modelId="{3B267F7A-50E1-4064-A64D-553B5D49BC96}" type="pres">
      <dgm:prSet presAssocID="{79F8107A-D414-4A34-BEC0-4FEBB0BFCAE1}" presName="spaceBetweenRectangles" presStyleCnt="0"/>
      <dgm:spPr/>
    </dgm:pt>
    <dgm:pt modelId="{82212492-B7FB-401B-8314-CFDD0F4BF7BA}" type="pres">
      <dgm:prSet presAssocID="{D9A6A2F3-CB88-49BA-8199-AB783E2EA329}" presName="parentLin" presStyleCnt="0"/>
      <dgm:spPr/>
    </dgm:pt>
    <dgm:pt modelId="{F141D925-48EC-49D6-B881-7E06F7883FB4}" type="pres">
      <dgm:prSet presAssocID="{D9A6A2F3-CB88-49BA-8199-AB783E2EA329}" presName="parentLeftMargin" presStyleLbl="node1" presStyleIdx="1" presStyleCnt="4"/>
      <dgm:spPr/>
    </dgm:pt>
    <dgm:pt modelId="{10393268-92A1-4FCD-8998-7E0A7362B490}" type="pres">
      <dgm:prSet presAssocID="{D9A6A2F3-CB88-49BA-8199-AB783E2EA329}" presName="parentText" presStyleLbl="node1" presStyleIdx="2" presStyleCnt="4">
        <dgm:presLayoutVars>
          <dgm:chMax val="0"/>
          <dgm:bulletEnabled val="1"/>
        </dgm:presLayoutVars>
      </dgm:prSet>
      <dgm:spPr/>
    </dgm:pt>
    <dgm:pt modelId="{5E603338-DAE9-4A86-9E14-29A827B1C989}" type="pres">
      <dgm:prSet presAssocID="{D9A6A2F3-CB88-49BA-8199-AB783E2EA329}" presName="negativeSpace" presStyleCnt="0"/>
      <dgm:spPr/>
    </dgm:pt>
    <dgm:pt modelId="{F9831F47-F181-45EC-843B-998889864D2F}" type="pres">
      <dgm:prSet presAssocID="{D9A6A2F3-CB88-49BA-8199-AB783E2EA329}" presName="childText" presStyleLbl="conFgAcc1" presStyleIdx="2" presStyleCnt="4">
        <dgm:presLayoutVars>
          <dgm:bulletEnabled val="1"/>
        </dgm:presLayoutVars>
      </dgm:prSet>
      <dgm:spPr/>
    </dgm:pt>
    <dgm:pt modelId="{21F39F93-F6A9-486E-9644-101C436131D8}" type="pres">
      <dgm:prSet presAssocID="{2DAB6596-07C4-4184-8A4E-546921EAB24A}" presName="spaceBetweenRectangles" presStyleCnt="0"/>
      <dgm:spPr/>
    </dgm:pt>
    <dgm:pt modelId="{50143F47-7C31-447B-B645-1D679B97F4A2}" type="pres">
      <dgm:prSet presAssocID="{C12A91A3-2D44-41E8-A5C2-83E751E82F38}" presName="parentLin" presStyleCnt="0"/>
      <dgm:spPr/>
    </dgm:pt>
    <dgm:pt modelId="{10A84C67-A65A-47FB-9DA0-9BA3567F957E}" type="pres">
      <dgm:prSet presAssocID="{C12A91A3-2D44-41E8-A5C2-83E751E82F38}" presName="parentLeftMargin" presStyleLbl="node1" presStyleIdx="2" presStyleCnt="4"/>
      <dgm:spPr/>
    </dgm:pt>
    <dgm:pt modelId="{E378D72D-76F6-4ED4-9B7F-EB92AB2FF60B}" type="pres">
      <dgm:prSet presAssocID="{C12A91A3-2D44-41E8-A5C2-83E751E82F38}" presName="parentText" presStyleLbl="node1" presStyleIdx="3" presStyleCnt="4">
        <dgm:presLayoutVars>
          <dgm:chMax val="0"/>
          <dgm:bulletEnabled val="1"/>
        </dgm:presLayoutVars>
      </dgm:prSet>
      <dgm:spPr/>
    </dgm:pt>
    <dgm:pt modelId="{7836E3EA-49A1-4F9B-8E5B-99EF3431599B}" type="pres">
      <dgm:prSet presAssocID="{C12A91A3-2D44-41E8-A5C2-83E751E82F38}" presName="negativeSpace" presStyleCnt="0"/>
      <dgm:spPr/>
    </dgm:pt>
    <dgm:pt modelId="{6F745881-BF65-44E8-BD0B-B15D3F556EF5}" type="pres">
      <dgm:prSet presAssocID="{C12A91A3-2D44-41E8-A5C2-83E751E82F38}" presName="childText" presStyleLbl="conFgAcc1" presStyleIdx="3" presStyleCnt="4">
        <dgm:presLayoutVars>
          <dgm:bulletEnabled val="1"/>
        </dgm:presLayoutVars>
      </dgm:prSet>
      <dgm:spPr/>
    </dgm:pt>
  </dgm:ptLst>
  <dgm:cxnLst>
    <dgm:cxn modelId="{C61C2B08-6CF6-45C3-AFD7-3493B5F3874B}" srcId="{4F916991-BEE1-430C-BC0A-A2B875044C81}" destId="{82C9833F-7719-44DE-BF7F-F10A09F8DDD6}" srcOrd="4" destOrd="0" parTransId="{C445FD0C-750B-4B94-ABBA-01676E8003AE}" sibTransId="{49173C97-C471-41F6-8097-9EB4ADB53A4E}"/>
    <dgm:cxn modelId="{392FA90D-EABB-4EB7-9821-D28DF4DED3B4}" type="presOf" srcId="{E78B0072-1340-459E-BF42-BC47307890A3}" destId="{53BC6CD0-A147-4782-BCB8-4CDB5986F7C0}" srcOrd="0" destOrd="0" presId="urn:microsoft.com/office/officeart/2005/8/layout/list1"/>
    <dgm:cxn modelId="{EAAE0018-44E8-4D89-BF3D-8B99D1DCF537}" type="presOf" srcId="{6BA85A65-B5E0-43C3-8C9E-C32AB236A083}" destId="{53BC6CD0-A147-4782-BCB8-4CDB5986F7C0}" srcOrd="0" destOrd="1" presId="urn:microsoft.com/office/officeart/2005/8/layout/list1"/>
    <dgm:cxn modelId="{EC69BE1F-7794-42D2-A5E3-02F51747C0DC}" srcId="{C12A91A3-2D44-41E8-A5C2-83E751E82F38}" destId="{36CEDE1F-1C9E-4059-B230-ECBE02034AE1}" srcOrd="0" destOrd="0" parTransId="{549DC387-CBD4-4CAF-A009-0A4F2398A160}" sibTransId="{DE32A899-F915-4DC2-8CD0-1D9293FC69A1}"/>
    <dgm:cxn modelId="{68359122-FB11-4873-88D2-FA7C3FF011E1}" srcId="{726BA73B-0847-4769-945C-DF9C876B2F3A}" destId="{4F916991-BEE1-430C-BC0A-A2B875044C81}" srcOrd="1" destOrd="0" parTransId="{8BE6FE49-D9B1-4ED9-B826-D74ECA34AE8E}" sibTransId="{79F8107A-D414-4A34-BEC0-4FEBB0BFCAE1}"/>
    <dgm:cxn modelId="{DF7EF225-433E-417D-AFAD-2C896ED8ADC6}" srcId="{C0DEDDF9-DEA5-4D95-8CAD-3C9279CF9CE4}" destId="{E78B0072-1340-459E-BF42-BC47307890A3}" srcOrd="0" destOrd="0" parTransId="{5135C438-DA98-42BD-9EF1-E1ED37EDA4A8}" sibTransId="{04C3B90A-EAC0-45A5-9C4E-8DC1511E904E}"/>
    <dgm:cxn modelId="{CBCD4F2B-4416-40DE-ABAB-94FCE093B7B7}" srcId="{C0DEDDF9-DEA5-4D95-8CAD-3C9279CF9CE4}" destId="{A67BCFC4-6340-4A79-816A-F7AFB1069AF6}" srcOrd="4" destOrd="0" parTransId="{309353ED-0D59-4F3B-870F-294D42159628}" sibTransId="{6D9B7077-9ED1-4CAF-9807-E2658BEC3C1B}"/>
    <dgm:cxn modelId="{2FC90932-A4AC-4DDD-8AB4-95C3FC941FE9}" type="presOf" srcId="{36D3704D-B0DE-4B99-825B-45E156D03503}" destId="{53BC6CD0-A147-4782-BCB8-4CDB5986F7C0}" srcOrd="0" destOrd="2" presId="urn:microsoft.com/office/officeart/2005/8/layout/list1"/>
    <dgm:cxn modelId="{25184232-8557-478A-B14A-5691771D1DA7}" type="presOf" srcId="{C93A1F49-C684-4E70-88AC-F581C77652C0}" destId="{53BC6CD0-A147-4782-BCB8-4CDB5986F7C0}" srcOrd="0" destOrd="3" presId="urn:microsoft.com/office/officeart/2005/8/layout/list1"/>
    <dgm:cxn modelId="{2C8C0C33-0F9B-4ADE-8B34-B340AD93C9D5}" srcId="{4F916991-BEE1-430C-BC0A-A2B875044C81}" destId="{2EBDACB3-BD21-4EDA-AF05-2BD06B32804E}" srcOrd="2" destOrd="0" parTransId="{5AB10930-73DE-49FA-BBFC-637902BE8A18}" sibTransId="{E06C4EDA-8F4E-4D9F-967B-B9E936FE0A22}"/>
    <dgm:cxn modelId="{C2C9735D-D0E1-4FB1-A635-A3FB4DAC8CCE}" type="presOf" srcId="{C0DEDDF9-DEA5-4D95-8CAD-3C9279CF9CE4}" destId="{3755F6E4-575A-4E6A-B574-B611E150BA63}" srcOrd="1" destOrd="0" presId="urn:microsoft.com/office/officeart/2005/8/layout/list1"/>
    <dgm:cxn modelId="{CA12FA64-66D8-4AA6-8641-A492E334C3A8}" srcId="{726BA73B-0847-4769-945C-DF9C876B2F3A}" destId="{C0DEDDF9-DEA5-4D95-8CAD-3C9279CF9CE4}" srcOrd="0" destOrd="0" parTransId="{975DA8A4-1C54-48B4-B89D-70731BC9C764}" sibTransId="{452B9154-9027-4015-A4F6-07255F1DE768}"/>
    <dgm:cxn modelId="{F2CBF365-95D2-4776-A81D-1CACA8721538}" type="presOf" srcId="{4F916991-BEE1-430C-BC0A-A2B875044C81}" destId="{1BB1136E-7804-442E-8F8D-476DD7489FC2}" srcOrd="1" destOrd="0" presId="urn:microsoft.com/office/officeart/2005/8/layout/list1"/>
    <dgm:cxn modelId="{C3F72766-A78D-4800-9BDD-D7349C69C9C2}" srcId="{4F916991-BEE1-430C-BC0A-A2B875044C81}" destId="{6899F1B0-9700-49F7-9519-22092BE0A72E}" srcOrd="3" destOrd="0" parTransId="{9C2A8CD3-7299-4381-9E86-3757ECD8D2EB}" sibTransId="{5FCBFE58-7B1C-441B-8D4F-AC115DC0F131}"/>
    <dgm:cxn modelId="{8B24B26D-44BA-4E70-82FE-B215F2C99BC1}" type="presOf" srcId="{C12A91A3-2D44-41E8-A5C2-83E751E82F38}" destId="{10A84C67-A65A-47FB-9DA0-9BA3567F957E}" srcOrd="0" destOrd="0" presId="urn:microsoft.com/office/officeart/2005/8/layout/list1"/>
    <dgm:cxn modelId="{AC24CB72-A317-4979-836A-E36F5255A0D8}" srcId="{4F916991-BEE1-430C-BC0A-A2B875044C81}" destId="{0923153F-9DB3-43BC-A5CD-B8B519713001}" srcOrd="5" destOrd="0" parTransId="{CEBBD3B2-AAC9-45F7-84FB-0A040DFB03F9}" sibTransId="{437A615D-B090-4423-BEDF-C435E805A48C}"/>
    <dgm:cxn modelId="{2E3BD472-938C-41B7-A1F7-B02FC2E3521A}" type="presOf" srcId="{82C9833F-7719-44DE-BF7F-F10A09F8DDD6}" destId="{D984E4FB-CE73-47A3-B0EA-4D35F05805CF}" srcOrd="0" destOrd="4" presId="urn:microsoft.com/office/officeart/2005/8/layout/list1"/>
    <dgm:cxn modelId="{A76E7275-061F-4C1A-96D8-F5B318525E9B}" type="presOf" srcId="{D9A6A2F3-CB88-49BA-8199-AB783E2EA329}" destId="{F141D925-48EC-49D6-B881-7E06F7883FB4}" srcOrd="0" destOrd="0" presId="urn:microsoft.com/office/officeart/2005/8/layout/list1"/>
    <dgm:cxn modelId="{EB58D55A-B5E3-45F3-A255-B5CAA5CC29DF}" srcId="{D9A6A2F3-CB88-49BA-8199-AB783E2EA329}" destId="{7BD54E37-3A5C-4788-8D4F-0B248E4F11CD}" srcOrd="1" destOrd="0" parTransId="{0B1A14AD-9027-41DF-AA89-3B57A42A8ADC}" sibTransId="{455778DF-EA8E-48A9-A72D-D6DCA52BEDC0}"/>
    <dgm:cxn modelId="{26184E85-F95D-42EB-B532-289A8C53E4CA}" srcId="{C0DEDDF9-DEA5-4D95-8CAD-3C9279CF9CE4}" destId="{36D3704D-B0DE-4B99-825B-45E156D03503}" srcOrd="2" destOrd="0" parTransId="{F0DD7071-FF71-486F-9336-18701C6917A5}" sibTransId="{2AD0CE07-B038-4C54-B7B8-0F8467CE62FC}"/>
    <dgm:cxn modelId="{ADC94E86-20A7-40A1-A1E0-3515423712BA}" srcId="{726BA73B-0847-4769-945C-DF9C876B2F3A}" destId="{C12A91A3-2D44-41E8-A5C2-83E751E82F38}" srcOrd="3" destOrd="0" parTransId="{5AEBBEE9-8D75-46A2-B0E9-A934E932A230}" sibTransId="{3B43097C-BCFC-492C-BB4A-CA7ACBF4A4D6}"/>
    <dgm:cxn modelId="{35F3138E-F561-4B1F-A841-3D2AA7CB8C36}" srcId="{C0DEDDF9-DEA5-4D95-8CAD-3C9279CF9CE4}" destId="{6BA85A65-B5E0-43C3-8C9E-C32AB236A083}" srcOrd="1" destOrd="0" parTransId="{B2CD9D3B-A175-41F2-9A5D-2557AC074CAC}" sibTransId="{45E5FC61-5097-4969-B79D-86BA68D050FE}"/>
    <dgm:cxn modelId="{EA196F8F-73CE-415E-B71A-2DF77E7FE09B}" type="presOf" srcId="{2EBDACB3-BD21-4EDA-AF05-2BD06B32804E}" destId="{D984E4FB-CE73-47A3-B0EA-4D35F05805CF}" srcOrd="0" destOrd="2" presId="urn:microsoft.com/office/officeart/2005/8/layout/list1"/>
    <dgm:cxn modelId="{05FF1D91-EDC5-43D5-A59C-6D8F1A9525D8}" type="presOf" srcId="{36CEDE1F-1C9E-4059-B230-ECBE02034AE1}" destId="{6F745881-BF65-44E8-BD0B-B15D3F556EF5}" srcOrd="0" destOrd="0" presId="urn:microsoft.com/office/officeart/2005/8/layout/list1"/>
    <dgm:cxn modelId="{A1520A98-6D20-4C3D-80CF-0EFAF76F7983}" srcId="{726BA73B-0847-4769-945C-DF9C876B2F3A}" destId="{D9A6A2F3-CB88-49BA-8199-AB783E2EA329}" srcOrd="2" destOrd="0" parTransId="{07CB9283-96D9-415A-A92B-8CD7621D4983}" sibTransId="{2DAB6596-07C4-4184-8A4E-546921EAB24A}"/>
    <dgm:cxn modelId="{8C4CB99D-F31E-4804-8206-883249C24113}" type="presOf" srcId="{D0F56B10-A811-4145-BA53-1FB55F9E95F4}" destId="{F9831F47-F181-45EC-843B-998889864D2F}" srcOrd="0" destOrd="0" presId="urn:microsoft.com/office/officeart/2005/8/layout/list1"/>
    <dgm:cxn modelId="{D6F2D69D-5E2A-479C-B48C-F3066B21A2D7}" type="presOf" srcId="{A67BCFC4-6340-4A79-816A-F7AFB1069AF6}" destId="{53BC6CD0-A147-4782-BCB8-4CDB5986F7C0}" srcOrd="0" destOrd="4" presId="urn:microsoft.com/office/officeart/2005/8/layout/list1"/>
    <dgm:cxn modelId="{3675C8A7-4CA3-4505-B994-3B45E0C262F5}" type="presOf" srcId="{7BD54E37-3A5C-4788-8D4F-0B248E4F11CD}" destId="{F9831F47-F181-45EC-843B-998889864D2F}" srcOrd="0" destOrd="1" presId="urn:microsoft.com/office/officeart/2005/8/layout/list1"/>
    <dgm:cxn modelId="{89AC04B4-C314-4DD7-9C85-4B63EB8B0667}" type="presOf" srcId="{D9A6A2F3-CB88-49BA-8199-AB783E2EA329}" destId="{10393268-92A1-4FCD-8998-7E0A7362B490}" srcOrd="1" destOrd="0" presId="urn:microsoft.com/office/officeart/2005/8/layout/list1"/>
    <dgm:cxn modelId="{1B182DB5-8DAF-4B36-ABF0-FE4F711286C5}" srcId="{4F916991-BEE1-430C-BC0A-A2B875044C81}" destId="{B0CAB11C-8D9A-49E6-8BC7-327F477AB2C4}" srcOrd="1" destOrd="0" parTransId="{4EE8B395-0C2A-4D47-9680-6F8BFFF588B3}" sibTransId="{C6CA88CE-0EEE-4399-B4F6-B194FEEF0C0C}"/>
    <dgm:cxn modelId="{4FD62BB6-360D-498F-9BBE-E71BC0943C41}" type="presOf" srcId="{0923153F-9DB3-43BC-A5CD-B8B519713001}" destId="{D984E4FB-CE73-47A3-B0EA-4D35F05805CF}" srcOrd="0" destOrd="5" presId="urn:microsoft.com/office/officeart/2005/8/layout/list1"/>
    <dgm:cxn modelId="{394605B9-17F7-4B6C-B538-8FB8BB0D330C}" type="presOf" srcId="{726BA73B-0847-4769-945C-DF9C876B2F3A}" destId="{BD023DAA-69C6-4196-BAD0-9035656FF821}" srcOrd="0" destOrd="0" presId="urn:microsoft.com/office/officeart/2005/8/layout/list1"/>
    <dgm:cxn modelId="{DE600CC4-3381-477F-9FE3-C117DFB7C95B}" srcId="{C0DEDDF9-DEA5-4D95-8CAD-3C9279CF9CE4}" destId="{C93A1F49-C684-4E70-88AC-F581C77652C0}" srcOrd="3" destOrd="0" parTransId="{94C98B25-9E19-402C-99A6-16EDAF682978}" sibTransId="{A1D177F5-DF1F-4C23-8E75-FC712B2C1258}"/>
    <dgm:cxn modelId="{AA3F8EC7-1E9A-4E22-BC22-7C21F0AF2E49}" srcId="{4F916991-BEE1-430C-BC0A-A2B875044C81}" destId="{02EFA524-B6FC-43EC-9434-6149F457ABF2}" srcOrd="0" destOrd="0" parTransId="{998C303F-C063-46A5-8BF9-9E9B2CCBC8F3}" sibTransId="{BCE5B17E-1A04-48CA-A29A-C3EE09272AB9}"/>
    <dgm:cxn modelId="{BE545FC9-323F-46F6-BCFC-3F14C520584E}" type="presOf" srcId="{B0CAB11C-8D9A-49E6-8BC7-327F477AB2C4}" destId="{D984E4FB-CE73-47A3-B0EA-4D35F05805CF}" srcOrd="0" destOrd="1" presId="urn:microsoft.com/office/officeart/2005/8/layout/list1"/>
    <dgm:cxn modelId="{33AC9ECA-C4DD-45A9-8B98-D2EB317E17DA}" type="presOf" srcId="{4F916991-BEE1-430C-BC0A-A2B875044C81}" destId="{9773FE7F-F8E8-442D-9BA5-DD47ADC94D3E}" srcOrd="0" destOrd="0" presId="urn:microsoft.com/office/officeart/2005/8/layout/list1"/>
    <dgm:cxn modelId="{AD7766D7-D04C-4E61-BC45-628B8F52BA29}" srcId="{D9A6A2F3-CB88-49BA-8199-AB783E2EA329}" destId="{D0F56B10-A811-4145-BA53-1FB55F9E95F4}" srcOrd="0" destOrd="0" parTransId="{BE76C3A4-E615-4690-B14C-EDD1BC576D2D}" sibTransId="{1A43242F-37B1-4D17-92FF-FA92AA1D63B0}"/>
    <dgm:cxn modelId="{E7DA91E6-C3D0-4690-AABC-08FFF506EFA7}" type="presOf" srcId="{02EFA524-B6FC-43EC-9434-6149F457ABF2}" destId="{D984E4FB-CE73-47A3-B0EA-4D35F05805CF}" srcOrd="0" destOrd="0" presId="urn:microsoft.com/office/officeart/2005/8/layout/list1"/>
    <dgm:cxn modelId="{61BDC8E6-491E-4127-B7BB-ACD16051D2BE}" type="presOf" srcId="{C0DEDDF9-DEA5-4D95-8CAD-3C9279CF9CE4}" destId="{4A3A7654-FA58-4D7B-B008-0995BB0FEDCD}" srcOrd="0" destOrd="0" presId="urn:microsoft.com/office/officeart/2005/8/layout/list1"/>
    <dgm:cxn modelId="{66EED3EE-B945-4228-831C-2EDF740B6085}" type="presOf" srcId="{C12A91A3-2D44-41E8-A5C2-83E751E82F38}" destId="{E378D72D-76F6-4ED4-9B7F-EB92AB2FF60B}" srcOrd="1" destOrd="0" presId="urn:microsoft.com/office/officeart/2005/8/layout/list1"/>
    <dgm:cxn modelId="{BD7391F1-C100-43DA-BDE0-3108DEB2977E}" type="presOf" srcId="{6899F1B0-9700-49F7-9519-22092BE0A72E}" destId="{D984E4FB-CE73-47A3-B0EA-4D35F05805CF}" srcOrd="0" destOrd="3" presId="urn:microsoft.com/office/officeart/2005/8/layout/list1"/>
    <dgm:cxn modelId="{7A2FEF09-31CF-4FE6-9023-0666A609DBE5}" type="presParOf" srcId="{BD023DAA-69C6-4196-BAD0-9035656FF821}" destId="{45856193-C4B8-498D-B6BA-AC01DCBEE91E}" srcOrd="0" destOrd="0" presId="urn:microsoft.com/office/officeart/2005/8/layout/list1"/>
    <dgm:cxn modelId="{51161F13-0C03-4241-BC37-E58D184BADF5}" type="presParOf" srcId="{45856193-C4B8-498D-B6BA-AC01DCBEE91E}" destId="{4A3A7654-FA58-4D7B-B008-0995BB0FEDCD}" srcOrd="0" destOrd="0" presId="urn:microsoft.com/office/officeart/2005/8/layout/list1"/>
    <dgm:cxn modelId="{60F95DBC-0406-4740-96A3-87396A6A4F47}" type="presParOf" srcId="{45856193-C4B8-498D-B6BA-AC01DCBEE91E}" destId="{3755F6E4-575A-4E6A-B574-B611E150BA63}" srcOrd="1" destOrd="0" presId="urn:microsoft.com/office/officeart/2005/8/layout/list1"/>
    <dgm:cxn modelId="{776C64AA-9E8D-4E86-B14C-47D86605F27D}" type="presParOf" srcId="{BD023DAA-69C6-4196-BAD0-9035656FF821}" destId="{DC48573C-2961-40EF-BC44-4229589C593B}" srcOrd="1" destOrd="0" presId="urn:microsoft.com/office/officeart/2005/8/layout/list1"/>
    <dgm:cxn modelId="{9E238993-E402-4C7A-B75F-DE48F0315CF0}" type="presParOf" srcId="{BD023DAA-69C6-4196-BAD0-9035656FF821}" destId="{53BC6CD0-A147-4782-BCB8-4CDB5986F7C0}" srcOrd="2" destOrd="0" presId="urn:microsoft.com/office/officeart/2005/8/layout/list1"/>
    <dgm:cxn modelId="{A7096ECA-24F2-4C0E-9C69-1DB68F8D0BB5}" type="presParOf" srcId="{BD023DAA-69C6-4196-BAD0-9035656FF821}" destId="{7AE9F5E0-6BC2-47A2-B3A1-0A2A1E7012A1}" srcOrd="3" destOrd="0" presId="urn:microsoft.com/office/officeart/2005/8/layout/list1"/>
    <dgm:cxn modelId="{2910B9C6-7480-4F06-8D14-72D27416BE23}" type="presParOf" srcId="{BD023DAA-69C6-4196-BAD0-9035656FF821}" destId="{7D958EBE-D4A9-46BA-A01D-3243D5A3F0C0}" srcOrd="4" destOrd="0" presId="urn:microsoft.com/office/officeart/2005/8/layout/list1"/>
    <dgm:cxn modelId="{03A9F714-B2EC-4A01-8B68-3788A4650F5E}" type="presParOf" srcId="{7D958EBE-D4A9-46BA-A01D-3243D5A3F0C0}" destId="{9773FE7F-F8E8-442D-9BA5-DD47ADC94D3E}" srcOrd="0" destOrd="0" presId="urn:microsoft.com/office/officeart/2005/8/layout/list1"/>
    <dgm:cxn modelId="{12F8F2BD-E469-4293-9ED8-6F507E700609}" type="presParOf" srcId="{7D958EBE-D4A9-46BA-A01D-3243D5A3F0C0}" destId="{1BB1136E-7804-442E-8F8D-476DD7489FC2}" srcOrd="1" destOrd="0" presId="urn:microsoft.com/office/officeart/2005/8/layout/list1"/>
    <dgm:cxn modelId="{B82F67B6-7670-472D-951B-4CAE5381D871}" type="presParOf" srcId="{BD023DAA-69C6-4196-BAD0-9035656FF821}" destId="{763A332B-B420-4AC8-BB69-364345F66834}" srcOrd="5" destOrd="0" presId="urn:microsoft.com/office/officeart/2005/8/layout/list1"/>
    <dgm:cxn modelId="{4A878853-A7A1-4C83-83AB-E4761DF5ACE0}" type="presParOf" srcId="{BD023DAA-69C6-4196-BAD0-9035656FF821}" destId="{D984E4FB-CE73-47A3-B0EA-4D35F05805CF}" srcOrd="6" destOrd="0" presId="urn:microsoft.com/office/officeart/2005/8/layout/list1"/>
    <dgm:cxn modelId="{22944E7D-4FFE-4EFF-8D09-A32B30ED5C52}" type="presParOf" srcId="{BD023DAA-69C6-4196-BAD0-9035656FF821}" destId="{3B267F7A-50E1-4064-A64D-553B5D49BC96}" srcOrd="7" destOrd="0" presId="urn:microsoft.com/office/officeart/2005/8/layout/list1"/>
    <dgm:cxn modelId="{15AA5F27-D5B7-4357-9F03-AFAFE2174A5D}" type="presParOf" srcId="{BD023DAA-69C6-4196-BAD0-9035656FF821}" destId="{82212492-B7FB-401B-8314-CFDD0F4BF7BA}" srcOrd="8" destOrd="0" presId="urn:microsoft.com/office/officeart/2005/8/layout/list1"/>
    <dgm:cxn modelId="{3F4D3995-CBC8-4CD1-AC28-8FA9AB4B55C6}" type="presParOf" srcId="{82212492-B7FB-401B-8314-CFDD0F4BF7BA}" destId="{F141D925-48EC-49D6-B881-7E06F7883FB4}" srcOrd="0" destOrd="0" presId="urn:microsoft.com/office/officeart/2005/8/layout/list1"/>
    <dgm:cxn modelId="{75BB6FFC-3A40-4375-8D34-F5280E7BD8C0}" type="presParOf" srcId="{82212492-B7FB-401B-8314-CFDD0F4BF7BA}" destId="{10393268-92A1-4FCD-8998-7E0A7362B490}" srcOrd="1" destOrd="0" presId="urn:microsoft.com/office/officeart/2005/8/layout/list1"/>
    <dgm:cxn modelId="{55A69EB5-2209-465F-841F-9C01DD2580DF}" type="presParOf" srcId="{BD023DAA-69C6-4196-BAD0-9035656FF821}" destId="{5E603338-DAE9-4A86-9E14-29A827B1C989}" srcOrd="9" destOrd="0" presId="urn:microsoft.com/office/officeart/2005/8/layout/list1"/>
    <dgm:cxn modelId="{6FD52DFA-A6AA-4BA4-A1F8-BE9DF852D625}" type="presParOf" srcId="{BD023DAA-69C6-4196-BAD0-9035656FF821}" destId="{F9831F47-F181-45EC-843B-998889864D2F}" srcOrd="10" destOrd="0" presId="urn:microsoft.com/office/officeart/2005/8/layout/list1"/>
    <dgm:cxn modelId="{516F359B-D04B-4C18-BDD1-D8205C6D88F4}" type="presParOf" srcId="{BD023DAA-69C6-4196-BAD0-9035656FF821}" destId="{21F39F93-F6A9-486E-9644-101C436131D8}" srcOrd="11" destOrd="0" presId="urn:microsoft.com/office/officeart/2005/8/layout/list1"/>
    <dgm:cxn modelId="{9A391671-A433-4838-A98B-13006C2A2C56}" type="presParOf" srcId="{BD023DAA-69C6-4196-BAD0-9035656FF821}" destId="{50143F47-7C31-447B-B645-1D679B97F4A2}" srcOrd="12" destOrd="0" presId="urn:microsoft.com/office/officeart/2005/8/layout/list1"/>
    <dgm:cxn modelId="{0E43DF53-506F-497B-9BCD-C65F61A4D915}" type="presParOf" srcId="{50143F47-7C31-447B-B645-1D679B97F4A2}" destId="{10A84C67-A65A-47FB-9DA0-9BA3567F957E}" srcOrd="0" destOrd="0" presId="urn:microsoft.com/office/officeart/2005/8/layout/list1"/>
    <dgm:cxn modelId="{041FAD86-408E-499F-AF56-20BE5BEFA4D1}" type="presParOf" srcId="{50143F47-7C31-447B-B645-1D679B97F4A2}" destId="{E378D72D-76F6-4ED4-9B7F-EB92AB2FF60B}" srcOrd="1" destOrd="0" presId="urn:microsoft.com/office/officeart/2005/8/layout/list1"/>
    <dgm:cxn modelId="{A285F589-A8B7-4A11-B2FA-3326E2CD7335}" type="presParOf" srcId="{BD023DAA-69C6-4196-BAD0-9035656FF821}" destId="{7836E3EA-49A1-4F9B-8E5B-99EF3431599B}" srcOrd="13" destOrd="0" presId="urn:microsoft.com/office/officeart/2005/8/layout/list1"/>
    <dgm:cxn modelId="{8EA48765-59EE-400D-8ACF-775DACB7E5DC}" type="presParOf" srcId="{BD023DAA-69C6-4196-BAD0-9035656FF821}" destId="{6F745881-BF65-44E8-BD0B-B15D3F556EF5}" srcOrd="14" destOrd="0" presId="urn:microsoft.com/office/officeart/2005/8/layout/list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615DB35-EEEE-4AB5-B56F-08FC4B41153E}"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zh-CN" altLang="en-US"/>
        </a:p>
      </dgm:t>
    </dgm:pt>
    <dgm:pt modelId="{8CD2A057-4722-4F06-A13E-9D676106898D}">
      <dgm:prSet phldrT="[文本]"/>
      <dgm:spPr/>
      <dgm:t>
        <a:bodyPr/>
        <a:lstStyle/>
        <a:p>
          <a:r>
            <a:rPr lang="en-US" altLang="en-US" dirty="0"/>
            <a:t>1. </a:t>
          </a:r>
          <a:r>
            <a:rPr lang="zh-CN" altLang="en-US" dirty="0"/>
            <a:t>引言</a:t>
          </a:r>
        </a:p>
      </dgm:t>
    </dgm:pt>
    <dgm:pt modelId="{3430EABE-77C1-45F5-A273-D84557BFF0FA}" cxnId="{9380673F-CA78-4E2C-A680-CCE48F323484}" type="parTrans">
      <dgm:prSet/>
      <dgm:spPr/>
      <dgm:t>
        <a:bodyPr/>
        <a:lstStyle/>
        <a:p>
          <a:endParaRPr lang="zh-CN" altLang="en-US"/>
        </a:p>
      </dgm:t>
    </dgm:pt>
    <dgm:pt modelId="{84BC8DC8-1CA1-403A-B58C-A304131E35E7}" cxnId="{9380673F-CA78-4E2C-A680-CCE48F323484}" type="sibTrans">
      <dgm:prSet/>
      <dgm:spPr/>
      <dgm:t>
        <a:bodyPr/>
        <a:lstStyle/>
        <a:p>
          <a:endParaRPr lang="zh-CN" altLang="en-US"/>
        </a:p>
      </dgm:t>
    </dgm:pt>
    <dgm:pt modelId="{155DAACA-3553-4AB4-941D-1613E6C6AC97}">
      <dgm:prSet/>
      <dgm:spPr/>
      <dgm:t>
        <a:bodyPr/>
        <a:lstStyle/>
        <a:p>
          <a:r>
            <a:rPr lang="zh-CN" altLang="en-US" dirty="0"/>
            <a:t>项目管理的重要性</a:t>
          </a:r>
        </a:p>
      </dgm:t>
    </dgm:pt>
    <dgm:pt modelId="{2D3C364C-0194-4109-9E66-5628BEB6E774}" cxnId="{A0FED7D6-D4F6-47A3-BF64-DDEC8287FCE7}" type="parTrans">
      <dgm:prSet/>
      <dgm:spPr/>
      <dgm:t>
        <a:bodyPr/>
        <a:lstStyle/>
        <a:p>
          <a:endParaRPr lang="zh-CN" altLang="en-US"/>
        </a:p>
      </dgm:t>
    </dgm:pt>
    <dgm:pt modelId="{B864D8B1-D2AD-4BD8-9BA8-D3FF000EC55B}" cxnId="{A0FED7D6-D4F6-47A3-BF64-DDEC8287FCE7}" type="sibTrans">
      <dgm:prSet/>
      <dgm:spPr/>
      <dgm:t>
        <a:bodyPr/>
        <a:lstStyle/>
        <a:p>
          <a:endParaRPr lang="zh-CN" altLang="en-US"/>
        </a:p>
      </dgm:t>
    </dgm:pt>
    <dgm:pt modelId="{CFEB4A4B-0749-4675-AC39-B6BEBA1FB6A1}">
      <dgm:prSet/>
      <dgm:spPr/>
      <dgm:t>
        <a:bodyPr/>
        <a:lstStyle/>
        <a:p>
          <a:r>
            <a:rPr lang="zh-CN" altLang="en-US" dirty="0"/>
            <a:t>课程目标</a:t>
          </a:r>
        </a:p>
      </dgm:t>
    </dgm:pt>
    <dgm:pt modelId="{4B91D0A0-73BB-416F-AA07-4EBEAF2CBDFE}" cxnId="{06483E18-C655-4FD1-A49B-C06DDF8D19BE}" type="parTrans">
      <dgm:prSet/>
      <dgm:spPr/>
      <dgm:t>
        <a:bodyPr/>
        <a:lstStyle/>
        <a:p>
          <a:endParaRPr lang="zh-CN" altLang="en-US"/>
        </a:p>
      </dgm:t>
    </dgm:pt>
    <dgm:pt modelId="{295A1BC5-C232-4D48-B2C3-589735394B4B}" cxnId="{06483E18-C655-4FD1-A49B-C06DDF8D19BE}" type="sibTrans">
      <dgm:prSet/>
      <dgm:spPr/>
      <dgm:t>
        <a:bodyPr/>
        <a:lstStyle/>
        <a:p>
          <a:endParaRPr lang="zh-CN" altLang="en-US"/>
        </a:p>
      </dgm:t>
    </dgm:pt>
    <dgm:pt modelId="{4179305C-D9BC-4FA7-8BE0-C34BDE57E1FF}">
      <dgm:prSet/>
      <dgm:spPr/>
      <dgm:t>
        <a:bodyPr/>
        <a:lstStyle/>
        <a:p>
          <a:r>
            <a:rPr lang="en-US" altLang="en-US" dirty="0"/>
            <a:t>2. </a:t>
          </a:r>
          <a:r>
            <a:rPr lang="zh-CN" altLang="en-US" dirty="0"/>
            <a:t>项目管理基本概念</a:t>
          </a:r>
        </a:p>
      </dgm:t>
    </dgm:pt>
    <dgm:pt modelId="{491C8FDE-D629-471E-A867-DC3FD886965A}" cxnId="{7C8C5DEB-319E-4028-8796-61162CA94FF9}" type="parTrans">
      <dgm:prSet/>
      <dgm:spPr/>
      <dgm:t>
        <a:bodyPr/>
        <a:lstStyle/>
        <a:p>
          <a:endParaRPr lang="zh-CN" altLang="en-US"/>
        </a:p>
      </dgm:t>
    </dgm:pt>
    <dgm:pt modelId="{1B43BF01-CEC1-46F4-A388-722B2A27ED92}" cxnId="{7C8C5DEB-319E-4028-8796-61162CA94FF9}" type="sibTrans">
      <dgm:prSet/>
      <dgm:spPr/>
      <dgm:t>
        <a:bodyPr/>
        <a:lstStyle/>
        <a:p>
          <a:endParaRPr lang="zh-CN" altLang="en-US"/>
        </a:p>
      </dgm:t>
    </dgm:pt>
    <dgm:pt modelId="{C2AD54F1-0B0D-4D98-A464-07900CC7F8E4}">
      <dgm:prSet/>
      <dgm:spPr/>
      <dgm:t>
        <a:bodyPr/>
        <a:lstStyle/>
        <a:p>
          <a:r>
            <a:rPr lang="zh-CN" altLang="en-US" dirty="0"/>
            <a:t>项目的定义与特点</a:t>
          </a:r>
        </a:p>
      </dgm:t>
    </dgm:pt>
    <dgm:pt modelId="{09150DEB-0995-4039-93E5-D39CD4A9F9B9}" cxnId="{B17D8BB6-C4EE-484F-8891-7BF7D75A9B55}" type="parTrans">
      <dgm:prSet/>
      <dgm:spPr/>
      <dgm:t>
        <a:bodyPr/>
        <a:lstStyle/>
        <a:p>
          <a:endParaRPr lang="zh-CN" altLang="en-US"/>
        </a:p>
      </dgm:t>
    </dgm:pt>
    <dgm:pt modelId="{A2CE6C12-1F3C-4D11-B69C-8FC8DCAD04A1}" cxnId="{B17D8BB6-C4EE-484F-8891-7BF7D75A9B55}" type="sibTrans">
      <dgm:prSet/>
      <dgm:spPr/>
      <dgm:t>
        <a:bodyPr/>
        <a:lstStyle/>
        <a:p>
          <a:endParaRPr lang="zh-CN" altLang="en-US"/>
        </a:p>
      </dgm:t>
    </dgm:pt>
    <dgm:pt modelId="{33D71B9C-5693-404D-AECE-D23912DB9D27}">
      <dgm:prSet/>
      <dgm:spPr/>
      <dgm:t>
        <a:bodyPr/>
        <a:lstStyle/>
        <a:p>
          <a:r>
            <a:rPr lang="zh-CN" altLang="en-US" dirty="0"/>
            <a:t>项目相关方的角色与影响</a:t>
          </a:r>
        </a:p>
      </dgm:t>
    </dgm:pt>
    <dgm:pt modelId="{8475E35D-2A71-458F-A4AC-A31F7E10AC5F}" cxnId="{ED4153FE-B5B3-4AFC-84D6-565A7EEEA2B0}" type="parTrans">
      <dgm:prSet/>
      <dgm:spPr/>
      <dgm:t>
        <a:bodyPr/>
        <a:lstStyle/>
        <a:p>
          <a:endParaRPr lang="zh-CN" altLang="en-US"/>
        </a:p>
      </dgm:t>
    </dgm:pt>
    <dgm:pt modelId="{DBF14952-162D-45A1-95A1-25CEE01538C5}" cxnId="{ED4153FE-B5B3-4AFC-84D6-565A7EEEA2B0}" type="sibTrans">
      <dgm:prSet/>
      <dgm:spPr/>
      <dgm:t>
        <a:bodyPr/>
        <a:lstStyle/>
        <a:p>
          <a:endParaRPr lang="zh-CN" altLang="en-US"/>
        </a:p>
      </dgm:t>
    </dgm:pt>
    <dgm:pt modelId="{8E16D7F1-79F4-444F-BD75-FF26C5371886}">
      <dgm:prSet/>
      <dgm:spPr/>
      <dgm:t>
        <a:bodyPr/>
        <a:lstStyle/>
        <a:p>
          <a:r>
            <a:rPr lang="zh-CN" altLang="en-US" dirty="0"/>
            <a:t>项目三角形：范围、时间、成本</a:t>
          </a:r>
        </a:p>
      </dgm:t>
    </dgm:pt>
    <dgm:pt modelId="{CC30C505-BA3E-42D1-A662-2151DEA02B05}" cxnId="{8FC19421-BAE4-4EA4-BDE2-34B8B4D2AC4D}" type="parTrans">
      <dgm:prSet/>
      <dgm:spPr/>
      <dgm:t>
        <a:bodyPr/>
        <a:lstStyle/>
        <a:p>
          <a:endParaRPr lang="zh-CN" altLang="en-US"/>
        </a:p>
      </dgm:t>
    </dgm:pt>
    <dgm:pt modelId="{964AC231-6D91-44E2-857D-D422754DDC0C}" cxnId="{8FC19421-BAE4-4EA4-BDE2-34B8B4D2AC4D}" type="sibTrans">
      <dgm:prSet/>
      <dgm:spPr/>
      <dgm:t>
        <a:bodyPr/>
        <a:lstStyle/>
        <a:p>
          <a:endParaRPr lang="zh-CN" altLang="en-US"/>
        </a:p>
      </dgm:t>
    </dgm:pt>
    <dgm:pt modelId="{1775BD14-B130-4DCD-A1D3-33E5F9D363E1}">
      <dgm:prSet/>
      <dgm:spPr/>
      <dgm:t>
        <a:bodyPr/>
        <a:lstStyle/>
        <a:p>
          <a:r>
            <a:rPr lang="en-US" altLang="en-US" dirty="0"/>
            <a:t>3. </a:t>
          </a:r>
          <a:r>
            <a:rPr lang="zh-CN" altLang="en-US" dirty="0"/>
            <a:t>项目管理流程与结构</a:t>
          </a:r>
        </a:p>
      </dgm:t>
    </dgm:pt>
    <dgm:pt modelId="{CF5B1EB1-7F9A-4E54-B187-2B5E1E154EC3}" cxnId="{C652F4F5-A653-42A4-857E-1CC2D4F19DFD}" type="parTrans">
      <dgm:prSet/>
      <dgm:spPr/>
      <dgm:t>
        <a:bodyPr/>
        <a:lstStyle/>
        <a:p>
          <a:endParaRPr lang="zh-CN" altLang="en-US"/>
        </a:p>
      </dgm:t>
    </dgm:pt>
    <dgm:pt modelId="{A74E407F-A65C-44CC-B68B-9B66AEE3302C}" cxnId="{C652F4F5-A653-42A4-857E-1CC2D4F19DFD}" type="sibTrans">
      <dgm:prSet/>
      <dgm:spPr/>
      <dgm:t>
        <a:bodyPr/>
        <a:lstStyle/>
        <a:p>
          <a:endParaRPr lang="zh-CN" altLang="en-US"/>
        </a:p>
      </dgm:t>
    </dgm:pt>
    <dgm:pt modelId="{C694D2FA-AD1E-4200-BCB5-1009F4DDF171}">
      <dgm:prSet/>
      <dgm:spPr/>
      <dgm:t>
        <a:bodyPr/>
        <a:lstStyle/>
        <a:p>
          <a:r>
            <a:rPr lang="zh-CN" altLang="en-US" dirty="0"/>
            <a:t>项目管理知识体系概述</a:t>
          </a:r>
        </a:p>
      </dgm:t>
    </dgm:pt>
    <dgm:pt modelId="{D75C7E2F-1C12-4794-884E-2B60C561A393}" cxnId="{14D891AB-2F31-4A1D-AD88-88F4AC2D75E1}" type="parTrans">
      <dgm:prSet/>
      <dgm:spPr/>
      <dgm:t>
        <a:bodyPr/>
        <a:lstStyle/>
        <a:p>
          <a:endParaRPr lang="zh-CN" altLang="en-US"/>
        </a:p>
      </dgm:t>
    </dgm:pt>
    <dgm:pt modelId="{AB6C1409-313A-4B51-9006-FC9ECED08A4A}" cxnId="{14D891AB-2F31-4A1D-AD88-88F4AC2D75E1}" type="sibTrans">
      <dgm:prSet/>
      <dgm:spPr/>
      <dgm:t>
        <a:bodyPr/>
        <a:lstStyle/>
        <a:p>
          <a:endParaRPr lang="zh-CN" altLang="en-US"/>
        </a:p>
      </dgm:t>
    </dgm:pt>
    <dgm:pt modelId="{B3A0BEFB-1BDB-4040-8ED0-4172CFEE3322}">
      <dgm:prSet/>
      <dgm:spPr/>
      <dgm:t>
        <a:bodyPr/>
        <a:lstStyle/>
        <a:p>
          <a:r>
            <a:rPr lang="zh-CN" altLang="en-US" dirty="0"/>
            <a:t>项目管理流程的三个阶段：定义、计划、实施</a:t>
          </a:r>
        </a:p>
      </dgm:t>
    </dgm:pt>
    <dgm:pt modelId="{6718C9B8-04B9-4D31-99FD-ECD2CB213258}" cxnId="{C0C0ACF2-3484-4820-A6C6-09B477EC7EBF}" type="parTrans">
      <dgm:prSet/>
      <dgm:spPr/>
      <dgm:t>
        <a:bodyPr/>
        <a:lstStyle/>
        <a:p>
          <a:endParaRPr lang="zh-CN" altLang="en-US"/>
        </a:p>
      </dgm:t>
    </dgm:pt>
    <dgm:pt modelId="{50F0EC66-8518-4F21-9FEB-E18AECC18B40}" cxnId="{C0C0ACF2-3484-4820-A6C6-09B477EC7EBF}" type="sibTrans">
      <dgm:prSet/>
      <dgm:spPr/>
      <dgm:t>
        <a:bodyPr/>
        <a:lstStyle/>
        <a:p>
          <a:endParaRPr lang="zh-CN" altLang="en-US"/>
        </a:p>
      </dgm:t>
    </dgm:pt>
    <dgm:pt modelId="{ADE455D4-96B6-48DC-AE97-B15A5CC5572E}">
      <dgm:prSet/>
      <dgm:spPr/>
      <dgm:t>
        <a:bodyPr/>
        <a:lstStyle/>
        <a:p>
          <a:r>
            <a:rPr lang="zh-CN" altLang="en-US" dirty="0"/>
            <a:t>项目生命周期与方法论</a:t>
          </a:r>
        </a:p>
      </dgm:t>
    </dgm:pt>
    <dgm:pt modelId="{D0E59CC0-F93F-401F-BCB7-F0F473D8A340}" cxnId="{0D43AEB6-BD49-45A3-A28D-CD8619A7669F}" type="parTrans">
      <dgm:prSet/>
      <dgm:spPr/>
      <dgm:t>
        <a:bodyPr/>
        <a:lstStyle/>
        <a:p>
          <a:endParaRPr lang="zh-CN" altLang="en-US"/>
        </a:p>
      </dgm:t>
    </dgm:pt>
    <dgm:pt modelId="{484B1C20-AE08-4937-84A8-5D9CDC3F12B2}" cxnId="{0D43AEB6-BD49-45A3-A28D-CD8619A7669F}" type="sibTrans">
      <dgm:prSet/>
      <dgm:spPr/>
      <dgm:t>
        <a:bodyPr/>
        <a:lstStyle/>
        <a:p>
          <a:endParaRPr lang="zh-CN" altLang="en-US"/>
        </a:p>
      </dgm:t>
    </dgm:pt>
    <dgm:pt modelId="{5F46FDB2-8B9C-46FC-9C0A-FAC1A460E9CE}">
      <dgm:prSet/>
      <dgm:spPr/>
      <dgm:t>
        <a:bodyPr/>
        <a:lstStyle/>
        <a:p>
          <a:r>
            <a:rPr lang="en-US" altLang="en-US" dirty="0"/>
            <a:t>4. </a:t>
          </a:r>
          <a:r>
            <a:rPr lang="zh-CN" altLang="en-US" dirty="0"/>
            <a:t>启动阶段</a:t>
          </a:r>
        </a:p>
      </dgm:t>
    </dgm:pt>
    <dgm:pt modelId="{1617B4BB-71D7-47C2-BB7C-9F0AF97AD68F}" cxnId="{2A4CA83E-4DA2-44AE-BE50-D452EF1970AA}" type="parTrans">
      <dgm:prSet/>
      <dgm:spPr/>
      <dgm:t>
        <a:bodyPr/>
        <a:lstStyle/>
        <a:p>
          <a:endParaRPr lang="zh-CN" altLang="en-US"/>
        </a:p>
      </dgm:t>
    </dgm:pt>
    <dgm:pt modelId="{19958ED8-BBF4-4E58-B560-C45FA99BA6FE}" cxnId="{2A4CA83E-4DA2-44AE-BE50-D452EF1970AA}" type="sibTrans">
      <dgm:prSet/>
      <dgm:spPr/>
      <dgm:t>
        <a:bodyPr/>
        <a:lstStyle/>
        <a:p>
          <a:endParaRPr lang="zh-CN" altLang="en-US"/>
        </a:p>
      </dgm:t>
    </dgm:pt>
    <dgm:pt modelId="{AABBE0A4-9943-4BF2-B71E-191309CC95E3}">
      <dgm:prSet/>
      <dgm:spPr/>
      <dgm:t>
        <a:bodyPr/>
        <a:lstStyle/>
        <a:p>
          <a:r>
            <a:rPr lang="zh-CN" altLang="en-US" dirty="0"/>
            <a:t>项目目标的</a:t>
          </a:r>
          <a:r>
            <a:rPr lang="en-US" altLang="en-US" dirty="0"/>
            <a:t>SMART</a:t>
          </a:r>
          <a:r>
            <a:rPr lang="zh-CN" altLang="en-US" dirty="0"/>
            <a:t>原则</a:t>
          </a:r>
        </a:p>
      </dgm:t>
    </dgm:pt>
    <dgm:pt modelId="{1C96CB9B-9AD6-4306-8417-201BAE32F872}" cxnId="{14B61186-B463-4BCB-90B0-E5DB078E45FE}" type="parTrans">
      <dgm:prSet/>
      <dgm:spPr/>
      <dgm:t>
        <a:bodyPr/>
        <a:lstStyle/>
        <a:p>
          <a:endParaRPr lang="zh-CN" altLang="en-US"/>
        </a:p>
      </dgm:t>
    </dgm:pt>
    <dgm:pt modelId="{4AEBA3C7-2F6B-4C72-9441-35AE37F9E6D7}" cxnId="{14B61186-B463-4BCB-90B0-E5DB078E45FE}" type="sibTrans">
      <dgm:prSet/>
      <dgm:spPr/>
      <dgm:t>
        <a:bodyPr/>
        <a:lstStyle/>
        <a:p>
          <a:endParaRPr lang="zh-CN" altLang="en-US"/>
        </a:p>
      </dgm:t>
    </dgm:pt>
    <dgm:pt modelId="{9E6830FF-4519-4F9D-BBF1-2FFEB414CC9D}">
      <dgm:prSet/>
      <dgm:spPr/>
      <dgm:t>
        <a:bodyPr/>
        <a:lstStyle/>
        <a:p>
          <a:r>
            <a:rPr lang="zh-CN" altLang="en-US" dirty="0"/>
            <a:t>工作分解结构（</a:t>
          </a:r>
          <a:r>
            <a:rPr lang="en-US" altLang="en-US" dirty="0"/>
            <a:t>WBS</a:t>
          </a:r>
          <a:r>
            <a:rPr lang="zh-CN" altLang="en-US" dirty="0"/>
            <a:t>）的创建与验证</a:t>
          </a:r>
        </a:p>
      </dgm:t>
    </dgm:pt>
    <dgm:pt modelId="{AA29ACB3-55FA-4E4E-A473-453927517240}" cxnId="{47DDB68A-5E68-4200-9644-D87243D36D83}" type="parTrans">
      <dgm:prSet/>
      <dgm:spPr/>
      <dgm:t>
        <a:bodyPr/>
        <a:lstStyle/>
        <a:p>
          <a:endParaRPr lang="zh-CN" altLang="en-US"/>
        </a:p>
      </dgm:t>
    </dgm:pt>
    <dgm:pt modelId="{CD6213DC-62C0-4FD9-AEDC-F47DB8212F13}" cxnId="{47DDB68A-5E68-4200-9644-D87243D36D83}" type="sibTrans">
      <dgm:prSet/>
      <dgm:spPr/>
      <dgm:t>
        <a:bodyPr/>
        <a:lstStyle/>
        <a:p>
          <a:endParaRPr lang="zh-CN" altLang="en-US"/>
        </a:p>
      </dgm:t>
    </dgm:pt>
    <dgm:pt modelId="{F8EA75DB-460A-4165-B925-D4E4EB0C2E01}">
      <dgm:prSet/>
      <dgm:spPr/>
      <dgm:t>
        <a:bodyPr/>
        <a:lstStyle/>
        <a:p>
          <a:r>
            <a:rPr lang="zh-CN" altLang="en-US" dirty="0"/>
            <a:t>子项目与复杂项目的管理</a:t>
          </a:r>
        </a:p>
      </dgm:t>
    </dgm:pt>
    <dgm:pt modelId="{F21CE7E1-86B6-417E-A427-F94D8FFD2610}" cxnId="{247CB5FC-4E01-4C24-B9B6-5A41CCC66954}" type="parTrans">
      <dgm:prSet/>
      <dgm:spPr/>
      <dgm:t>
        <a:bodyPr/>
        <a:lstStyle/>
        <a:p>
          <a:endParaRPr lang="zh-CN" altLang="en-US"/>
        </a:p>
      </dgm:t>
    </dgm:pt>
    <dgm:pt modelId="{0C4890C1-93FE-4449-8B57-2FEFAC28901E}" cxnId="{247CB5FC-4E01-4C24-B9B6-5A41CCC66954}" type="sibTrans">
      <dgm:prSet/>
      <dgm:spPr/>
      <dgm:t>
        <a:bodyPr/>
        <a:lstStyle/>
        <a:p>
          <a:endParaRPr lang="zh-CN" altLang="en-US"/>
        </a:p>
      </dgm:t>
    </dgm:pt>
    <dgm:pt modelId="{AA49655E-AC21-4D52-9AE5-876E3DB89758}">
      <dgm:prSet/>
      <dgm:spPr/>
      <dgm:t>
        <a:bodyPr/>
        <a:lstStyle/>
        <a:p>
          <a:r>
            <a:rPr lang="en-US" altLang="en-US" dirty="0"/>
            <a:t>5. </a:t>
          </a:r>
          <a:r>
            <a:rPr lang="zh-CN" altLang="en-US" dirty="0"/>
            <a:t>规划阶段</a:t>
          </a:r>
        </a:p>
      </dgm:t>
    </dgm:pt>
    <dgm:pt modelId="{689985CF-898D-4169-81A1-0BAB3132A57C}" cxnId="{8D9BAEA4-28A2-4661-A978-69A050942F07}" type="parTrans">
      <dgm:prSet/>
      <dgm:spPr/>
      <dgm:t>
        <a:bodyPr/>
        <a:lstStyle/>
        <a:p>
          <a:endParaRPr lang="zh-CN" altLang="en-US"/>
        </a:p>
      </dgm:t>
    </dgm:pt>
    <dgm:pt modelId="{E2772ACF-DB3B-4737-B5F5-7B60BD939A8B}" cxnId="{8D9BAEA4-28A2-4661-A978-69A050942F07}" type="sibTrans">
      <dgm:prSet/>
      <dgm:spPr/>
      <dgm:t>
        <a:bodyPr/>
        <a:lstStyle/>
        <a:p>
          <a:endParaRPr lang="zh-CN" altLang="en-US"/>
        </a:p>
      </dgm:t>
    </dgm:pt>
    <dgm:pt modelId="{DFA681E0-BB81-405D-B376-D5EDAA1AE6DB}">
      <dgm:prSet/>
      <dgm:spPr/>
      <dgm:t>
        <a:bodyPr/>
        <a:lstStyle/>
        <a:p>
          <a:r>
            <a:rPr lang="zh-CN" altLang="en-US" dirty="0"/>
            <a:t>项目目标与项目计划的制定</a:t>
          </a:r>
        </a:p>
      </dgm:t>
    </dgm:pt>
    <dgm:pt modelId="{D0E3BD71-FA8F-4CF0-8287-A1AE26266207}" cxnId="{27DB02DA-3EE9-4878-9DEE-DD21D38CDD5B}" type="parTrans">
      <dgm:prSet/>
      <dgm:spPr/>
      <dgm:t>
        <a:bodyPr/>
        <a:lstStyle/>
        <a:p>
          <a:endParaRPr lang="zh-CN" altLang="en-US"/>
        </a:p>
      </dgm:t>
    </dgm:pt>
    <dgm:pt modelId="{F25704E0-CAB9-445A-9FAC-AC4D3B51C2F4}" cxnId="{27DB02DA-3EE9-4878-9DEE-DD21D38CDD5B}" type="sibTrans">
      <dgm:prSet/>
      <dgm:spPr/>
      <dgm:t>
        <a:bodyPr/>
        <a:lstStyle/>
        <a:p>
          <a:endParaRPr lang="zh-CN" altLang="en-US"/>
        </a:p>
      </dgm:t>
    </dgm:pt>
    <dgm:pt modelId="{1A0BEEE9-93B0-4173-B885-F24619DC3462}">
      <dgm:prSet/>
      <dgm:spPr/>
      <dgm:t>
        <a:bodyPr/>
        <a:lstStyle/>
        <a:p>
          <a:r>
            <a:rPr lang="zh-CN" altLang="en-US" dirty="0"/>
            <a:t>资源计划与成本核算</a:t>
          </a:r>
        </a:p>
      </dgm:t>
    </dgm:pt>
    <dgm:pt modelId="{822237F9-EE47-4A82-9CA3-BFF6E75F62A5}" cxnId="{C12F5D14-202D-4DF7-8836-FCF69400C455}" type="parTrans">
      <dgm:prSet/>
      <dgm:spPr/>
      <dgm:t>
        <a:bodyPr/>
        <a:lstStyle/>
        <a:p>
          <a:endParaRPr lang="zh-CN" altLang="en-US"/>
        </a:p>
      </dgm:t>
    </dgm:pt>
    <dgm:pt modelId="{027F515C-B04D-4CB6-8BCE-0F435E6594E4}" cxnId="{C12F5D14-202D-4DF7-8836-FCF69400C455}" type="sibTrans">
      <dgm:prSet/>
      <dgm:spPr/>
      <dgm:t>
        <a:bodyPr/>
        <a:lstStyle/>
        <a:p>
          <a:endParaRPr lang="zh-CN" altLang="en-US"/>
        </a:p>
      </dgm:t>
    </dgm:pt>
    <dgm:pt modelId="{7007D68C-5684-4A85-9642-EAC96A467240}">
      <dgm:prSet/>
      <dgm:spPr/>
      <dgm:t>
        <a:bodyPr/>
        <a:lstStyle/>
        <a:p>
          <a:r>
            <a:rPr lang="zh-CN" altLang="en-US" dirty="0"/>
            <a:t>工作顺序与网络图的绘制</a:t>
          </a:r>
        </a:p>
      </dgm:t>
    </dgm:pt>
    <dgm:pt modelId="{1DD66DFC-DCEA-49FA-A810-C7C002C36F15}" cxnId="{491EA417-7FC7-435F-B48F-A13D4EAE9FEE}" type="parTrans">
      <dgm:prSet/>
      <dgm:spPr/>
      <dgm:t>
        <a:bodyPr/>
        <a:lstStyle/>
        <a:p>
          <a:endParaRPr lang="zh-CN" altLang="en-US"/>
        </a:p>
      </dgm:t>
    </dgm:pt>
    <dgm:pt modelId="{D7D8A410-49C3-41A4-91C7-942E8DE8D9A7}" cxnId="{491EA417-7FC7-435F-B48F-A13D4EAE9FEE}" type="sibTrans">
      <dgm:prSet/>
      <dgm:spPr/>
      <dgm:t>
        <a:bodyPr/>
        <a:lstStyle/>
        <a:p>
          <a:endParaRPr lang="zh-CN" altLang="en-US"/>
        </a:p>
      </dgm:t>
    </dgm:pt>
    <dgm:pt modelId="{2AA38D31-B8B1-4B45-85B3-183BE455B6E6}">
      <dgm:prSet/>
      <dgm:spPr/>
      <dgm:t>
        <a:bodyPr/>
        <a:lstStyle/>
        <a:p>
          <a:r>
            <a:rPr lang="zh-CN" altLang="en-US" dirty="0"/>
            <a:t>关键路径的识别与分析</a:t>
          </a:r>
        </a:p>
      </dgm:t>
    </dgm:pt>
    <dgm:pt modelId="{ECCB906D-0E6D-4663-B8ED-C4AFC60B79D7}" cxnId="{9677F3FB-80E5-4C0C-92EE-7B05E80BB7C0}" type="parTrans">
      <dgm:prSet/>
      <dgm:spPr/>
      <dgm:t>
        <a:bodyPr/>
        <a:lstStyle/>
        <a:p>
          <a:endParaRPr lang="zh-CN" altLang="en-US"/>
        </a:p>
      </dgm:t>
    </dgm:pt>
    <dgm:pt modelId="{82C9DF18-7DD1-471B-8926-A5D5FB76B9DD}" cxnId="{9677F3FB-80E5-4C0C-92EE-7B05E80BB7C0}" type="sibTrans">
      <dgm:prSet/>
      <dgm:spPr/>
      <dgm:t>
        <a:bodyPr/>
        <a:lstStyle/>
        <a:p>
          <a:endParaRPr lang="zh-CN" altLang="en-US"/>
        </a:p>
      </dgm:t>
    </dgm:pt>
    <dgm:pt modelId="{54083B6D-96B2-4001-8014-CCBFD736493A}">
      <dgm:prSet/>
      <dgm:spPr/>
      <dgm:t>
        <a:bodyPr/>
        <a:lstStyle/>
        <a:p>
          <a:r>
            <a:rPr lang="zh-CN" altLang="en-US" dirty="0"/>
            <a:t>风险管理计划的制定与实施</a:t>
          </a:r>
        </a:p>
      </dgm:t>
    </dgm:pt>
    <dgm:pt modelId="{621D2103-E543-4471-9A7E-2D95BFEBE7A6}" cxnId="{97326442-F7DB-49BD-974D-3118AFF0DD9A}" type="parTrans">
      <dgm:prSet/>
      <dgm:spPr/>
      <dgm:t>
        <a:bodyPr/>
        <a:lstStyle/>
        <a:p>
          <a:endParaRPr lang="zh-CN" altLang="en-US"/>
        </a:p>
      </dgm:t>
    </dgm:pt>
    <dgm:pt modelId="{902B73B2-3A4E-4D35-AF0F-66C33101E6DF}" cxnId="{97326442-F7DB-49BD-974D-3118AFF0DD9A}" type="sibTrans">
      <dgm:prSet/>
      <dgm:spPr/>
      <dgm:t>
        <a:bodyPr/>
        <a:lstStyle/>
        <a:p>
          <a:endParaRPr lang="zh-CN" altLang="en-US"/>
        </a:p>
      </dgm:t>
    </dgm:pt>
    <dgm:pt modelId="{2D036551-9B83-4CC6-A86A-46554D8AEFF0}">
      <dgm:prSet/>
      <dgm:spPr/>
      <dgm:t>
        <a:bodyPr/>
        <a:lstStyle/>
        <a:p>
          <a:r>
            <a:rPr lang="zh-CN" altLang="en-US" dirty="0"/>
            <a:t>机会管理与潜在机会的发掘</a:t>
          </a:r>
        </a:p>
      </dgm:t>
    </dgm:pt>
    <dgm:pt modelId="{4C5AF63A-6F2F-4A23-8EAA-D9D682C2F0BB}" cxnId="{72535272-68B5-4DA9-B055-B4B975000ECC}" type="parTrans">
      <dgm:prSet/>
      <dgm:spPr/>
      <dgm:t>
        <a:bodyPr/>
        <a:lstStyle/>
        <a:p>
          <a:endParaRPr lang="zh-CN" altLang="en-US"/>
        </a:p>
      </dgm:t>
    </dgm:pt>
    <dgm:pt modelId="{8CC745F8-2D02-4FBA-BD9A-6BD308ECC9E9}" cxnId="{72535272-68B5-4DA9-B055-B4B975000ECC}" type="sibTrans">
      <dgm:prSet/>
      <dgm:spPr/>
      <dgm:t>
        <a:bodyPr/>
        <a:lstStyle/>
        <a:p>
          <a:endParaRPr lang="zh-CN" altLang="en-US"/>
        </a:p>
      </dgm:t>
    </dgm:pt>
    <dgm:pt modelId="{EBD6D830-231F-4719-BD03-702045224D23}" type="pres">
      <dgm:prSet presAssocID="{F615DB35-EEEE-4AB5-B56F-08FC4B41153E}" presName="linear" presStyleCnt="0">
        <dgm:presLayoutVars>
          <dgm:dir/>
          <dgm:animLvl val="lvl"/>
          <dgm:resizeHandles val="exact"/>
        </dgm:presLayoutVars>
      </dgm:prSet>
      <dgm:spPr/>
    </dgm:pt>
    <dgm:pt modelId="{4898F4E3-77FC-4255-A0CB-9AA40C8A47DE}" type="pres">
      <dgm:prSet presAssocID="{8CD2A057-4722-4F06-A13E-9D676106898D}" presName="parentLin" presStyleCnt="0"/>
      <dgm:spPr/>
    </dgm:pt>
    <dgm:pt modelId="{CC251DCA-05C4-4CF8-8BD0-CE17D998E79D}" type="pres">
      <dgm:prSet presAssocID="{8CD2A057-4722-4F06-A13E-9D676106898D}" presName="parentLeftMargin" presStyleLbl="node1" presStyleIdx="0" presStyleCnt="5"/>
      <dgm:spPr/>
    </dgm:pt>
    <dgm:pt modelId="{4BE67D07-2CEC-4DE8-AD5E-DDD7D322FC39}" type="pres">
      <dgm:prSet presAssocID="{8CD2A057-4722-4F06-A13E-9D676106898D}" presName="parentText" presStyleLbl="node1" presStyleIdx="0" presStyleCnt="5">
        <dgm:presLayoutVars>
          <dgm:chMax val="0"/>
          <dgm:bulletEnabled val="1"/>
        </dgm:presLayoutVars>
      </dgm:prSet>
      <dgm:spPr/>
    </dgm:pt>
    <dgm:pt modelId="{1EE6069A-D68D-4449-BECF-13D379ECA212}" type="pres">
      <dgm:prSet presAssocID="{8CD2A057-4722-4F06-A13E-9D676106898D}" presName="negativeSpace" presStyleCnt="0"/>
      <dgm:spPr/>
    </dgm:pt>
    <dgm:pt modelId="{211E9F1F-E4DF-43C2-8351-BB16DBEE3A92}" type="pres">
      <dgm:prSet presAssocID="{8CD2A057-4722-4F06-A13E-9D676106898D}" presName="childText" presStyleLbl="conFgAcc1" presStyleIdx="0" presStyleCnt="5">
        <dgm:presLayoutVars>
          <dgm:bulletEnabled val="1"/>
        </dgm:presLayoutVars>
      </dgm:prSet>
      <dgm:spPr/>
    </dgm:pt>
    <dgm:pt modelId="{4A8903DE-E144-4347-A2A4-A31B3D571E06}" type="pres">
      <dgm:prSet presAssocID="{84BC8DC8-1CA1-403A-B58C-A304131E35E7}" presName="spaceBetweenRectangles" presStyleCnt="0"/>
      <dgm:spPr/>
    </dgm:pt>
    <dgm:pt modelId="{D196754B-ABEA-494F-B2E4-DDBA2E8E3053}" type="pres">
      <dgm:prSet presAssocID="{4179305C-D9BC-4FA7-8BE0-C34BDE57E1FF}" presName="parentLin" presStyleCnt="0"/>
      <dgm:spPr/>
    </dgm:pt>
    <dgm:pt modelId="{E944E18B-9F2F-4EA6-874B-D39F9F4B37E9}" type="pres">
      <dgm:prSet presAssocID="{4179305C-D9BC-4FA7-8BE0-C34BDE57E1FF}" presName="parentLeftMargin" presStyleLbl="node1" presStyleIdx="0" presStyleCnt="5"/>
      <dgm:spPr/>
    </dgm:pt>
    <dgm:pt modelId="{5FB0413C-35B7-4DCF-9F0C-E2FE058FDE6A}" type="pres">
      <dgm:prSet presAssocID="{4179305C-D9BC-4FA7-8BE0-C34BDE57E1FF}" presName="parentText" presStyleLbl="node1" presStyleIdx="1" presStyleCnt="5">
        <dgm:presLayoutVars>
          <dgm:chMax val="0"/>
          <dgm:bulletEnabled val="1"/>
        </dgm:presLayoutVars>
      </dgm:prSet>
      <dgm:spPr/>
    </dgm:pt>
    <dgm:pt modelId="{E57E88E9-64BC-4544-A04D-4BF741EC0CDC}" type="pres">
      <dgm:prSet presAssocID="{4179305C-D9BC-4FA7-8BE0-C34BDE57E1FF}" presName="negativeSpace" presStyleCnt="0"/>
      <dgm:spPr/>
    </dgm:pt>
    <dgm:pt modelId="{B899DC30-F1C2-42B2-A49E-40C00661E4B3}" type="pres">
      <dgm:prSet presAssocID="{4179305C-D9BC-4FA7-8BE0-C34BDE57E1FF}" presName="childText" presStyleLbl="conFgAcc1" presStyleIdx="1" presStyleCnt="5">
        <dgm:presLayoutVars>
          <dgm:bulletEnabled val="1"/>
        </dgm:presLayoutVars>
      </dgm:prSet>
      <dgm:spPr/>
    </dgm:pt>
    <dgm:pt modelId="{009DC45A-BB8D-41F0-98F5-4B4E079D90EE}" type="pres">
      <dgm:prSet presAssocID="{1B43BF01-CEC1-46F4-A388-722B2A27ED92}" presName="spaceBetweenRectangles" presStyleCnt="0"/>
      <dgm:spPr/>
    </dgm:pt>
    <dgm:pt modelId="{BBF03AFC-04A8-4674-8CD0-76E9778B8EA9}" type="pres">
      <dgm:prSet presAssocID="{1775BD14-B130-4DCD-A1D3-33E5F9D363E1}" presName="parentLin" presStyleCnt="0"/>
      <dgm:spPr/>
    </dgm:pt>
    <dgm:pt modelId="{B7D937EC-2021-4780-AC20-DBD121B3B6EF}" type="pres">
      <dgm:prSet presAssocID="{1775BD14-B130-4DCD-A1D3-33E5F9D363E1}" presName="parentLeftMargin" presStyleLbl="node1" presStyleIdx="1" presStyleCnt="5"/>
      <dgm:spPr/>
    </dgm:pt>
    <dgm:pt modelId="{98AD5124-3CF6-49F7-AC15-58BB2ECB7519}" type="pres">
      <dgm:prSet presAssocID="{1775BD14-B130-4DCD-A1D3-33E5F9D363E1}" presName="parentText" presStyleLbl="node1" presStyleIdx="2" presStyleCnt="5">
        <dgm:presLayoutVars>
          <dgm:chMax val="0"/>
          <dgm:bulletEnabled val="1"/>
        </dgm:presLayoutVars>
      </dgm:prSet>
      <dgm:spPr/>
    </dgm:pt>
    <dgm:pt modelId="{73F500A0-C081-4607-B5B6-D411E4371495}" type="pres">
      <dgm:prSet presAssocID="{1775BD14-B130-4DCD-A1D3-33E5F9D363E1}" presName="negativeSpace" presStyleCnt="0"/>
      <dgm:spPr/>
    </dgm:pt>
    <dgm:pt modelId="{DA89A198-BD03-417D-B8D8-F7EFC21869EA}" type="pres">
      <dgm:prSet presAssocID="{1775BD14-B130-4DCD-A1D3-33E5F9D363E1}" presName="childText" presStyleLbl="conFgAcc1" presStyleIdx="2" presStyleCnt="5">
        <dgm:presLayoutVars>
          <dgm:bulletEnabled val="1"/>
        </dgm:presLayoutVars>
      </dgm:prSet>
      <dgm:spPr/>
    </dgm:pt>
    <dgm:pt modelId="{97503A2C-CE2F-4C3D-87D5-49FC10B13DFE}" type="pres">
      <dgm:prSet presAssocID="{A74E407F-A65C-44CC-B68B-9B66AEE3302C}" presName="spaceBetweenRectangles" presStyleCnt="0"/>
      <dgm:spPr/>
    </dgm:pt>
    <dgm:pt modelId="{BAA004FF-C0B0-4AFB-AA97-B9EBE3DDA174}" type="pres">
      <dgm:prSet presAssocID="{5F46FDB2-8B9C-46FC-9C0A-FAC1A460E9CE}" presName="parentLin" presStyleCnt="0"/>
      <dgm:spPr/>
    </dgm:pt>
    <dgm:pt modelId="{432DF25F-3A95-4D33-8C20-7F68E409A3AD}" type="pres">
      <dgm:prSet presAssocID="{5F46FDB2-8B9C-46FC-9C0A-FAC1A460E9CE}" presName="parentLeftMargin" presStyleLbl="node1" presStyleIdx="2" presStyleCnt="5"/>
      <dgm:spPr/>
    </dgm:pt>
    <dgm:pt modelId="{32643C36-3F64-498C-8C0D-B7F3E31E4C1E}" type="pres">
      <dgm:prSet presAssocID="{5F46FDB2-8B9C-46FC-9C0A-FAC1A460E9CE}" presName="parentText" presStyleLbl="node1" presStyleIdx="3" presStyleCnt="5">
        <dgm:presLayoutVars>
          <dgm:chMax val="0"/>
          <dgm:bulletEnabled val="1"/>
        </dgm:presLayoutVars>
      </dgm:prSet>
      <dgm:spPr/>
    </dgm:pt>
    <dgm:pt modelId="{636BF5F7-BB86-4AD8-B50B-899CC5B3B2FC}" type="pres">
      <dgm:prSet presAssocID="{5F46FDB2-8B9C-46FC-9C0A-FAC1A460E9CE}" presName="negativeSpace" presStyleCnt="0"/>
      <dgm:spPr/>
    </dgm:pt>
    <dgm:pt modelId="{CC747699-772A-46CD-813C-CF194BD9B24B}" type="pres">
      <dgm:prSet presAssocID="{5F46FDB2-8B9C-46FC-9C0A-FAC1A460E9CE}" presName="childText" presStyleLbl="conFgAcc1" presStyleIdx="3" presStyleCnt="5">
        <dgm:presLayoutVars>
          <dgm:bulletEnabled val="1"/>
        </dgm:presLayoutVars>
      </dgm:prSet>
      <dgm:spPr/>
    </dgm:pt>
    <dgm:pt modelId="{B25047B6-B165-4119-BBD6-A691D2CB0670}" type="pres">
      <dgm:prSet presAssocID="{19958ED8-BBF4-4E58-B560-C45FA99BA6FE}" presName="spaceBetweenRectangles" presStyleCnt="0"/>
      <dgm:spPr/>
    </dgm:pt>
    <dgm:pt modelId="{93BD06D9-07E2-4928-B160-972175A1DF37}" type="pres">
      <dgm:prSet presAssocID="{AA49655E-AC21-4D52-9AE5-876E3DB89758}" presName="parentLin" presStyleCnt="0"/>
      <dgm:spPr/>
    </dgm:pt>
    <dgm:pt modelId="{28A3FD51-86D7-40D6-9D50-220B99F68E83}" type="pres">
      <dgm:prSet presAssocID="{AA49655E-AC21-4D52-9AE5-876E3DB89758}" presName="parentLeftMargin" presStyleLbl="node1" presStyleIdx="3" presStyleCnt="5"/>
      <dgm:spPr/>
    </dgm:pt>
    <dgm:pt modelId="{179E6E21-51F0-484A-874B-F439FDB7A343}" type="pres">
      <dgm:prSet presAssocID="{AA49655E-AC21-4D52-9AE5-876E3DB89758}" presName="parentText" presStyleLbl="node1" presStyleIdx="4" presStyleCnt="5">
        <dgm:presLayoutVars>
          <dgm:chMax val="0"/>
          <dgm:bulletEnabled val="1"/>
        </dgm:presLayoutVars>
      </dgm:prSet>
      <dgm:spPr/>
    </dgm:pt>
    <dgm:pt modelId="{802E2DF7-A985-4320-A060-465BAA46A157}" type="pres">
      <dgm:prSet presAssocID="{AA49655E-AC21-4D52-9AE5-876E3DB89758}" presName="negativeSpace" presStyleCnt="0"/>
      <dgm:spPr/>
    </dgm:pt>
    <dgm:pt modelId="{398923F3-BF23-43A2-B30F-1E245ED93CBB}" type="pres">
      <dgm:prSet presAssocID="{AA49655E-AC21-4D52-9AE5-876E3DB89758}" presName="childText" presStyleLbl="conFgAcc1" presStyleIdx="4" presStyleCnt="5">
        <dgm:presLayoutVars>
          <dgm:bulletEnabled val="1"/>
        </dgm:presLayoutVars>
      </dgm:prSet>
      <dgm:spPr/>
    </dgm:pt>
  </dgm:ptLst>
  <dgm:cxnLst>
    <dgm:cxn modelId="{8D6C5506-39F6-4804-AC08-FDF38FC4A7C3}" type="presOf" srcId="{AA49655E-AC21-4D52-9AE5-876E3DB89758}" destId="{28A3FD51-86D7-40D6-9D50-220B99F68E83}" srcOrd="0" destOrd="0" presId="urn:microsoft.com/office/officeart/2005/8/layout/list1"/>
    <dgm:cxn modelId="{C12F5D14-202D-4DF7-8836-FCF69400C455}" srcId="{AA49655E-AC21-4D52-9AE5-876E3DB89758}" destId="{1A0BEEE9-93B0-4173-B885-F24619DC3462}" srcOrd="1" destOrd="0" parTransId="{822237F9-EE47-4A82-9CA3-BFF6E75F62A5}" sibTransId="{027F515C-B04D-4CB6-8BCE-0F435E6594E4}"/>
    <dgm:cxn modelId="{491EA417-7FC7-435F-B48F-A13D4EAE9FEE}" srcId="{AA49655E-AC21-4D52-9AE5-876E3DB89758}" destId="{7007D68C-5684-4A85-9642-EAC96A467240}" srcOrd="2" destOrd="0" parTransId="{1DD66DFC-DCEA-49FA-A810-C7C002C36F15}" sibTransId="{D7D8A410-49C3-41A4-91C7-942E8DE8D9A7}"/>
    <dgm:cxn modelId="{06483E18-C655-4FD1-A49B-C06DDF8D19BE}" srcId="{8CD2A057-4722-4F06-A13E-9D676106898D}" destId="{CFEB4A4B-0749-4675-AC39-B6BEBA1FB6A1}" srcOrd="1" destOrd="0" parTransId="{4B91D0A0-73BB-416F-AA07-4EBEAF2CBDFE}" sibTransId="{295A1BC5-C232-4D48-B2C3-589735394B4B}"/>
    <dgm:cxn modelId="{45D45A1E-6659-4FA1-A54F-E5FE8CE06006}" type="presOf" srcId="{1775BD14-B130-4DCD-A1D3-33E5F9D363E1}" destId="{98AD5124-3CF6-49F7-AC15-58BB2ECB7519}" srcOrd="1" destOrd="0" presId="urn:microsoft.com/office/officeart/2005/8/layout/list1"/>
    <dgm:cxn modelId="{A7A3BD1E-43B5-4B7C-915E-213584825F36}" type="presOf" srcId="{54083B6D-96B2-4001-8014-CCBFD736493A}" destId="{398923F3-BF23-43A2-B30F-1E245ED93CBB}" srcOrd="0" destOrd="4" presId="urn:microsoft.com/office/officeart/2005/8/layout/list1"/>
    <dgm:cxn modelId="{8FC19421-BAE4-4EA4-BDE2-34B8B4D2AC4D}" srcId="{4179305C-D9BC-4FA7-8BE0-C34BDE57E1FF}" destId="{8E16D7F1-79F4-444F-BD75-FF26C5371886}" srcOrd="2" destOrd="0" parTransId="{CC30C505-BA3E-42D1-A662-2151DEA02B05}" sibTransId="{964AC231-6D91-44E2-857D-D422754DDC0C}"/>
    <dgm:cxn modelId="{9D1E403D-5D44-4664-8A29-5E8B75B6E27D}" type="presOf" srcId="{C694D2FA-AD1E-4200-BCB5-1009F4DDF171}" destId="{DA89A198-BD03-417D-B8D8-F7EFC21869EA}" srcOrd="0" destOrd="0" presId="urn:microsoft.com/office/officeart/2005/8/layout/list1"/>
    <dgm:cxn modelId="{2A4CA83E-4DA2-44AE-BE50-D452EF1970AA}" srcId="{F615DB35-EEEE-4AB5-B56F-08FC4B41153E}" destId="{5F46FDB2-8B9C-46FC-9C0A-FAC1A460E9CE}" srcOrd="3" destOrd="0" parTransId="{1617B4BB-71D7-47C2-BB7C-9F0AF97AD68F}" sibTransId="{19958ED8-BBF4-4E58-B560-C45FA99BA6FE}"/>
    <dgm:cxn modelId="{9380673F-CA78-4E2C-A680-CCE48F323484}" srcId="{F615DB35-EEEE-4AB5-B56F-08FC4B41153E}" destId="{8CD2A057-4722-4F06-A13E-9D676106898D}" srcOrd="0" destOrd="0" parTransId="{3430EABE-77C1-45F5-A273-D84557BFF0FA}" sibTransId="{84BC8DC8-1CA1-403A-B58C-A304131E35E7}"/>
    <dgm:cxn modelId="{A36ECA3F-AAE7-45CD-9243-51E7336C42C2}" type="presOf" srcId="{5F46FDB2-8B9C-46FC-9C0A-FAC1A460E9CE}" destId="{432DF25F-3A95-4D33-8C20-7F68E409A3AD}" srcOrd="0" destOrd="0" presId="urn:microsoft.com/office/officeart/2005/8/layout/list1"/>
    <dgm:cxn modelId="{CFE6195E-A8E7-4FB9-AA4E-01F30CB76B54}" type="presOf" srcId="{DFA681E0-BB81-405D-B376-D5EDAA1AE6DB}" destId="{398923F3-BF23-43A2-B30F-1E245ED93CBB}" srcOrd="0" destOrd="0" presId="urn:microsoft.com/office/officeart/2005/8/layout/list1"/>
    <dgm:cxn modelId="{F38CAF41-A16A-47C3-9993-EFEE97F0709A}" type="presOf" srcId="{8E16D7F1-79F4-444F-BD75-FF26C5371886}" destId="{B899DC30-F1C2-42B2-A49E-40C00661E4B3}" srcOrd="0" destOrd="2" presId="urn:microsoft.com/office/officeart/2005/8/layout/list1"/>
    <dgm:cxn modelId="{97326442-F7DB-49BD-974D-3118AFF0DD9A}" srcId="{AA49655E-AC21-4D52-9AE5-876E3DB89758}" destId="{54083B6D-96B2-4001-8014-CCBFD736493A}" srcOrd="4" destOrd="0" parTransId="{621D2103-E543-4471-9A7E-2D95BFEBE7A6}" sibTransId="{902B73B2-3A4E-4D35-AF0F-66C33101E6DF}"/>
    <dgm:cxn modelId="{E85FDB47-CFA8-4450-B02B-E53D3B38517B}" type="presOf" srcId="{9E6830FF-4519-4F9D-BBF1-2FFEB414CC9D}" destId="{CC747699-772A-46CD-813C-CF194BD9B24B}" srcOrd="0" destOrd="1" presId="urn:microsoft.com/office/officeart/2005/8/layout/list1"/>
    <dgm:cxn modelId="{A2E84C4A-19E4-4835-BD76-4DC42335672D}" type="presOf" srcId="{2D036551-9B83-4CC6-A86A-46554D8AEFF0}" destId="{398923F3-BF23-43A2-B30F-1E245ED93CBB}" srcOrd="0" destOrd="5" presId="urn:microsoft.com/office/officeart/2005/8/layout/list1"/>
    <dgm:cxn modelId="{B4A1544A-B2F1-418E-BC20-E4EDC80518EA}" type="presOf" srcId="{5F46FDB2-8B9C-46FC-9C0A-FAC1A460E9CE}" destId="{32643C36-3F64-498C-8C0D-B7F3E31E4C1E}" srcOrd="1" destOrd="0" presId="urn:microsoft.com/office/officeart/2005/8/layout/list1"/>
    <dgm:cxn modelId="{94887C6C-B530-4AE8-A30B-1AAE8D56A285}" type="presOf" srcId="{ADE455D4-96B6-48DC-AE97-B15A5CC5572E}" destId="{DA89A198-BD03-417D-B8D8-F7EFC21869EA}" srcOrd="0" destOrd="2" presId="urn:microsoft.com/office/officeart/2005/8/layout/list1"/>
    <dgm:cxn modelId="{DDD5764E-3BDC-49E0-9C42-DCCBDD020223}" type="presOf" srcId="{AA49655E-AC21-4D52-9AE5-876E3DB89758}" destId="{179E6E21-51F0-484A-874B-F439FDB7A343}" srcOrd="1" destOrd="0" presId="urn:microsoft.com/office/officeart/2005/8/layout/list1"/>
    <dgm:cxn modelId="{72535272-68B5-4DA9-B055-B4B975000ECC}" srcId="{AA49655E-AC21-4D52-9AE5-876E3DB89758}" destId="{2D036551-9B83-4CC6-A86A-46554D8AEFF0}" srcOrd="5" destOrd="0" parTransId="{4C5AF63A-6F2F-4A23-8EAA-D9D682C2F0BB}" sibTransId="{8CC745F8-2D02-4FBA-BD9A-6BD308ECC9E9}"/>
    <dgm:cxn modelId="{7522BB72-E75C-4E09-B006-1DC849325EDD}" type="presOf" srcId="{8CD2A057-4722-4F06-A13E-9D676106898D}" destId="{CC251DCA-05C4-4CF8-8BD0-CE17D998E79D}" srcOrd="0" destOrd="0" presId="urn:microsoft.com/office/officeart/2005/8/layout/list1"/>
    <dgm:cxn modelId="{419F4F55-78D1-41F8-B21A-3CD183CF2F61}" type="presOf" srcId="{F8EA75DB-460A-4165-B925-D4E4EB0C2E01}" destId="{CC747699-772A-46CD-813C-CF194BD9B24B}" srcOrd="0" destOrd="2" presId="urn:microsoft.com/office/officeart/2005/8/layout/list1"/>
    <dgm:cxn modelId="{14B61186-B463-4BCB-90B0-E5DB078E45FE}" srcId="{5F46FDB2-8B9C-46FC-9C0A-FAC1A460E9CE}" destId="{AABBE0A4-9943-4BF2-B71E-191309CC95E3}" srcOrd="0" destOrd="0" parTransId="{1C96CB9B-9AD6-4306-8417-201BAE32F872}" sibTransId="{4AEBA3C7-2F6B-4C72-9441-35AE37F9E6D7}"/>
    <dgm:cxn modelId="{47DDB68A-5E68-4200-9644-D87243D36D83}" srcId="{5F46FDB2-8B9C-46FC-9C0A-FAC1A460E9CE}" destId="{9E6830FF-4519-4F9D-BBF1-2FFEB414CC9D}" srcOrd="1" destOrd="0" parTransId="{AA29ACB3-55FA-4E4E-A473-453927517240}" sibTransId="{CD6213DC-62C0-4FD9-AEDC-F47DB8212F13}"/>
    <dgm:cxn modelId="{512C6992-A87B-4698-AA75-2670BF3655AC}" type="presOf" srcId="{4179305C-D9BC-4FA7-8BE0-C34BDE57E1FF}" destId="{5FB0413C-35B7-4DCF-9F0C-E2FE058FDE6A}" srcOrd="1" destOrd="0" presId="urn:microsoft.com/office/officeart/2005/8/layout/list1"/>
    <dgm:cxn modelId="{5CAEC59C-F6C6-40A8-8134-9031BD83A745}" type="presOf" srcId="{1A0BEEE9-93B0-4173-B885-F24619DC3462}" destId="{398923F3-BF23-43A2-B30F-1E245ED93CBB}" srcOrd="0" destOrd="1" presId="urn:microsoft.com/office/officeart/2005/8/layout/list1"/>
    <dgm:cxn modelId="{A2F37DA3-F176-4A43-86FD-A9214C11E5B1}" type="presOf" srcId="{CFEB4A4B-0749-4675-AC39-B6BEBA1FB6A1}" destId="{211E9F1F-E4DF-43C2-8351-BB16DBEE3A92}" srcOrd="0" destOrd="1" presId="urn:microsoft.com/office/officeart/2005/8/layout/list1"/>
    <dgm:cxn modelId="{8D9BAEA4-28A2-4661-A978-69A050942F07}" srcId="{F615DB35-EEEE-4AB5-B56F-08FC4B41153E}" destId="{AA49655E-AC21-4D52-9AE5-876E3DB89758}" srcOrd="4" destOrd="0" parTransId="{689985CF-898D-4169-81A1-0BAB3132A57C}" sibTransId="{E2772ACF-DB3B-4737-B5F5-7B60BD939A8B}"/>
    <dgm:cxn modelId="{37DFEEA4-C447-4C14-83A6-E1CDC439A384}" type="presOf" srcId="{7007D68C-5684-4A85-9642-EAC96A467240}" destId="{398923F3-BF23-43A2-B30F-1E245ED93CBB}" srcOrd="0" destOrd="2" presId="urn:microsoft.com/office/officeart/2005/8/layout/list1"/>
    <dgm:cxn modelId="{18D817A8-5BDC-4E40-A47B-4530038A5FFC}" type="presOf" srcId="{4179305C-D9BC-4FA7-8BE0-C34BDE57E1FF}" destId="{E944E18B-9F2F-4EA6-874B-D39F9F4B37E9}" srcOrd="0" destOrd="0" presId="urn:microsoft.com/office/officeart/2005/8/layout/list1"/>
    <dgm:cxn modelId="{14D891AB-2F31-4A1D-AD88-88F4AC2D75E1}" srcId="{1775BD14-B130-4DCD-A1D3-33E5F9D363E1}" destId="{C694D2FA-AD1E-4200-BCB5-1009F4DDF171}" srcOrd="0" destOrd="0" parTransId="{D75C7E2F-1C12-4794-884E-2B60C561A393}" sibTransId="{AB6C1409-313A-4B51-9006-FC9ECED08A4A}"/>
    <dgm:cxn modelId="{B861C8AB-ECC5-4635-9726-47EDB2CD7E6A}" type="presOf" srcId="{AABBE0A4-9943-4BF2-B71E-191309CC95E3}" destId="{CC747699-772A-46CD-813C-CF194BD9B24B}" srcOrd="0" destOrd="0" presId="urn:microsoft.com/office/officeart/2005/8/layout/list1"/>
    <dgm:cxn modelId="{F57ECCAD-E3AE-4B71-B46D-A6805307B534}" type="presOf" srcId="{F615DB35-EEEE-4AB5-B56F-08FC4B41153E}" destId="{EBD6D830-231F-4719-BD03-702045224D23}" srcOrd="0" destOrd="0" presId="urn:microsoft.com/office/officeart/2005/8/layout/list1"/>
    <dgm:cxn modelId="{0EEFF6AE-FA48-4659-9A2C-B37D957FE833}" type="presOf" srcId="{8CD2A057-4722-4F06-A13E-9D676106898D}" destId="{4BE67D07-2CEC-4DE8-AD5E-DDD7D322FC39}" srcOrd="1" destOrd="0" presId="urn:microsoft.com/office/officeart/2005/8/layout/list1"/>
    <dgm:cxn modelId="{1CA1E6B4-24B0-4966-B408-2A2CAC444108}" type="presOf" srcId="{2AA38D31-B8B1-4B45-85B3-183BE455B6E6}" destId="{398923F3-BF23-43A2-B30F-1E245ED93CBB}" srcOrd="0" destOrd="3" presId="urn:microsoft.com/office/officeart/2005/8/layout/list1"/>
    <dgm:cxn modelId="{B17D8BB6-C4EE-484F-8891-7BF7D75A9B55}" srcId="{4179305C-D9BC-4FA7-8BE0-C34BDE57E1FF}" destId="{C2AD54F1-0B0D-4D98-A464-07900CC7F8E4}" srcOrd="0" destOrd="0" parTransId="{09150DEB-0995-4039-93E5-D39CD4A9F9B9}" sibTransId="{A2CE6C12-1F3C-4D11-B69C-8FC8DCAD04A1}"/>
    <dgm:cxn modelId="{0D43AEB6-BD49-45A3-A28D-CD8619A7669F}" srcId="{1775BD14-B130-4DCD-A1D3-33E5F9D363E1}" destId="{ADE455D4-96B6-48DC-AE97-B15A5CC5572E}" srcOrd="2" destOrd="0" parTransId="{D0E59CC0-F93F-401F-BCB7-F0F473D8A340}" sibTransId="{484B1C20-AE08-4937-84A8-5D9CDC3F12B2}"/>
    <dgm:cxn modelId="{796F0BBD-4095-4B15-84A1-DF7E8BED1B95}" type="presOf" srcId="{1775BD14-B130-4DCD-A1D3-33E5F9D363E1}" destId="{B7D937EC-2021-4780-AC20-DBD121B3B6EF}" srcOrd="0" destOrd="0" presId="urn:microsoft.com/office/officeart/2005/8/layout/list1"/>
    <dgm:cxn modelId="{C5E745D5-4394-47EE-AC0F-9ABFBA36FD78}" type="presOf" srcId="{B3A0BEFB-1BDB-4040-8ED0-4172CFEE3322}" destId="{DA89A198-BD03-417D-B8D8-F7EFC21869EA}" srcOrd="0" destOrd="1" presId="urn:microsoft.com/office/officeart/2005/8/layout/list1"/>
    <dgm:cxn modelId="{A0FED7D6-D4F6-47A3-BF64-DDEC8287FCE7}" srcId="{8CD2A057-4722-4F06-A13E-9D676106898D}" destId="{155DAACA-3553-4AB4-941D-1613E6C6AC97}" srcOrd="0" destOrd="0" parTransId="{2D3C364C-0194-4109-9E66-5628BEB6E774}" sibTransId="{B864D8B1-D2AD-4BD8-9BA8-D3FF000EC55B}"/>
    <dgm:cxn modelId="{27DB02DA-3EE9-4878-9DEE-DD21D38CDD5B}" srcId="{AA49655E-AC21-4D52-9AE5-876E3DB89758}" destId="{DFA681E0-BB81-405D-B376-D5EDAA1AE6DB}" srcOrd="0" destOrd="0" parTransId="{D0E3BD71-FA8F-4CF0-8287-A1AE26266207}" sibTransId="{F25704E0-CAB9-445A-9FAC-AC4D3B51C2F4}"/>
    <dgm:cxn modelId="{E19FB6E0-7005-4E32-B2E5-D0E7D646613A}" type="presOf" srcId="{155DAACA-3553-4AB4-941D-1613E6C6AC97}" destId="{211E9F1F-E4DF-43C2-8351-BB16DBEE3A92}" srcOrd="0" destOrd="0" presId="urn:microsoft.com/office/officeart/2005/8/layout/list1"/>
    <dgm:cxn modelId="{1BF4E0E0-6726-4259-A40C-93B8972348E6}" type="presOf" srcId="{C2AD54F1-0B0D-4D98-A464-07900CC7F8E4}" destId="{B899DC30-F1C2-42B2-A49E-40C00661E4B3}" srcOrd="0" destOrd="0" presId="urn:microsoft.com/office/officeart/2005/8/layout/list1"/>
    <dgm:cxn modelId="{7C8C5DEB-319E-4028-8796-61162CA94FF9}" srcId="{F615DB35-EEEE-4AB5-B56F-08FC4B41153E}" destId="{4179305C-D9BC-4FA7-8BE0-C34BDE57E1FF}" srcOrd="1" destOrd="0" parTransId="{491C8FDE-D629-471E-A867-DC3FD886965A}" sibTransId="{1B43BF01-CEC1-46F4-A388-722B2A27ED92}"/>
    <dgm:cxn modelId="{AFFBD0EB-A5DC-4B84-97F4-F063270A804A}" type="presOf" srcId="{33D71B9C-5693-404D-AECE-D23912DB9D27}" destId="{B899DC30-F1C2-42B2-A49E-40C00661E4B3}" srcOrd="0" destOrd="1" presId="urn:microsoft.com/office/officeart/2005/8/layout/list1"/>
    <dgm:cxn modelId="{C0C0ACF2-3484-4820-A6C6-09B477EC7EBF}" srcId="{1775BD14-B130-4DCD-A1D3-33E5F9D363E1}" destId="{B3A0BEFB-1BDB-4040-8ED0-4172CFEE3322}" srcOrd="1" destOrd="0" parTransId="{6718C9B8-04B9-4D31-99FD-ECD2CB213258}" sibTransId="{50F0EC66-8518-4F21-9FEB-E18AECC18B40}"/>
    <dgm:cxn modelId="{C652F4F5-A653-42A4-857E-1CC2D4F19DFD}" srcId="{F615DB35-EEEE-4AB5-B56F-08FC4B41153E}" destId="{1775BD14-B130-4DCD-A1D3-33E5F9D363E1}" srcOrd="2" destOrd="0" parTransId="{CF5B1EB1-7F9A-4E54-B187-2B5E1E154EC3}" sibTransId="{A74E407F-A65C-44CC-B68B-9B66AEE3302C}"/>
    <dgm:cxn modelId="{9677F3FB-80E5-4C0C-92EE-7B05E80BB7C0}" srcId="{AA49655E-AC21-4D52-9AE5-876E3DB89758}" destId="{2AA38D31-B8B1-4B45-85B3-183BE455B6E6}" srcOrd="3" destOrd="0" parTransId="{ECCB906D-0E6D-4663-B8ED-C4AFC60B79D7}" sibTransId="{82C9DF18-7DD1-471B-8926-A5D5FB76B9DD}"/>
    <dgm:cxn modelId="{247CB5FC-4E01-4C24-B9B6-5A41CCC66954}" srcId="{5F46FDB2-8B9C-46FC-9C0A-FAC1A460E9CE}" destId="{F8EA75DB-460A-4165-B925-D4E4EB0C2E01}" srcOrd="2" destOrd="0" parTransId="{F21CE7E1-86B6-417E-A427-F94D8FFD2610}" sibTransId="{0C4890C1-93FE-4449-8B57-2FEFAC28901E}"/>
    <dgm:cxn modelId="{ED4153FE-B5B3-4AFC-84D6-565A7EEEA2B0}" srcId="{4179305C-D9BC-4FA7-8BE0-C34BDE57E1FF}" destId="{33D71B9C-5693-404D-AECE-D23912DB9D27}" srcOrd="1" destOrd="0" parTransId="{8475E35D-2A71-458F-A4AC-A31F7E10AC5F}" sibTransId="{DBF14952-162D-45A1-95A1-25CEE01538C5}"/>
    <dgm:cxn modelId="{D533FC89-4CD0-4FC4-878C-497412A11FFE}" type="presParOf" srcId="{EBD6D830-231F-4719-BD03-702045224D23}" destId="{4898F4E3-77FC-4255-A0CB-9AA40C8A47DE}" srcOrd="0" destOrd="0" presId="urn:microsoft.com/office/officeart/2005/8/layout/list1"/>
    <dgm:cxn modelId="{83FBEF99-33A7-481B-874F-2DE7C5524EB2}" type="presParOf" srcId="{4898F4E3-77FC-4255-A0CB-9AA40C8A47DE}" destId="{CC251DCA-05C4-4CF8-8BD0-CE17D998E79D}" srcOrd="0" destOrd="0" presId="urn:microsoft.com/office/officeart/2005/8/layout/list1"/>
    <dgm:cxn modelId="{A3480085-156E-41DD-B44E-8923B490140C}" type="presParOf" srcId="{4898F4E3-77FC-4255-A0CB-9AA40C8A47DE}" destId="{4BE67D07-2CEC-4DE8-AD5E-DDD7D322FC39}" srcOrd="1" destOrd="0" presId="urn:microsoft.com/office/officeart/2005/8/layout/list1"/>
    <dgm:cxn modelId="{C74DF56C-ED9B-4702-9B7A-50A7884A7592}" type="presParOf" srcId="{EBD6D830-231F-4719-BD03-702045224D23}" destId="{1EE6069A-D68D-4449-BECF-13D379ECA212}" srcOrd="1" destOrd="0" presId="urn:microsoft.com/office/officeart/2005/8/layout/list1"/>
    <dgm:cxn modelId="{5AFF0886-911D-4F03-B54C-E284F18F38DB}" type="presParOf" srcId="{EBD6D830-231F-4719-BD03-702045224D23}" destId="{211E9F1F-E4DF-43C2-8351-BB16DBEE3A92}" srcOrd="2" destOrd="0" presId="urn:microsoft.com/office/officeart/2005/8/layout/list1"/>
    <dgm:cxn modelId="{BEF04221-2B0D-4D9A-AEC8-5F94A8350F95}" type="presParOf" srcId="{EBD6D830-231F-4719-BD03-702045224D23}" destId="{4A8903DE-E144-4347-A2A4-A31B3D571E06}" srcOrd="3" destOrd="0" presId="urn:microsoft.com/office/officeart/2005/8/layout/list1"/>
    <dgm:cxn modelId="{E1A7C986-6F30-438A-B42A-FA733CF11ED6}" type="presParOf" srcId="{EBD6D830-231F-4719-BD03-702045224D23}" destId="{D196754B-ABEA-494F-B2E4-DDBA2E8E3053}" srcOrd="4" destOrd="0" presId="urn:microsoft.com/office/officeart/2005/8/layout/list1"/>
    <dgm:cxn modelId="{82FBFE90-1E62-45BA-A809-6A79E77A0FA0}" type="presParOf" srcId="{D196754B-ABEA-494F-B2E4-DDBA2E8E3053}" destId="{E944E18B-9F2F-4EA6-874B-D39F9F4B37E9}" srcOrd="0" destOrd="0" presId="urn:microsoft.com/office/officeart/2005/8/layout/list1"/>
    <dgm:cxn modelId="{3B04B61B-5A42-48FA-BC7D-5FAAF7B02CF3}" type="presParOf" srcId="{D196754B-ABEA-494F-B2E4-DDBA2E8E3053}" destId="{5FB0413C-35B7-4DCF-9F0C-E2FE058FDE6A}" srcOrd="1" destOrd="0" presId="urn:microsoft.com/office/officeart/2005/8/layout/list1"/>
    <dgm:cxn modelId="{F1A15599-817F-4696-9066-9745F5BCB9D0}" type="presParOf" srcId="{EBD6D830-231F-4719-BD03-702045224D23}" destId="{E57E88E9-64BC-4544-A04D-4BF741EC0CDC}" srcOrd="5" destOrd="0" presId="urn:microsoft.com/office/officeart/2005/8/layout/list1"/>
    <dgm:cxn modelId="{AC162E5B-F450-498F-BB79-6606A90A747A}" type="presParOf" srcId="{EBD6D830-231F-4719-BD03-702045224D23}" destId="{B899DC30-F1C2-42B2-A49E-40C00661E4B3}" srcOrd="6" destOrd="0" presId="urn:microsoft.com/office/officeart/2005/8/layout/list1"/>
    <dgm:cxn modelId="{5CF534E5-D0E4-4020-A73B-782969F60733}" type="presParOf" srcId="{EBD6D830-231F-4719-BD03-702045224D23}" destId="{009DC45A-BB8D-41F0-98F5-4B4E079D90EE}" srcOrd="7" destOrd="0" presId="urn:microsoft.com/office/officeart/2005/8/layout/list1"/>
    <dgm:cxn modelId="{5F48E7B6-4A3C-43B5-98D2-49972F8F5F8D}" type="presParOf" srcId="{EBD6D830-231F-4719-BD03-702045224D23}" destId="{BBF03AFC-04A8-4674-8CD0-76E9778B8EA9}" srcOrd="8" destOrd="0" presId="urn:microsoft.com/office/officeart/2005/8/layout/list1"/>
    <dgm:cxn modelId="{5BCBFEE6-53D5-4742-B99F-79FFD750FF9E}" type="presParOf" srcId="{BBF03AFC-04A8-4674-8CD0-76E9778B8EA9}" destId="{B7D937EC-2021-4780-AC20-DBD121B3B6EF}" srcOrd="0" destOrd="0" presId="urn:microsoft.com/office/officeart/2005/8/layout/list1"/>
    <dgm:cxn modelId="{774AB8C8-ED93-4ABB-B883-244F71A4243F}" type="presParOf" srcId="{BBF03AFC-04A8-4674-8CD0-76E9778B8EA9}" destId="{98AD5124-3CF6-49F7-AC15-58BB2ECB7519}" srcOrd="1" destOrd="0" presId="urn:microsoft.com/office/officeart/2005/8/layout/list1"/>
    <dgm:cxn modelId="{417DFC6B-CA81-4DA9-86E5-B1E5851B36D2}" type="presParOf" srcId="{EBD6D830-231F-4719-BD03-702045224D23}" destId="{73F500A0-C081-4607-B5B6-D411E4371495}" srcOrd="9" destOrd="0" presId="urn:microsoft.com/office/officeart/2005/8/layout/list1"/>
    <dgm:cxn modelId="{6A15EAE5-5F5E-41E4-A1D1-FF98988A9E04}" type="presParOf" srcId="{EBD6D830-231F-4719-BD03-702045224D23}" destId="{DA89A198-BD03-417D-B8D8-F7EFC21869EA}" srcOrd="10" destOrd="0" presId="urn:microsoft.com/office/officeart/2005/8/layout/list1"/>
    <dgm:cxn modelId="{9A89C1F1-9338-449E-B7AB-362962AC23EE}" type="presParOf" srcId="{EBD6D830-231F-4719-BD03-702045224D23}" destId="{97503A2C-CE2F-4C3D-87D5-49FC10B13DFE}" srcOrd="11" destOrd="0" presId="urn:microsoft.com/office/officeart/2005/8/layout/list1"/>
    <dgm:cxn modelId="{B1484A5A-6918-4E58-861E-4E22CDA7802D}" type="presParOf" srcId="{EBD6D830-231F-4719-BD03-702045224D23}" destId="{BAA004FF-C0B0-4AFB-AA97-B9EBE3DDA174}" srcOrd="12" destOrd="0" presId="urn:microsoft.com/office/officeart/2005/8/layout/list1"/>
    <dgm:cxn modelId="{A5B59996-B547-49B2-BE53-AD884C3DF386}" type="presParOf" srcId="{BAA004FF-C0B0-4AFB-AA97-B9EBE3DDA174}" destId="{432DF25F-3A95-4D33-8C20-7F68E409A3AD}" srcOrd="0" destOrd="0" presId="urn:microsoft.com/office/officeart/2005/8/layout/list1"/>
    <dgm:cxn modelId="{117ADE97-EAA4-41A6-9355-2256086572D6}" type="presParOf" srcId="{BAA004FF-C0B0-4AFB-AA97-B9EBE3DDA174}" destId="{32643C36-3F64-498C-8C0D-B7F3E31E4C1E}" srcOrd="1" destOrd="0" presId="urn:microsoft.com/office/officeart/2005/8/layout/list1"/>
    <dgm:cxn modelId="{81F8C01C-DA5F-45D7-8972-5759FBB413F8}" type="presParOf" srcId="{EBD6D830-231F-4719-BD03-702045224D23}" destId="{636BF5F7-BB86-4AD8-B50B-899CC5B3B2FC}" srcOrd="13" destOrd="0" presId="urn:microsoft.com/office/officeart/2005/8/layout/list1"/>
    <dgm:cxn modelId="{8E2F80EA-9517-4D43-BDF3-21F7810E79AB}" type="presParOf" srcId="{EBD6D830-231F-4719-BD03-702045224D23}" destId="{CC747699-772A-46CD-813C-CF194BD9B24B}" srcOrd="14" destOrd="0" presId="urn:microsoft.com/office/officeart/2005/8/layout/list1"/>
    <dgm:cxn modelId="{E8390677-F298-40AD-8B15-6072522A513B}" type="presParOf" srcId="{EBD6D830-231F-4719-BD03-702045224D23}" destId="{B25047B6-B165-4119-BBD6-A691D2CB0670}" srcOrd="15" destOrd="0" presId="urn:microsoft.com/office/officeart/2005/8/layout/list1"/>
    <dgm:cxn modelId="{B2675E9F-357A-486B-84CC-DE3DB3464C4C}" type="presParOf" srcId="{EBD6D830-231F-4719-BD03-702045224D23}" destId="{93BD06D9-07E2-4928-B160-972175A1DF37}" srcOrd="16" destOrd="0" presId="urn:microsoft.com/office/officeart/2005/8/layout/list1"/>
    <dgm:cxn modelId="{A14297D9-4ECD-4A45-9DB3-E30B39D9CBD3}" type="presParOf" srcId="{93BD06D9-07E2-4928-B160-972175A1DF37}" destId="{28A3FD51-86D7-40D6-9D50-220B99F68E83}" srcOrd="0" destOrd="0" presId="urn:microsoft.com/office/officeart/2005/8/layout/list1"/>
    <dgm:cxn modelId="{05E594B6-6643-450C-AA96-185964D8AA5E}" type="presParOf" srcId="{93BD06D9-07E2-4928-B160-972175A1DF37}" destId="{179E6E21-51F0-484A-874B-F439FDB7A343}" srcOrd="1" destOrd="0" presId="urn:microsoft.com/office/officeart/2005/8/layout/list1"/>
    <dgm:cxn modelId="{D9C3327E-0C0C-4D2B-8C50-161193E75F13}" type="presParOf" srcId="{EBD6D830-231F-4719-BD03-702045224D23}" destId="{802E2DF7-A985-4320-A060-465BAA46A157}" srcOrd="17" destOrd="0" presId="urn:microsoft.com/office/officeart/2005/8/layout/list1"/>
    <dgm:cxn modelId="{A6E82303-6A05-45C4-B1E5-A78F5BE5E6BB}" type="presParOf" srcId="{EBD6D830-231F-4719-BD03-702045224D23}" destId="{398923F3-BF23-43A2-B30F-1E245ED93CBB}" srcOrd="18" destOrd="0" presId="urn:microsoft.com/office/officeart/2005/8/layout/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26BA73B-0847-4769-945C-DF9C876B2F3A}" type="doc">
      <dgm:prSet loTypeId="urn:microsoft.com/office/officeart/2005/8/layout/list1" loCatId="list" qsTypeId="urn:microsoft.com/office/officeart/2005/8/quickstyle/simple1" qsCatId="simple" csTypeId="urn:microsoft.com/office/officeart/2005/8/colors/colorful2" csCatId="colorful" phldr="1"/>
      <dgm:spPr/>
      <dgm:t>
        <a:bodyPr/>
        <a:lstStyle/>
        <a:p>
          <a:endParaRPr lang="zh-CN" altLang="en-US"/>
        </a:p>
      </dgm:t>
    </dgm:pt>
    <dgm:pt modelId="{C0DEDDF9-DEA5-4D95-8CAD-3C9279CF9CE4}">
      <dgm:prSet phldrT="[文本]"/>
      <dgm:spPr/>
      <dgm:t>
        <a:bodyPr/>
        <a:lstStyle/>
        <a:p>
          <a:r>
            <a:rPr lang="en-US" altLang="en-US"/>
            <a:t>6. </a:t>
          </a:r>
          <a:r>
            <a:rPr lang="zh-CN" altLang="en-US"/>
            <a:t>沟通管理</a:t>
          </a:r>
          <a:endParaRPr lang="zh-CN" altLang="en-US" dirty="0"/>
        </a:p>
      </dgm:t>
    </dgm:pt>
    <dgm:pt modelId="{975DA8A4-1C54-48B4-B89D-70731BC9C764}" cxnId="{CA12FA64-66D8-4AA6-8641-A492E334C3A8}" type="parTrans">
      <dgm:prSet/>
      <dgm:spPr/>
      <dgm:t>
        <a:bodyPr/>
        <a:lstStyle/>
        <a:p>
          <a:endParaRPr lang="zh-CN" altLang="en-US"/>
        </a:p>
      </dgm:t>
    </dgm:pt>
    <dgm:pt modelId="{452B9154-9027-4015-A4F6-07255F1DE768}" cxnId="{CA12FA64-66D8-4AA6-8641-A492E334C3A8}" type="sibTrans">
      <dgm:prSet/>
      <dgm:spPr/>
      <dgm:t>
        <a:bodyPr/>
        <a:lstStyle/>
        <a:p>
          <a:endParaRPr lang="zh-CN" altLang="en-US"/>
        </a:p>
      </dgm:t>
    </dgm:pt>
    <dgm:pt modelId="{E434CB21-92C9-4C5F-89C9-FDD249AFB772}">
      <dgm:prSet phldrT="[文本]"/>
      <dgm:spPr/>
      <dgm:t>
        <a:bodyPr/>
        <a:lstStyle/>
        <a:p>
          <a:r>
            <a:rPr lang="zh-CN" altLang="en-US" dirty="0"/>
            <a:t>沟通的重要性与沟通计划</a:t>
          </a:r>
        </a:p>
      </dgm:t>
    </dgm:pt>
    <dgm:pt modelId="{BC769851-731A-48BA-BBD1-2D1F0D5BEB55}" cxnId="{AB72BD2C-F3F2-400B-8DD0-804B0C5C05B7}" type="parTrans">
      <dgm:prSet/>
      <dgm:spPr/>
      <dgm:t>
        <a:bodyPr/>
        <a:lstStyle/>
        <a:p>
          <a:endParaRPr lang="zh-CN" altLang="en-US"/>
        </a:p>
      </dgm:t>
    </dgm:pt>
    <dgm:pt modelId="{4FEED139-B5D6-43D6-B33E-C12C48A92F74}" cxnId="{AB72BD2C-F3F2-400B-8DD0-804B0C5C05B7}" type="sibTrans">
      <dgm:prSet/>
      <dgm:spPr/>
      <dgm:t>
        <a:bodyPr/>
        <a:lstStyle/>
        <a:p>
          <a:endParaRPr lang="zh-CN" altLang="en-US"/>
        </a:p>
      </dgm:t>
    </dgm:pt>
    <dgm:pt modelId="{E958FD0A-CA11-4108-BF47-19D31834423F}">
      <dgm:prSet phldrT="[文本]"/>
      <dgm:spPr/>
      <dgm:t>
        <a:bodyPr/>
        <a:lstStyle/>
        <a:p>
          <a:r>
            <a:rPr lang="zh-CN" altLang="en-US" dirty="0"/>
            <a:t>沟通方式的选择与应用</a:t>
          </a:r>
        </a:p>
      </dgm:t>
    </dgm:pt>
    <dgm:pt modelId="{9DDB71E9-A215-40DE-8E3E-E23D66EB9E66}" cxnId="{46F14E75-9332-4FFC-B843-4BA295A51764}" type="parTrans">
      <dgm:prSet/>
      <dgm:spPr/>
      <dgm:t>
        <a:bodyPr/>
        <a:lstStyle/>
        <a:p>
          <a:endParaRPr lang="zh-CN" altLang="en-US"/>
        </a:p>
      </dgm:t>
    </dgm:pt>
    <dgm:pt modelId="{D8572B1B-66AC-4A9C-8ABC-8175150EB4FF}" cxnId="{46F14E75-9332-4FFC-B843-4BA295A51764}" type="sibTrans">
      <dgm:prSet/>
      <dgm:spPr/>
      <dgm:t>
        <a:bodyPr/>
        <a:lstStyle/>
        <a:p>
          <a:endParaRPr lang="zh-CN" altLang="en-US"/>
        </a:p>
      </dgm:t>
    </dgm:pt>
    <dgm:pt modelId="{450D51CD-505D-4992-A8C5-6DAB0BD445C4}">
      <dgm:prSet phldrT="[文本]"/>
      <dgm:spPr/>
      <dgm:t>
        <a:bodyPr/>
        <a:lstStyle/>
        <a:p>
          <a:r>
            <a:rPr lang="zh-CN" altLang="en-US" dirty="0"/>
            <a:t>有效沟通的技巧与实践</a:t>
          </a:r>
        </a:p>
      </dgm:t>
    </dgm:pt>
    <dgm:pt modelId="{7CBA1553-799C-4657-AB13-0A899D46512A}" cxnId="{5DDD0900-0B73-4675-98A2-5C66DE9BCFCC}" type="parTrans">
      <dgm:prSet/>
      <dgm:spPr/>
      <dgm:t>
        <a:bodyPr/>
        <a:lstStyle/>
        <a:p>
          <a:endParaRPr lang="zh-CN" altLang="en-US"/>
        </a:p>
      </dgm:t>
    </dgm:pt>
    <dgm:pt modelId="{5E2AF9E8-7393-4101-AA71-A4B9124A046A}" cxnId="{5DDD0900-0B73-4675-98A2-5C66DE9BCFCC}" type="sibTrans">
      <dgm:prSet/>
      <dgm:spPr/>
      <dgm:t>
        <a:bodyPr/>
        <a:lstStyle/>
        <a:p>
          <a:endParaRPr lang="zh-CN" altLang="en-US"/>
        </a:p>
      </dgm:t>
    </dgm:pt>
    <dgm:pt modelId="{F38EC77F-334D-4B30-ADA0-3DC05C9F2AB0}">
      <dgm:prSet phldrT="[文本]"/>
      <dgm:spPr/>
      <dgm:t>
        <a:bodyPr/>
        <a:lstStyle/>
        <a:p>
          <a:r>
            <a:rPr lang="zh-CN" altLang="en-US" dirty="0"/>
            <a:t>本质洞察、条理、同理心</a:t>
          </a:r>
        </a:p>
      </dgm:t>
    </dgm:pt>
    <dgm:pt modelId="{4F475FEC-06FF-4CCC-A6E6-5459C5306ED7}" cxnId="{56579696-43BC-4AEE-882A-547EC36A47E1}" type="parTrans">
      <dgm:prSet/>
      <dgm:spPr/>
      <dgm:t>
        <a:bodyPr/>
        <a:lstStyle/>
        <a:p>
          <a:endParaRPr lang="zh-CN" altLang="en-US"/>
        </a:p>
      </dgm:t>
    </dgm:pt>
    <dgm:pt modelId="{D69A73FC-C95D-407B-B782-09A22F504F42}" cxnId="{56579696-43BC-4AEE-882A-547EC36A47E1}" type="sibTrans">
      <dgm:prSet/>
      <dgm:spPr/>
      <dgm:t>
        <a:bodyPr/>
        <a:lstStyle/>
        <a:p>
          <a:endParaRPr lang="zh-CN" altLang="en-US"/>
        </a:p>
      </dgm:t>
    </dgm:pt>
    <dgm:pt modelId="{B1610617-E3E8-4A26-BEC5-D4AAA5CD2CE7}">
      <dgm:prSet phldrT="[文本]"/>
      <dgm:spPr/>
      <dgm:t>
        <a:bodyPr/>
        <a:lstStyle/>
        <a:p>
          <a:r>
            <a:rPr lang="zh-CN" altLang="en-US" dirty="0"/>
            <a:t>问题升级与解决策略</a:t>
          </a:r>
        </a:p>
      </dgm:t>
    </dgm:pt>
    <dgm:pt modelId="{5207F036-7D36-455A-90C4-94A468640305}" cxnId="{2D1F2A89-916C-444A-A438-017664D07351}" type="parTrans">
      <dgm:prSet/>
      <dgm:spPr/>
      <dgm:t>
        <a:bodyPr/>
        <a:lstStyle/>
        <a:p>
          <a:endParaRPr lang="zh-CN" altLang="en-US"/>
        </a:p>
      </dgm:t>
    </dgm:pt>
    <dgm:pt modelId="{01FF18A4-8E01-45EC-BDC5-6498A6CDDC75}" cxnId="{2D1F2A89-916C-444A-A438-017664D07351}" type="sibTrans">
      <dgm:prSet/>
      <dgm:spPr/>
      <dgm:t>
        <a:bodyPr/>
        <a:lstStyle/>
        <a:p>
          <a:endParaRPr lang="zh-CN" altLang="en-US"/>
        </a:p>
      </dgm:t>
    </dgm:pt>
    <dgm:pt modelId="{DDE1CF56-48F6-45B8-8A55-72FF8D157736}">
      <dgm:prSet phldrT="[文本]"/>
      <dgm:spPr/>
      <dgm:t>
        <a:bodyPr/>
        <a:lstStyle/>
        <a:p>
          <a:r>
            <a:rPr lang="en-US" altLang="en-US" dirty="0"/>
            <a:t>7. </a:t>
          </a:r>
          <a:r>
            <a:rPr lang="zh-CN" altLang="en-US" dirty="0"/>
            <a:t>执行阶段</a:t>
          </a:r>
        </a:p>
      </dgm:t>
    </dgm:pt>
    <dgm:pt modelId="{12B51CDC-BBCB-49C6-B034-89C80ECA2920}" cxnId="{32F814A0-91C8-46FD-8898-B11C1AF93B01}" type="parTrans">
      <dgm:prSet/>
      <dgm:spPr/>
      <dgm:t>
        <a:bodyPr/>
        <a:lstStyle/>
        <a:p>
          <a:endParaRPr lang="zh-CN" altLang="en-US"/>
        </a:p>
      </dgm:t>
    </dgm:pt>
    <dgm:pt modelId="{FDCFDF8A-94BD-4DEA-ACAD-32F3B89AC2DC}" cxnId="{32F814A0-91C8-46FD-8898-B11C1AF93B01}" type="sibTrans">
      <dgm:prSet/>
      <dgm:spPr/>
      <dgm:t>
        <a:bodyPr/>
        <a:lstStyle/>
        <a:p>
          <a:endParaRPr lang="zh-CN" altLang="en-US"/>
        </a:p>
      </dgm:t>
    </dgm:pt>
    <dgm:pt modelId="{415A2F40-9CFF-4FFB-8B1D-C7440D65A00E}">
      <dgm:prSet/>
      <dgm:spPr/>
      <dgm:t>
        <a:bodyPr/>
        <a:lstStyle/>
        <a:p>
          <a:r>
            <a:rPr lang="zh-CN" altLang="en-US" dirty="0"/>
            <a:t>团队建设与沟通管理</a:t>
          </a:r>
        </a:p>
      </dgm:t>
    </dgm:pt>
    <dgm:pt modelId="{6FEB0DDC-E52E-44CA-95CD-F030E2AA3012}" cxnId="{198E7E66-014C-4884-A770-08765F08C9D6}" type="parTrans">
      <dgm:prSet/>
      <dgm:spPr/>
      <dgm:t>
        <a:bodyPr/>
        <a:lstStyle/>
        <a:p>
          <a:endParaRPr lang="zh-CN" altLang="en-US"/>
        </a:p>
      </dgm:t>
    </dgm:pt>
    <dgm:pt modelId="{2914609A-2C9E-482C-9FB2-4D04E10375AC}" cxnId="{198E7E66-014C-4884-A770-08765F08C9D6}" type="sibTrans">
      <dgm:prSet/>
      <dgm:spPr/>
      <dgm:t>
        <a:bodyPr/>
        <a:lstStyle/>
        <a:p>
          <a:endParaRPr lang="zh-CN" altLang="en-US"/>
        </a:p>
      </dgm:t>
    </dgm:pt>
    <dgm:pt modelId="{4AA4DD0E-EB64-4C12-A585-5BBDA0FBA8EB}">
      <dgm:prSet/>
      <dgm:spPr/>
      <dgm:t>
        <a:bodyPr/>
        <a:lstStyle/>
        <a:p>
          <a:r>
            <a:rPr lang="zh-CN" altLang="en-US" dirty="0"/>
            <a:t>项目启动会议的组织与执行</a:t>
          </a:r>
        </a:p>
      </dgm:t>
    </dgm:pt>
    <dgm:pt modelId="{92F82E5E-5D62-4C2C-9793-BC5696DC90BF}" cxnId="{DD3303E0-B451-4E87-BDA9-DCB3DEEF47C2}" type="parTrans">
      <dgm:prSet/>
      <dgm:spPr/>
      <dgm:t>
        <a:bodyPr/>
        <a:lstStyle/>
        <a:p>
          <a:endParaRPr lang="zh-CN" altLang="en-US"/>
        </a:p>
      </dgm:t>
    </dgm:pt>
    <dgm:pt modelId="{4CD83A1B-1857-4F62-B877-571E363604E1}" cxnId="{DD3303E0-B451-4E87-BDA9-DCB3DEEF47C2}" type="sibTrans">
      <dgm:prSet/>
      <dgm:spPr/>
      <dgm:t>
        <a:bodyPr/>
        <a:lstStyle/>
        <a:p>
          <a:endParaRPr lang="zh-CN" altLang="en-US"/>
        </a:p>
      </dgm:t>
    </dgm:pt>
    <dgm:pt modelId="{F873C9BE-2D12-4F7D-9D57-00596AF6C21D}">
      <dgm:prSet/>
      <dgm:spPr/>
      <dgm:t>
        <a:bodyPr/>
        <a:lstStyle/>
        <a:p>
          <a:r>
            <a:rPr lang="zh-CN" altLang="en-US" dirty="0"/>
            <a:t>变更管理的原则与实践</a:t>
          </a:r>
        </a:p>
      </dgm:t>
    </dgm:pt>
    <dgm:pt modelId="{26B91C1A-E0B2-4056-96F0-8FE07E1C6BB9}" cxnId="{0EDF04A3-C05A-48A3-82F1-A9662EDFDA80}" type="parTrans">
      <dgm:prSet/>
      <dgm:spPr/>
      <dgm:t>
        <a:bodyPr/>
        <a:lstStyle/>
        <a:p>
          <a:endParaRPr lang="zh-CN" altLang="en-US"/>
        </a:p>
      </dgm:t>
    </dgm:pt>
    <dgm:pt modelId="{50FCD584-FEF6-4D4E-B326-FBDA8D3279F6}" cxnId="{0EDF04A3-C05A-48A3-82F1-A9662EDFDA80}" type="sibTrans">
      <dgm:prSet/>
      <dgm:spPr/>
      <dgm:t>
        <a:bodyPr/>
        <a:lstStyle/>
        <a:p>
          <a:endParaRPr lang="zh-CN" altLang="en-US"/>
        </a:p>
      </dgm:t>
    </dgm:pt>
    <dgm:pt modelId="{12E4ACA0-A677-49D6-AD46-948B60A8594D}">
      <dgm:prSet/>
      <dgm:spPr/>
      <dgm:t>
        <a:bodyPr/>
        <a:lstStyle/>
        <a:p>
          <a:r>
            <a:rPr lang="zh-CN" altLang="en-US" dirty="0"/>
            <a:t>监督与控制项目进度</a:t>
          </a:r>
        </a:p>
      </dgm:t>
    </dgm:pt>
    <dgm:pt modelId="{2A7A6B26-2C01-490D-AD67-9C39336B8B5D}" cxnId="{459747DF-B553-4F31-9340-87B5AD6121AD}" type="parTrans">
      <dgm:prSet/>
      <dgm:spPr/>
      <dgm:t>
        <a:bodyPr/>
        <a:lstStyle/>
        <a:p>
          <a:endParaRPr lang="zh-CN" altLang="en-US"/>
        </a:p>
      </dgm:t>
    </dgm:pt>
    <dgm:pt modelId="{CA86CDB1-283D-4F31-AA19-BCE144A19C20}" cxnId="{459747DF-B553-4F31-9340-87B5AD6121AD}" type="sibTrans">
      <dgm:prSet/>
      <dgm:spPr/>
      <dgm:t>
        <a:bodyPr/>
        <a:lstStyle/>
        <a:p>
          <a:endParaRPr lang="zh-CN" altLang="en-US"/>
        </a:p>
      </dgm:t>
    </dgm:pt>
    <dgm:pt modelId="{9156338C-6F14-4DEB-A1A3-D749443D4EC7}">
      <dgm:prSet/>
      <dgm:spPr/>
      <dgm:t>
        <a:bodyPr/>
        <a:lstStyle/>
        <a:p>
          <a:r>
            <a:rPr lang="zh-CN" altLang="en-US" dirty="0"/>
            <a:t>里程碑的设定与检查</a:t>
          </a:r>
        </a:p>
      </dgm:t>
    </dgm:pt>
    <dgm:pt modelId="{F5DDDCAF-5DFB-46A7-BF67-038EE2DCB90B}" cxnId="{9BFFADD1-C27B-41DE-9C9E-0BBC52B526FB}" type="parTrans">
      <dgm:prSet/>
      <dgm:spPr/>
      <dgm:t>
        <a:bodyPr/>
        <a:lstStyle/>
        <a:p>
          <a:endParaRPr lang="zh-CN" altLang="en-US"/>
        </a:p>
      </dgm:t>
    </dgm:pt>
    <dgm:pt modelId="{35076D4C-0482-49DE-858F-D3C16C9D2F69}" cxnId="{9BFFADD1-C27B-41DE-9C9E-0BBC52B526FB}" type="sibTrans">
      <dgm:prSet/>
      <dgm:spPr/>
      <dgm:t>
        <a:bodyPr/>
        <a:lstStyle/>
        <a:p>
          <a:endParaRPr lang="zh-CN" altLang="en-US"/>
        </a:p>
      </dgm:t>
    </dgm:pt>
    <dgm:pt modelId="{857E59DA-B5DB-4A2E-A38C-DCB6CCE993B4}">
      <dgm:prSet/>
      <dgm:spPr/>
      <dgm:t>
        <a:bodyPr/>
        <a:lstStyle/>
        <a:p>
          <a:r>
            <a:rPr lang="zh-CN" altLang="en-US" dirty="0"/>
            <a:t>完工总结与经验教训的记录</a:t>
          </a:r>
        </a:p>
      </dgm:t>
    </dgm:pt>
    <dgm:pt modelId="{D96A7955-9228-4B97-8006-178D46EF44B0}" cxnId="{E7063BE5-E2D5-4A3A-90B6-72E7C0381CF0}" type="parTrans">
      <dgm:prSet/>
      <dgm:spPr/>
      <dgm:t>
        <a:bodyPr/>
        <a:lstStyle/>
        <a:p>
          <a:endParaRPr lang="zh-CN" altLang="en-US"/>
        </a:p>
      </dgm:t>
    </dgm:pt>
    <dgm:pt modelId="{D9D365EA-2074-4BF1-BA0F-84E7822A75F4}" cxnId="{E7063BE5-E2D5-4A3A-90B6-72E7C0381CF0}" type="sibTrans">
      <dgm:prSet/>
      <dgm:spPr/>
      <dgm:t>
        <a:bodyPr/>
        <a:lstStyle/>
        <a:p>
          <a:endParaRPr lang="zh-CN" altLang="en-US"/>
        </a:p>
      </dgm:t>
    </dgm:pt>
    <dgm:pt modelId="{1FFA64C8-98D5-4738-AB53-C6E60A37406D}">
      <dgm:prSet/>
      <dgm:spPr/>
      <dgm:t>
        <a:bodyPr/>
        <a:lstStyle/>
        <a:p>
          <a:r>
            <a:rPr lang="en-US" altLang="en-US" dirty="0"/>
            <a:t>8. </a:t>
          </a:r>
          <a:r>
            <a:rPr lang="zh-CN" altLang="en-US" dirty="0"/>
            <a:t>案例分析与实践</a:t>
          </a:r>
        </a:p>
      </dgm:t>
    </dgm:pt>
    <dgm:pt modelId="{38CE53B4-4DBD-4E62-9C2F-7835A25E1782}" cxnId="{CE1F9E06-1BA9-4EA5-A4B9-8DA96F8B5C88}" type="parTrans">
      <dgm:prSet/>
      <dgm:spPr/>
      <dgm:t>
        <a:bodyPr/>
        <a:lstStyle/>
        <a:p>
          <a:endParaRPr lang="zh-CN" altLang="en-US"/>
        </a:p>
      </dgm:t>
    </dgm:pt>
    <dgm:pt modelId="{B549DCDA-39A0-4097-B44F-7F694E4F753D}" cxnId="{CE1F9E06-1BA9-4EA5-A4B9-8DA96F8B5C88}" type="sibTrans">
      <dgm:prSet/>
      <dgm:spPr/>
      <dgm:t>
        <a:bodyPr/>
        <a:lstStyle/>
        <a:p>
          <a:endParaRPr lang="zh-CN" altLang="en-US"/>
        </a:p>
      </dgm:t>
    </dgm:pt>
    <dgm:pt modelId="{7215B84E-2EA6-4CCE-B2A7-69F379865B6B}">
      <dgm:prSet/>
      <dgm:spPr/>
      <dgm:t>
        <a:bodyPr/>
        <a:lstStyle/>
        <a:p>
          <a:r>
            <a:rPr lang="zh-CN" altLang="en-US" dirty="0"/>
            <a:t>分析案例中项目管理的成功与失败因素</a:t>
          </a:r>
        </a:p>
      </dgm:t>
    </dgm:pt>
    <dgm:pt modelId="{BA9719A7-2978-4897-8D46-BB9203F242E3}" cxnId="{C764EC27-5163-4AAA-A0D1-D192E0A68578}" type="parTrans">
      <dgm:prSet/>
      <dgm:spPr/>
      <dgm:t>
        <a:bodyPr/>
        <a:lstStyle/>
        <a:p>
          <a:endParaRPr lang="zh-CN" altLang="en-US"/>
        </a:p>
      </dgm:t>
    </dgm:pt>
    <dgm:pt modelId="{784D6DFC-2614-4C56-93F6-38F6D8243938}" cxnId="{C764EC27-5163-4AAA-A0D1-D192E0A68578}" type="sibTrans">
      <dgm:prSet/>
      <dgm:spPr/>
      <dgm:t>
        <a:bodyPr/>
        <a:lstStyle/>
        <a:p>
          <a:endParaRPr lang="zh-CN" altLang="en-US"/>
        </a:p>
      </dgm:t>
    </dgm:pt>
    <dgm:pt modelId="{6B77BD62-7978-4885-8A45-6663D0E78593}">
      <dgm:prSet/>
      <dgm:spPr/>
      <dgm:t>
        <a:bodyPr/>
        <a:lstStyle/>
        <a:p>
          <a:r>
            <a:rPr lang="zh-CN" altLang="en-US" dirty="0"/>
            <a:t>讨论案例中的实践要点与改进措施</a:t>
          </a:r>
        </a:p>
      </dgm:t>
    </dgm:pt>
    <dgm:pt modelId="{EF357DCE-DEC1-455F-8D06-A3B747E8FB38}" cxnId="{4FCE7C8A-1732-4815-9162-512812B7168F}" type="parTrans">
      <dgm:prSet/>
      <dgm:spPr/>
      <dgm:t>
        <a:bodyPr/>
        <a:lstStyle/>
        <a:p>
          <a:endParaRPr lang="zh-CN" altLang="en-US"/>
        </a:p>
      </dgm:t>
    </dgm:pt>
    <dgm:pt modelId="{55E37C4C-8EE4-462B-AF8A-014BCBE12F2B}" cxnId="{4FCE7C8A-1732-4815-9162-512812B7168F}" type="sibTrans">
      <dgm:prSet/>
      <dgm:spPr/>
      <dgm:t>
        <a:bodyPr/>
        <a:lstStyle/>
        <a:p>
          <a:endParaRPr lang="zh-CN" altLang="en-US"/>
        </a:p>
      </dgm:t>
    </dgm:pt>
    <dgm:pt modelId="{CF8E807A-4EAF-4041-88E0-D858731CB8A6}">
      <dgm:prSet/>
      <dgm:spPr/>
      <dgm:t>
        <a:bodyPr/>
        <a:lstStyle/>
        <a:p>
          <a:r>
            <a:rPr lang="en-US" altLang="en-US" dirty="0"/>
            <a:t>9. </a:t>
          </a:r>
          <a:r>
            <a:rPr lang="zh-CN" altLang="en-US" dirty="0"/>
            <a:t>课程总结和回顾</a:t>
          </a:r>
        </a:p>
      </dgm:t>
    </dgm:pt>
    <dgm:pt modelId="{BF394F75-63D2-4C25-8CBF-5E2EEC7AA8D4}" cxnId="{DF53A089-EC71-4DB7-ACAA-5AC84FF9801D}" type="parTrans">
      <dgm:prSet/>
      <dgm:spPr/>
      <dgm:t>
        <a:bodyPr/>
        <a:lstStyle/>
        <a:p>
          <a:endParaRPr lang="zh-CN" altLang="en-US"/>
        </a:p>
      </dgm:t>
    </dgm:pt>
    <dgm:pt modelId="{51DEFF86-A8FE-4594-A9DE-18CB1F7802D0}" cxnId="{DF53A089-EC71-4DB7-ACAA-5AC84FF9801D}" type="sibTrans">
      <dgm:prSet/>
      <dgm:spPr/>
      <dgm:t>
        <a:bodyPr/>
        <a:lstStyle/>
        <a:p>
          <a:endParaRPr lang="zh-CN" altLang="en-US"/>
        </a:p>
      </dgm:t>
    </dgm:pt>
    <dgm:pt modelId="{95FFECAD-BD42-470D-BB92-AB26A7556F7A}">
      <dgm:prSet/>
      <dgm:spPr/>
      <dgm:t>
        <a:bodyPr/>
        <a:lstStyle/>
        <a:p>
          <a:r>
            <a:rPr lang="zh-CN" altLang="en-US" dirty="0"/>
            <a:t>回顾课程要点</a:t>
          </a:r>
        </a:p>
      </dgm:t>
    </dgm:pt>
    <dgm:pt modelId="{9D84A4CE-BA2D-4BF6-BE2F-2CF8CA161D75}" cxnId="{935FE944-056C-4EE1-AE75-30AA901DEFCD}" type="parTrans">
      <dgm:prSet/>
      <dgm:spPr/>
      <dgm:t>
        <a:bodyPr/>
        <a:lstStyle/>
        <a:p>
          <a:endParaRPr lang="zh-CN" altLang="en-US"/>
        </a:p>
      </dgm:t>
    </dgm:pt>
    <dgm:pt modelId="{E6B3D0E6-DC12-4097-AF65-7E943B202901}" cxnId="{935FE944-056C-4EE1-AE75-30AA901DEFCD}" type="sibTrans">
      <dgm:prSet/>
      <dgm:spPr/>
      <dgm:t>
        <a:bodyPr/>
        <a:lstStyle/>
        <a:p>
          <a:endParaRPr lang="zh-CN" altLang="en-US"/>
        </a:p>
      </dgm:t>
    </dgm:pt>
    <dgm:pt modelId="{BD023DAA-69C6-4196-BAD0-9035656FF821}" type="pres">
      <dgm:prSet presAssocID="{726BA73B-0847-4769-945C-DF9C876B2F3A}" presName="linear" presStyleCnt="0">
        <dgm:presLayoutVars>
          <dgm:dir/>
          <dgm:animLvl val="lvl"/>
          <dgm:resizeHandles val="exact"/>
        </dgm:presLayoutVars>
      </dgm:prSet>
      <dgm:spPr/>
    </dgm:pt>
    <dgm:pt modelId="{45856193-C4B8-498D-B6BA-AC01DCBEE91E}" type="pres">
      <dgm:prSet presAssocID="{C0DEDDF9-DEA5-4D95-8CAD-3C9279CF9CE4}" presName="parentLin" presStyleCnt="0"/>
      <dgm:spPr/>
    </dgm:pt>
    <dgm:pt modelId="{4A3A7654-FA58-4D7B-B008-0995BB0FEDCD}" type="pres">
      <dgm:prSet presAssocID="{C0DEDDF9-DEA5-4D95-8CAD-3C9279CF9CE4}" presName="parentLeftMargin" presStyleLbl="node1" presStyleIdx="0" presStyleCnt="4"/>
      <dgm:spPr/>
    </dgm:pt>
    <dgm:pt modelId="{3755F6E4-575A-4E6A-B574-B611E150BA63}" type="pres">
      <dgm:prSet presAssocID="{C0DEDDF9-DEA5-4D95-8CAD-3C9279CF9CE4}" presName="parentText" presStyleLbl="node1" presStyleIdx="0" presStyleCnt="4">
        <dgm:presLayoutVars>
          <dgm:chMax val="0"/>
          <dgm:bulletEnabled val="1"/>
        </dgm:presLayoutVars>
      </dgm:prSet>
      <dgm:spPr/>
    </dgm:pt>
    <dgm:pt modelId="{DC48573C-2961-40EF-BC44-4229589C593B}" type="pres">
      <dgm:prSet presAssocID="{C0DEDDF9-DEA5-4D95-8CAD-3C9279CF9CE4}" presName="negativeSpace" presStyleCnt="0"/>
      <dgm:spPr/>
    </dgm:pt>
    <dgm:pt modelId="{53BC6CD0-A147-4782-BCB8-4CDB5986F7C0}" type="pres">
      <dgm:prSet presAssocID="{C0DEDDF9-DEA5-4D95-8CAD-3C9279CF9CE4}" presName="childText" presStyleLbl="conFgAcc1" presStyleIdx="0" presStyleCnt="4">
        <dgm:presLayoutVars>
          <dgm:bulletEnabled val="1"/>
        </dgm:presLayoutVars>
      </dgm:prSet>
      <dgm:spPr/>
    </dgm:pt>
    <dgm:pt modelId="{7AE9F5E0-6BC2-47A2-B3A1-0A2A1E7012A1}" type="pres">
      <dgm:prSet presAssocID="{452B9154-9027-4015-A4F6-07255F1DE768}" presName="spaceBetweenRectangles" presStyleCnt="0"/>
      <dgm:spPr/>
    </dgm:pt>
    <dgm:pt modelId="{612AC625-A351-477C-8EE6-44F984BB59B6}" type="pres">
      <dgm:prSet presAssocID="{DDE1CF56-48F6-45B8-8A55-72FF8D157736}" presName="parentLin" presStyleCnt="0"/>
      <dgm:spPr/>
    </dgm:pt>
    <dgm:pt modelId="{C2B90D9C-0F64-4D14-8598-E71389270881}" type="pres">
      <dgm:prSet presAssocID="{DDE1CF56-48F6-45B8-8A55-72FF8D157736}" presName="parentLeftMargin" presStyleLbl="node1" presStyleIdx="0" presStyleCnt="4"/>
      <dgm:spPr/>
    </dgm:pt>
    <dgm:pt modelId="{605119A1-B43A-4A3A-B298-598B5EFBE53C}" type="pres">
      <dgm:prSet presAssocID="{DDE1CF56-48F6-45B8-8A55-72FF8D157736}" presName="parentText" presStyleLbl="node1" presStyleIdx="1" presStyleCnt="4">
        <dgm:presLayoutVars>
          <dgm:chMax val="0"/>
          <dgm:bulletEnabled val="1"/>
        </dgm:presLayoutVars>
      </dgm:prSet>
      <dgm:spPr/>
    </dgm:pt>
    <dgm:pt modelId="{79BF0CAD-D289-4AE8-B38E-3CC9EBA91D44}" type="pres">
      <dgm:prSet presAssocID="{DDE1CF56-48F6-45B8-8A55-72FF8D157736}" presName="negativeSpace" presStyleCnt="0"/>
      <dgm:spPr/>
    </dgm:pt>
    <dgm:pt modelId="{579DE521-CDAC-494F-A836-C13D0923D796}" type="pres">
      <dgm:prSet presAssocID="{DDE1CF56-48F6-45B8-8A55-72FF8D157736}" presName="childText" presStyleLbl="conFgAcc1" presStyleIdx="1" presStyleCnt="4">
        <dgm:presLayoutVars>
          <dgm:bulletEnabled val="1"/>
        </dgm:presLayoutVars>
      </dgm:prSet>
      <dgm:spPr/>
    </dgm:pt>
    <dgm:pt modelId="{8500FF8D-4FE1-4427-BD2C-A0F055640955}" type="pres">
      <dgm:prSet presAssocID="{FDCFDF8A-94BD-4DEA-ACAD-32F3B89AC2DC}" presName="spaceBetweenRectangles" presStyleCnt="0"/>
      <dgm:spPr/>
    </dgm:pt>
    <dgm:pt modelId="{A75E855B-9857-40D6-91CC-6780D3E7DD77}" type="pres">
      <dgm:prSet presAssocID="{1FFA64C8-98D5-4738-AB53-C6E60A37406D}" presName="parentLin" presStyleCnt="0"/>
      <dgm:spPr/>
    </dgm:pt>
    <dgm:pt modelId="{DA73AE81-090D-43A4-8B57-C9F6B8298A4C}" type="pres">
      <dgm:prSet presAssocID="{1FFA64C8-98D5-4738-AB53-C6E60A37406D}" presName="parentLeftMargin" presStyleLbl="node1" presStyleIdx="1" presStyleCnt="4"/>
      <dgm:spPr/>
    </dgm:pt>
    <dgm:pt modelId="{4EC0B9D3-4419-4231-95EF-62D2DAFB47A8}" type="pres">
      <dgm:prSet presAssocID="{1FFA64C8-98D5-4738-AB53-C6E60A37406D}" presName="parentText" presStyleLbl="node1" presStyleIdx="2" presStyleCnt="4">
        <dgm:presLayoutVars>
          <dgm:chMax val="0"/>
          <dgm:bulletEnabled val="1"/>
        </dgm:presLayoutVars>
      </dgm:prSet>
      <dgm:spPr/>
    </dgm:pt>
    <dgm:pt modelId="{80870635-550C-4406-9BC0-A6399DF4E3A6}" type="pres">
      <dgm:prSet presAssocID="{1FFA64C8-98D5-4738-AB53-C6E60A37406D}" presName="negativeSpace" presStyleCnt="0"/>
      <dgm:spPr/>
    </dgm:pt>
    <dgm:pt modelId="{341EA21B-31DE-4F5A-A7F7-7EB331A336F0}" type="pres">
      <dgm:prSet presAssocID="{1FFA64C8-98D5-4738-AB53-C6E60A37406D}" presName="childText" presStyleLbl="conFgAcc1" presStyleIdx="2" presStyleCnt="4">
        <dgm:presLayoutVars>
          <dgm:bulletEnabled val="1"/>
        </dgm:presLayoutVars>
      </dgm:prSet>
      <dgm:spPr/>
    </dgm:pt>
    <dgm:pt modelId="{077ABA7E-51F7-4A11-B59A-12CA53B2C4FA}" type="pres">
      <dgm:prSet presAssocID="{B549DCDA-39A0-4097-B44F-7F694E4F753D}" presName="spaceBetweenRectangles" presStyleCnt="0"/>
      <dgm:spPr/>
    </dgm:pt>
    <dgm:pt modelId="{80753AD7-2B13-459D-8029-2A7882D8D6FF}" type="pres">
      <dgm:prSet presAssocID="{CF8E807A-4EAF-4041-88E0-D858731CB8A6}" presName="parentLin" presStyleCnt="0"/>
      <dgm:spPr/>
    </dgm:pt>
    <dgm:pt modelId="{5B482E1B-4749-4D3B-8451-256B6DECD940}" type="pres">
      <dgm:prSet presAssocID="{CF8E807A-4EAF-4041-88E0-D858731CB8A6}" presName="parentLeftMargin" presStyleLbl="node1" presStyleIdx="2" presStyleCnt="4"/>
      <dgm:spPr/>
    </dgm:pt>
    <dgm:pt modelId="{7B4488D4-43A5-43BC-819B-24270985E534}" type="pres">
      <dgm:prSet presAssocID="{CF8E807A-4EAF-4041-88E0-D858731CB8A6}" presName="parentText" presStyleLbl="node1" presStyleIdx="3" presStyleCnt="4">
        <dgm:presLayoutVars>
          <dgm:chMax val="0"/>
          <dgm:bulletEnabled val="1"/>
        </dgm:presLayoutVars>
      </dgm:prSet>
      <dgm:spPr/>
    </dgm:pt>
    <dgm:pt modelId="{45C354AB-0C54-4741-85A7-69AA51C31003}" type="pres">
      <dgm:prSet presAssocID="{CF8E807A-4EAF-4041-88E0-D858731CB8A6}" presName="negativeSpace" presStyleCnt="0"/>
      <dgm:spPr/>
    </dgm:pt>
    <dgm:pt modelId="{86E57550-5DE8-4847-BA58-EDD619B520F9}" type="pres">
      <dgm:prSet presAssocID="{CF8E807A-4EAF-4041-88E0-D858731CB8A6}" presName="childText" presStyleLbl="conFgAcc1" presStyleIdx="3" presStyleCnt="4">
        <dgm:presLayoutVars>
          <dgm:bulletEnabled val="1"/>
        </dgm:presLayoutVars>
      </dgm:prSet>
      <dgm:spPr/>
    </dgm:pt>
  </dgm:ptLst>
  <dgm:cxnLst>
    <dgm:cxn modelId="{5DDD0900-0B73-4675-98A2-5C66DE9BCFCC}" srcId="{C0DEDDF9-DEA5-4D95-8CAD-3C9279CF9CE4}" destId="{450D51CD-505D-4992-A8C5-6DAB0BD445C4}" srcOrd="2" destOrd="0" parTransId="{7CBA1553-799C-4657-AB13-0A899D46512A}" sibTransId="{5E2AF9E8-7393-4101-AA71-A4B9124A046A}"/>
    <dgm:cxn modelId="{CE1F9E06-1BA9-4EA5-A4B9-8DA96F8B5C88}" srcId="{726BA73B-0847-4769-945C-DF9C876B2F3A}" destId="{1FFA64C8-98D5-4738-AB53-C6E60A37406D}" srcOrd="2" destOrd="0" parTransId="{38CE53B4-4DBD-4E62-9C2F-7835A25E1782}" sibTransId="{B549DCDA-39A0-4097-B44F-7F694E4F753D}"/>
    <dgm:cxn modelId="{55D03411-84E0-458C-88EB-1E44F4D565E2}" type="presOf" srcId="{CF8E807A-4EAF-4041-88E0-D858731CB8A6}" destId="{7B4488D4-43A5-43BC-819B-24270985E534}" srcOrd="1" destOrd="0" presId="urn:microsoft.com/office/officeart/2005/8/layout/list1"/>
    <dgm:cxn modelId="{A4B4A623-1A09-455F-A9B7-4BEFCEAF580D}" type="presOf" srcId="{F38EC77F-334D-4B30-ADA0-3DC05C9F2AB0}" destId="{53BC6CD0-A147-4782-BCB8-4CDB5986F7C0}" srcOrd="0" destOrd="3" presId="urn:microsoft.com/office/officeart/2005/8/layout/list1"/>
    <dgm:cxn modelId="{1546CC24-D8A5-4699-847A-25AD84F2A4DE}" type="presOf" srcId="{7215B84E-2EA6-4CCE-B2A7-69F379865B6B}" destId="{341EA21B-31DE-4F5A-A7F7-7EB331A336F0}" srcOrd="0" destOrd="0" presId="urn:microsoft.com/office/officeart/2005/8/layout/list1"/>
    <dgm:cxn modelId="{C764EC27-5163-4AAA-A0D1-D192E0A68578}" srcId="{1FFA64C8-98D5-4738-AB53-C6E60A37406D}" destId="{7215B84E-2EA6-4CCE-B2A7-69F379865B6B}" srcOrd="0" destOrd="0" parTransId="{BA9719A7-2978-4897-8D46-BB9203F242E3}" sibTransId="{784D6DFC-2614-4C56-93F6-38F6D8243938}"/>
    <dgm:cxn modelId="{005D192A-579C-492A-B406-2E7676AC2F4F}" type="presOf" srcId="{9156338C-6F14-4DEB-A1A3-D749443D4EC7}" destId="{579DE521-CDAC-494F-A836-C13D0923D796}" srcOrd="0" destOrd="4" presId="urn:microsoft.com/office/officeart/2005/8/layout/list1"/>
    <dgm:cxn modelId="{AB72BD2C-F3F2-400B-8DD0-804B0C5C05B7}" srcId="{C0DEDDF9-DEA5-4D95-8CAD-3C9279CF9CE4}" destId="{E434CB21-92C9-4C5F-89C9-FDD249AFB772}" srcOrd="0" destOrd="0" parTransId="{BC769851-731A-48BA-BBD1-2D1F0D5BEB55}" sibTransId="{4FEED139-B5D6-43D6-B33E-C12C48A92F74}"/>
    <dgm:cxn modelId="{C2C9735D-D0E1-4FB1-A635-A3FB4DAC8CCE}" type="presOf" srcId="{C0DEDDF9-DEA5-4D95-8CAD-3C9279CF9CE4}" destId="{3755F6E4-575A-4E6A-B574-B611E150BA63}" srcOrd="1" destOrd="0" presId="urn:microsoft.com/office/officeart/2005/8/layout/list1"/>
    <dgm:cxn modelId="{935FE944-056C-4EE1-AE75-30AA901DEFCD}" srcId="{CF8E807A-4EAF-4041-88E0-D858731CB8A6}" destId="{95FFECAD-BD42-470D-BB92-AB26A7556F7A}" srcOrd="0" destOrd="0" parTransId="{9D84A4CE-BA2D-4BF6-BE2F-2CF8CA161D75}" sibTransId="{E6B3D0E6-DC12-4097-AF65-7E943B202901}"/>
    <dgm:cxn modelId="{CA12FA64-66D8-4AA6-8641-A492E334C3A8}" srcId="{726BA73B-0847-4769-945C-DF9C876B2F3A}" destId="{C0DEDDF9-DEA5-4D95-8CAD-3C9279CF9CE4}" srcOrd="0" destOrd="0" parTransId="{975DA8A4-1C54-48B4-B89D-70731BC9C764}" sibTransId="{452B9154-9027-4015-A4F6-07255F1DE768}"/>
    <dgm:cxn modelId="{198E7E66-014C-4884-A770-08765F08C9D6}" srcId="{DDE1CF56-48F6-45B8-8A55-72FF8D157736}" destId="{415A2F40-9CFF-4FFB-8B1D-C7440D65A00E}" srcOrd="0" destOrd="0" parTransId="{6FEB0DDC-E52E-44CA-95CD-F030E2AA3012}" sibTransId="{2914609A-2C9E-482C-9FB2-4D04E10375AC}"/>
    <dgm:cxn modelId="{5FF4C146-DBFD-40E6-80DA-62E8AD61A2F4}" type="presOf" srcId="{B1610617-E3E8-4A26-BEC5-D4AAA5CD2CE7}" destId="{53BC6CD0-A147-4782-BCB8-4CDB5986F7C0}" srcOrd="0" destOrd="4" presId="urn:microsoft.com/office/officeart/2005/8/layout/list1"/>
    <dgm:cxn modelId="{EE58AE6E-D5DC-49D1-8A55-3A52673C5988}" type="presOf" srcId="{F873C9BE-2D12-4F7D-9D57-00596AF6C21D}" destId="{579DE521-CDAC-494F-A836-C13D0923D796}" srcOrd="0" destOrd="2" presId="urn:microsoft.com/office/officeart/2005/8/layout/list1"/>
    <dgm:cxn modelId="{46F14E75-9332-4FFC-B843-4BA295A51764}" srcId="{C0DEDDF9-DEA5-4D95-8CAD-3C9279CF9CE4}" destId="{E958FD0A-CA11-4108-BF47-19D31834423F}" srcOrd="1" destOrd="0" parTransId="{9DDB71E9-A215-40DE-8E3E-E23D66EB9E66}" sibTransId="{D8572B1B-66AC-4A9C-8ABC-8175150EB4FF}"/>
    <dgm:cxn modelId="{98E27481-68A2-4C25-B9D8-07309725A2E2}" type="presOf" srcId="{DDE1CF56-48F6-45B8-8A55-72FF8D157736}" destId="{C2B90D9C-0F64-4D14-8598-E71389270881}" srcOrd="0" destOrd="0" presId="urn:microsoft.com/office/officeart/2005/8/layout/list1"/>
    <dgm:cxn modelId="{2D1F2A89-916C-444A-A438-017664D07351}" srcId="{C0DEDDF9-DEA5-4D95-8CAD-3C9279CF9CE4}" destId="{B1610617-E3E8-4A26-BEC5-D4AAA5CD2CE7}" srcOrd="4" destOrd="0" parTransId="{5207F036-7D36-455A-90C4-94A468640305}" sibTransId="{01FF18A4-8E01-45EC-BDC5-6498A6CDDC75}"/>
    <dgm:cxn modelId="{DF53A089-EC71-4DB7-ACAA-5AC84FF9801D}" srcId="{726BA73B-0847-4769-945C-DF9C876B2F3A}" destId="{CF8E807A-4EAF-4041-88E0-D858731CB8A6}" srcOrd="3" destOrd="0" parTransId="{BF394F75-63D2-4C25-8CBF-5E2EEC7AA8D4}" sibTransId="{51DEFF86-A8FE-4594-A9DE-18CB1F7802D0}"/>
    <dgm:cxn modelId="{4FCE7C8A-1732-4815-9162-512812B7168F}" srcId="{1FFA64C8-98D5-4738-AB53-C6E60A37406D}" destId="{6B77BD62-7978-4885-8A45-6663D0E78593}" srcOrd="1" destOrd="0" parTransId="{EF357DCE-DEC1-455F-8D06-A3B747E8FB38}" sibTransId="{55E37C4C-8EE4-462B-AF8A-014BCBE12F2B}"/>
    <dgm:cxn modelId="{56579696-43BC-4AEE-882A-547EC36A47E1}" srcId="{C0DEDDF9-DEA5-4D95-8CAD-3C9279CF9CE4}" destId="{F38EC77F-334D-4B30-ADA0-3DC05C9F2AB0}" srcOrd="3" destOrd="0" parTransId="{4F475FEC-06FF-4CCC-A6E6-5459C5306ED7}" sibTransId="{D69A73FC-C95D-407B-B782-09A22F504F42}"/>
    <dgm:cxn modelId="{6E64B697-3965-4B54-9DB6-CE3A7A139340}" type="presOf" srcId="{DDE1CF56-48F6-45B8-8A55-72FF8D157736}" destId="{605119A1-B43A-4A3A-B298-598B5EFBE53C}" srcOrd="1" destOrd="0" presId="urn:microsoft.com/office/officeart/2005/8/layout/list1"/>
    <dgm:cxn modelId="{EFCAF199-7E5F-4146-8E32-F45DDA155299}" type="presOf" srcId="{E434CB21-92C9-4C5F-89C9-FDD249AFB772}" destId="{53BC6CD0-A147-4782-BCB8-4CDB5986F7C0}" srcOrd="0" destOrd="0" presId="urn:microsoft.com/office/officeart/2005/8/layout/list1"/>
    <dgm:cxn modelId="{32F814A0-91C8-46FD-8898-B11C1AF93B01}" srcId="{726BA73B-0847-4769-945C-DF9C876B2F3A}" destId="{DDE1CF56-48F6-45B8-8A55-72FF8D157736}" srcOrd="1" destOrd="0" parTransId="{12B51CDC-BBCB-49C6-B034-89C80ECA2920}" sibTransId="{FDCFDF8A-94BD-4DEA-ACAD-32F3B89AC2DC}"/>
    <dgm:cxn modelId="{0EDF04A3-C05A-48A3-82F1-A9662EDFDA80}" srcId="{DDE1CF56-48F6-45B8-8A55-72FF8D157736}" destId="{F873C9BE-2D12-4F7D-9D57-00596AF6C21D}" srcOrd="2" destOrd="0" parTransId="{26B91C1A-E0B2-4056-96F0-8FE07E1C6BB9}" sibTransId="{50FCD584-FEF6-4D4E-B326-FBDA8D3279F6}"/>
    <dgm:cxn modelId="{7C92FCA4-827B-467B-A4CA-152CC5298373}" type="presOf" srcId="{1FFA64C8-98D5-4738-AB53-C6E60A37406D}" destId="{4EC0B9D3-4419-4231-95EF-62D2DAFB47A8}" srcOrd="1" destOrd="0" presId="urn:microsoft.com/office/officeart/2005/8/layout/list1"/>
    <dgm:cxn modelId="{DD61C5AA-4CE5-48A3-A4EA-78B9D3836808}" type="presOf" srcId="{E958FD0A-CA11-4108-BF47-19D31834423F}" destId="{53BC6CD0-A147-4782-BCB8-4CDB5986F7C0}" srcOrd="0" destOrd="1" presId="urn:microsoft.com/office/officeart/2005/8/layout/list1"/>
    <dgm:cxn modelId="{7EF4E1AA-F2DF-4ECF-8E45-B5DD9B6B99FE}" type="presOf" srcId="{1FFA64C8-98D5-4738-AB53-C6E60A37406D}" destId="{DA73AE81-090D-43A4-8B57-C9F6B8298A4C}" srcOrd="0" destOrd="0" presId="urn:microsoft.com/office/officeart/2005/8/layout/list1"/>
    <dgm:cxn modelId="{1C6ECBAF-0CB0-417F-BA1B-860B7B9A5875}" type="presOf" srcId="{415A2F40-9CFF-4FFB-8B1D-C7440D65A00E}" destId="{579DE521-CDAC-494F-A836-C13D0923D796}" srcOrd="0" destOrd="0" presId="urn:microsoft.com/office/officeart/2005/8/layout/list1"/>
    <dgm:cxn modelId="{E41396B2-B8A5-4444-8080-AC2B712F0A29}" type="presOf" srcId="{CF8E807A-4EAF-4041-88E0-D858731CB8A6}" destId="{5B482E1B-4749-4D3B-8451-256B6DECD940}" srcOrd="0" destOrd="0" presId="urn:microsoft.com/office/officeart/2005/8/layout/list1"/>
    <dgm:cxn modelId="{B365F3B2-264C-4350-A921-24CD7F9BC161}" type="presOf" srcId="{12E4ACA0-A677-49D6-AD46-948B60A8594D}" destId="{579DE521-CDAC-494F-A836-C13D0923D796}" srcOrd="0" destOrd="3" presId="urn:microsoft.com/office/officeart/2005/8/layout/list1"/>
    <dgm:cxn modelId="{0EDA4FB8-F32D-4C9F-889D-1CB1BA70FC52}" type="presOf" srcId="{95FFECAD-BD42-470D-BB92-AB26A7556F7A}" destId="{86E57550-5DE8-4847-BA58-EDD619B520F9}" srcOrd="0" destOrd="0" presId="urn:microsoft.com/office/officeart/2005/8/layout/list1"/>
    <dgm:cxn modelId="{394605B9-17F7-4B6C-B538-8FB8BB0D330C}" type="presOf" srcId="{726BA73B-0847-4769-945C-DF9C876B2F3A}" destId="{BD023DAA-69C6-4196-BAD0-9035656FF821}" srcOrd="0" destOrd="0" presId="urn:microsoft.com/office/officeart/2005/8/layout/list1"/>
    <dgm:cxn modelId="{C7F6A5BD-C001-49E9-B01A-ECF6B348C300}" type="presOf" srcId="{450D51CD-505D-4992-A8C5-6DAB0BD445C4}" destId="{53BC6CD0-A147-4782-BCB8-4CDB5986F7C0}" srcOrd="0" destOrd="2" presId="urn:microsoft.com/office/officeart/2005/8/layout/list1"/>
    <dgm:cxn modelId="{F2D139C4-318C-47B6-97B7-900B2A08396E}" type="presOf" srcId="{857E59DA-B5DB-4A2E-A38C-DCB6CCE993B4}" destId="{579DE521-CDAC-494F-A836-C13D0923D796}" srcOrd="0" destOrd="5" presId="urn:microsoft.com/office/officeart/2005/8/layout/list1"/>
    <dgm:cxn modelId="{9BFFADD1-C27B-41DE-9C9E-0BBC52B526FB}" srcId="{DDE1CF56-48F6-45B8-8A55-72FF8D157736}" destId="{9156338C-6F14-4DEB-A1A3-D749443D4EC7}" srcOrd="4" destOrd="0" parTransId="{F5DDDCAF-5DFB-46A7-BF67-038EE2DCB90B}" sibTransId="{35076D4C-0482-49DE-858F-D3C16C9D2F69}"/>
    <dgm:cxn modelId="{459747DF-B553-4F31-9340-87B5AD6121AD}" srcId="{DDE1CF56-48F6-45B8-8A55-72FF8D157736}" destId="{12E4ACA0-A677-49D6-AD46-948B60A8594D}" srcOrd="3" destOrd="0" parTransId="{2A7A6B26-2C01-490D-AD67-9C39336B8B5D}" sibTransId="{CA86CDB1-283D-4F31-AA19-BCE144A19C20}"/>
    <dgm:cxn modelId="{DD3303E0-B451-4E87-BDA9-DCB3DEEF47C2}" srcId="{DDE1CF56-48F6-45B8-8A55-72FF8D157736}" destId="{4AA4DD0E-EB64-4C12-A585-5BBDA0FBA8EB}" srcOrd="1" destOrd="0" parTransId="{92F82E5E-5D62-4C2C-9793-BC5696DC90BF}" sibTransId="{4CD83A1B-1857-4F62-B877-571E363604E1}"/>
    <dgm:cxn modelId="{E7063BE5-E2D5-4A3A-90B6-72E7C0381CF0}" srcId="{DDE1CF56-48F6-45B8-8A55-72FF8D157736}" destId="{857E59DA-B5DB-4A2E-A38C-DCB6CCE993B4}" srcOrd="5" destOrd="0" parTransId="{D96A7955-9228-4B97-8006-178D46EF44B0}" sibTransId="{D9D365EA-2074-4BF1-BA0F-84E7822A75F4}"/>
    <dgm:cxn modelId="{61BDC8E6-491E-4127-B7BB-ACD16051D2BE}" type="presOf" srcId="{C0DEDDF9-DEA5-4D95-8CAD-3C9279CF9CE4}" destId="{4A3A7654-FA58-4D7B-B008-0995BB0FEDCD}" srcOrd="0" destOrd="0" presId="urn:microsoft.com/office/officeart/2005/8/layout/list1"/>
    <dgm:cxn modelId="{D14FF1F3-03F9-4874-A8D0-C9D5B8A2E0C5}" type="presOf" srcId="{6B77BD62-7978-4885-8A45-6663D0E78593}" destId="{341EA21B-31DE-4F5A-A7F7-7EB331A336F0}" srcOrd="0" destOrd="1" presId="urn:microsoft.com/office/officeart/2005/8/layout/list1"/>
    <dgm:cxn modelId="{64E739F4-73CC-46F0-A3F8-027F8DEAEEFD}" type="presOf" srcId="{4AA4DD0E-EB64-4C12-A585-5BBDA0FBA8EB}" destId="{579DE521-CDAC-494F-A836-C13D0923D796}" srcOrd="0" destOrd="1" presId="urn:microsoft.com/office/officeart/2005/8/layout/list1"/>
    <dgm:cxn modelId="{7A2FEF09-31CF-4FE6-9023-0666A609DBE5}" type="presParOf" srcId="{BD023DAA-69C6-4196-BAD0-9035656FF821}" destId="{45856193-C4B8-498D-B6BA-AC01DCBEE91E}" srcOrd="0" destOrd="0" presId="urn:microsoft.com/office/officeart/2005/8/layout/list1"/>
    <dgm:cxn modelId="{51161F13-0C03-4241-BC37-E58D184BADF5}" type="presParOf" srcId="{45856193-C4B8-498D-B6BA-AC01DCBEE91E}" destId="{4A3A7654-FA58-4D7B-B008-0995BB0FEDCD}" srcOrd="0" destOrd="0" presId="urn:microsoft.com/office/officeart/2005/8/layout/list1"/>
    <dgm:cxn modelId="{60F95DBC-0406-4740-96A3-87396A6A4F47}" type="presParOf" srcId="{45856193-C4B8-498D-B6BA-AC01DCBEE91E}" destId="{3755F6E4-575A-4E6A-B574-B611E150BA63}" srcOrd="1" destOrd="0" presId="urn:microsoft.com/office/officeart/2005/8/layout/list1"/>
    <dgm:cxn modelId="{776C64AA-9E8D-4E86-B14C-47D86605F27D}" type="presParOf" srcId="{BD023DAA-69C6-4196-BAD0-9035656FF821}" destId="{DC48573C-2961-40EF-BC44-4229589C593B}" srcOrd="1" destOrd="0" presId="urn:microsoft.com/office/officeart/2005/8/layout/list1"/>
    <dgm:cxn modelId="{9E238993-E402-4C7A-B75F-DE48F0315CF0}" type="presParOf" srcId="{BD023DAA-69C6-4196-BAD0-9035656FF821}" destId="{53BC6CD0-A147-4782-BCB8-4CDB5986F7C0}" srcOrd="2" destOrd="0" presId="urn:microsoft.com/office/officeart/2005/8/layout/list1"/>
    <dgm:cxn modelId="{A7096ECA-24F2-4C0E-9C69-1DB68F8D0BB5}" type="presParOf" srcId="{BD023DAA-69C6-4196-BAD0-9035656FF821}" destId="{7AE9F5E0-6BC2-47A2-B3A1-0A2A1E7012A1}" srcOrd="3" destOrd="0" presId="urn:microsoft.com/office/officeart/2005/8/layout/list1"/>
    <dgm:cxn modelId="{D269FC44-B130-48CA-A184-A37B92154B7E}" type="presParOf" srcId="{BD023DAA-69C6-4196-BAD0-9035656FF821}" destId="{612AC625-A351-477C-8EE6-44F984BB59B6}" srcOrd="4" destOrd="0" presId="urn:microsoft.com/office/officeart/2005/8/layout/list1"/>
    <dgm:cxn modelId="{43D8C43D-A223-44BD-99D8-948915A4B80E}" type="presParOf" srcId="{612AC625-A351-477C-8EE6-44F984BB59B6}" destId="{C2B90D9C-0F64-4D14-8598-E71389270881}" srcOrd="0" destOrd="0" presId="urn:microsoft.com/office/officeart/2005/8/layout/list1"/>
    <dgm:cxn modelId="{E5A08F2E-EF10-45CC-A0F5-3BF70C843B51}" type="presParOf" srcId="{612AC625-A351-477C-8EE6-44F984BB59B6}" destId="{605119A1-B43A-4A3A-B298-598B5EFBE53C}" srcOrd="1" destOrd="0" presId="urn:microsoft.com/office/officeart/2005/8/layout/list1"/>
    <dgm:cxn modelId="{CBC88EC6-67D8-4198-86EE-1581D2F27A2F}" type="presParOf" srcId="{BD023DAA-69C6-4196-BAD0-9035656FF821}" destId="{79BF0CAD-D289-4AE8-B38E-3CC9EBA91D44}" srcOrd="5" destOrd="0" presId="urn:microsoft.com/office/officeart/2005/8/layout/list1"/>
    <dgm:cxn modelId="{78236944-08E3-456E-864A-7D51DAD4ECC6}" type="presParOf" srcId="{BD023DAA-69C6-4196-BAD0-9035656FF821}" destId="{579DE521-CDAC-494F-A836-C13D0923D796}" srcOrd="6" destOrd="0" presId="urn:microsoft.com/office/officeart/2005/8/layout/list1"/>
    <dgm:cxn modelId="{E2436943-22E3-4CFB-AB05-5FEC0D1E0FB1}" type="presParOf" srcId="{BD023DAA-69C6-4196-BAD0-9035656FF821}" destId="{8500FF8D-4FE1-4427-BD2C-A0F055640955}" srcOrd="7" destOrd="0" presId="urn:microsoft.com/office/officeart/2005/8/layout/list1"/>
    <dgm:cxn modelId="{CEAA8113-CA96-4F9A-9FAF-FF80D8B56FE0}" type="presParOf" srcId="{BD023DAA-69C6-4196-BAD0-9035656FF821}" destId="{A75E855B-9857-40D6-91CC-6780D3E7DD77}" srcOrd="8" destOrd="0" presId="urn:microsoft.com/office/officeart/2005/8/layout/list1"/>
    <dgm:cxn modelId="{DAA0E882-F5DA-42B8-9000-C47469AE64C6}" type="presParOf" srcId="{A75E855B-9857-40D6-91CC-6780D3E7DD77}" destId="{DA73AE81-090D-43A4-8B57-C9F6B8298A4C}" srcOrd="0" destOrd="0" presId="urn:microsoft.com/office/officeart/2005/8/layout/list1"/>
    <dgm:cxn modelId="{BFECDE92-B0EF-4E54-92F0-95E7E87B87DE}" type="presParOf" srcId="{A75E855B-9857-40D6-91CC-6780D3E7DD77}" destId="{4EC0B9D3-4419-4231-95EF-62D2DAFB47A8}" srcOrd="1" destOrd="0" presId="urn:microsoft.com/office/officeart/2005/8/layout/list1"/>
    <dgm:cxn modelId="{47F335F1-21C7-48F0-8621-499AFC7CA74D}" type="presParOf" srcId="{BD023DAA-69C6-4196-BAD0-9035656FF821}" destId="{80870635-550C-4406-9BC0-A6399DF4E3A6}" srcOrd="9" destOrd="0" presId="urn:microsoft.com/office/officeart/2005/8/layout/list1"/>
    <dgm:cxn modelId="{4259D7F2-11A5-4FBC-BF50-A5EC83861832}" type="presParOf" srcId="{BD023DAA-69C6-4196-BAD0-9035656FF821}" destId="{341EA21B-31DE-4F5A-A7F7-7EB331A336F0}" srcOrd="10" destOrd="0" presId="urn:microsoft.com/office/officeart/2005/8/layout/list1"/>
    <dgm:cxn modelId="{8D76FD29-4F1E-47C6-81D6-EBAC08072222}" type="presParOf" srcId="{BD023DAA-69C6-4196-BAD0-9035656FF821}" destId="{077ABA7E-51F7-4A11-B59A-12CA53B2C4FA}" srcOrd="11" destOrd="0" presId="urn:microsoft.com/office/officeart/2005/8/layout/list1"/>
    <dgm:cxn modelId="{BB58B066-8B6F-4685-AEDD-223284914201}" type="presParOf" srcId="{BD023DAA-69C6-4196-BAD0-9035656FF821}" destId="{80753AD7-2B13-459D-8029-2A7882D8D6FF}" srcOrd="12" destOrd="0" presId="urn:microsoft.com/office/officeart/2005/8/layout/list1"/>
    <dgm:cxn modelId="{1B5A7FE9-0E4B-4CA2-8C82-6AB9463D7504}" type="presParOf" srcId="{80753AD7-2B13-459D-8029-2A7882D8D6FF}" destId="{5B482E1B-4749-4D3B-8451-256B6DECD940}" srcOrd="0" destOrd="0" presId="urn:microsoft.com/office/officeart/2005/8/layout/list1"/>
    <dgm:cxn modelId="{2FEE8F58-18BF-45FA-BE19-3B8350E95283}" type="presParOf" srcId="{80753AD7-2B13-459D-8029-2A7882D8D6FF}" destId="{7B4488D4-43A5-43BC-819B-24270985E534}" srcOrd="1" destOrd="0" presId="urn:microsoft.com/office/officeart/2005/8/layout/list1"/>
    <dgm:cxn modelId="{737E3D23-87DB-4CDA-835F-0AEB1DC3F222}" type="presParOf" srcId="{BD023DAA-69C6-4196-BAD0-9035656FF821}" destId="{45C354AB-0C54-4741-85A7-69AA51C31003}" srcOrd="13" destOrd="0" presId="urn:microsoft.com/office/officeart/2005/8/layout/list1"/>
    <dgm:cxn modelId="{413DBB5B-3005-483B-8242-6221D07748B3}" type="presParOf" srcId="{BD023DAA-69C6-4196-BAD0-9035656FF821}" destId="{86E57550-5DE8-4847-BA58-EDD619B520F9}" srcOrd="14" destOrd="0" presId="urn:microsoft.com/office/officeart/2005/8/layout/list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615DB35-EEEE-4AB5-B56F-08FC4B41153E}"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zh-CN" altLang="en-US"/>
        </a:p>
      </dgm:t>
    </dgm:pt>
    <dgm:pt modelId="{8CD2A057-4722-4F06-A13E-9D676106898D}">
      <dgm:prSet phldrT="[文本]"/>
      <dgm:spPr/>
      <dgm:t>
        <a:bodyPr/>
        <a:lstStyle/>
        <a:p>
          <a:r>
            <a:rPr lang="en-US" altLang="en-US" dirty="0"/>
            <a:t>1. </a:t>
          </a:r>
          <a:r>
            <a:rPr lang="zh-CN" altLang="en-US" dirty="0"/>
            <a:t>引言</a:t>
          </a:r>
        </a:p>
      </dgm:t>
    </dgm:pt>
    <dgm:pt modelId="{3430EABE-77C1-45F5-A273-D84557BFF0FA}" cxnId="{9380673F-CA78-4E2C-A680-CCE48F323484}" type="parTrans">
      <dgm:prSet/>
      <dgm:spPr/>
      <dgm:t>
        <a:bodyPr/>
        <a:lstStyle/>
        <a:p>
          <a:endParaRPr lang="zh-CN" altLang="en-US"/>
        </a:p>
      </dgm:t>
    </dgm:pt>
    <dgm:pt modelId="{84BC8DC8-1CA1-403A-B58C-A304131E35E7}" cxnId="{9380673F-CA78-4E2C-A680-CCE48F323484}" type="sibTrans">
      <dgm:prSet/>
      <dgm:spPr/>
      <dgm:t>
        <a:bodyPr/>
        <a:lstStyle/>
        <a:p>
          <a:endParaRPr lang="zh-CN" altLang="en-US"/>
        </a:p>
      </dgm:t>
    </dgm:pt>
    <dgm:pt modelId="{155DAACA-3553-4AB4-941D-1613E6C6AC97}">
      <dgm:prSet/>
      <dgm:spPr/>
      <dgm:t>
        <a:bodyPr/>
        <a:lstStyle/>
        <a:p>
          <a:r>
            <a:rPr lang="zh-CN" altLang="en-US" dirty="0"/>
            <a:t>项目管理的重要性</a:t>
          </a:r>
        </a:p>
      </dgm:t>
    </dgm:pt>
    <dgm:pt modelId="{2D3C364C-0194-4109-9E66-5628BEB6E774}" cxnId="{A0FED7D6-D4F6-47A3-BF64-DDEC8287FCE7}" type="parTrans">
      <dgm:prSet/>
      <dgm:spPr/>
      <dgm:t>
        <a:bodyPr/>
        <a:lstStyle/>
        <a:p>
          <a:endParaRPr lang="zh-CN" altLang="en-US"/>
        </a:p>
      </dgm:t>
    </dgm:pt>
    <dgm:pt modelId="{B864D8B1-D2AD-4BD8-9BA8-D3FF000EC55B}" cxnId="{A0FED7D6-D4F6-47A3-BF64-DDEC8287FCE7}" type="sibTrans">
      <dgm:prSet/>
      <dgm:spPr/>
      <dgm:t>
        <a:bodyPr/>
        <a:lstStyle/>
        <a:p>
          <a:endParaRPr lang="zh-CN" altLang="en-US"/>
        </a:p>
      </dgm:t>
    </dgm:pt>
    <dgm:pt modelId="{CFEB4A4B-0749-4675-AC39-B6BEBA1FB6A1}">
      <dgm:prSet/>
      <dgm:spPr/>
      <dgm:t>
        <a:bodyPr/>
        <a:lstStyle/>
        <a:p>
          <a:r>
            <a:rPr lang="zh-CN" altLang="en-US" dirty="0"/>
            <a:t>课程目标</a:t>
          </a:r>
        </a:p>
      </dgm:t>
    </dgm:pt>
    <dgm:pt modelId="{4B91D0A0-73BB-416F-AA07-4EBEAF2CBDFE}" cxnId="{06483E18-C655-4FD1-A49B-C06DDF8D19BE}" type="parTrans">
      <dgm:prSet/>
      <dgm:spPr/>
      <dgm:t>
        <a:bodyPr/>
        <a:lstStyle/>
        <a:p>
          <a:endParaRPr lang="zh-CN" altLang="en-US"/>
        </a:p>
      </dgm:t>
    </dgm:pt>
    <dgm:pt modelId="{295A1BC5-C232-4D48-B2C3-589735394B4B}" cxnId="{06483E18-C655-4FD1-A49B-C06DDF8D19BE}" type="sibTrans">
      <dgm:prSet/>
      <dgm:spPr/>
      <dgm:t>
        <a:bodyPr/>
        <a:lstStyle/>
        <a:p>
          <a:endParaRPr lang="zh-CN" altLang="en-US"/>
        </a:p>
      </dgm:t>
    </dgm:pt>
    <dgm:pt modelId="{4179305C-D9BC-4FA7-8BE0-C34BDE57E1FF}">
      <dgm:prSet/>
      <dgm:spPr/>
      <dgm:t>
        <a:bodyPr/>
        <a:lstStyle/>
        <a:p>
          <a:r>
            <a:rPr lang="en-US" altLang="en-US" dirty="0"/>
            <a:t>2. </a:t>
          </a:r>
          <a:r>
            <a:rPr lang="zh-CN" altLang="en-US" dirty="0"/>
            <a:t>项目管理基本概念</a:t>
          </a:r>
        </a:p>
      </dgm:t>
    </dgm:pt>
    <dgm:pt modelId="{491C8FDE-D629-471E-A867-DC3FD886965A}" cxnId="{7C8C5DEB-319E-4028-8796-61162CA94FF9}" type="parTrans">
      <dgm:prSet/>
      <dgm:spPr/>
      <dgm:t>
        <a:bodyPr/>
        <a:lstStyle/>
        <a:p>
          <a:endParaRPr lang="zh-CN" altLang="en-US"/>
        </a:p>
      </dgm:t>
    </dgm:pt>
    <dgm:pt modelId="{1B43BF01-CEC1-46F4-A388-722B2A27ED92}" cxnId="{7C8C5DEB-319E-4028-8796-61162CA94FF9}" type="sibTrans">
      <dgm:prSet/>
      <dgm:spPr/>
      <dgm:t>
        <a:bodyPr/>
        <a:lstStyle/>
        <a:p>
          <a:endParaRPr lang="zh-CN" altLang="en-US"/>
        </a:p>
      </dgm:t>
    </dgm:pt>
    <dgm:pt modelId="{C2AD54F1-0B0D-4D98-A464-07900CC7F8E4}">
      <dgm:prSet/>
      <dgm:spPr/>
      <dgm:t>
        <a:bodyPr/>
        <a:lstStyle/>
        <a:p>
          <a:r>
            <a:rPr lang="zh-CN" altLang="en-US" dirty="0"/>
            <a:t>项目的定义与特点</a:t>
          </a:r>
        </a:p>
      </dgm:t>
    </dgm:pt>
    <dgm:pt modelId="{09150DEB-0995-4039-93E5-D39CD4A9F9B9}" cxnId="{B17D8BB6-C4EE-484F-8891-7BF7D75A9B55}" type="parTrans">
      <dgm:prSet/>
      <dgm:spPr/>
      <dgm:t>
        <a:bodyPr/>
        <a:lstStyle/>
        <a:p>
          <a:endParaRPr lang="zh-CN" altLang="en-US"/>
        </a:p>
      </dgm:t>
    </dgm:pt>
    <dgm:pt modelId="{A2CE6C12-1F3C-4D11-B69C-8FC8DCAD04A1}" cxnId="{B17D8BB6-C4EE-484F-8891-7BF7D75A9B55}" type="sibTrans">
      <dgm:prSet/>
      <dgm:spPr/>
      <dgm:t>
        <a:bodyPr/>
        <a:lstStyle/>
        <a:p>
          <a:endParaRPr lang="zh-CN" altLang="en-US"/>
        </a:p>
      </dgm:t>
    </dgm:pt>
    <dgm:pt modelId="{33D71B9C-5693-404D-AECE-D23912DB9D27}">
      <dgm:prSet/>
      <dgm:spPr/>
      <dgm:t>
        <a:bodyPr/>
        <a:lstStyle/>
        <a:p>
          <a:r>
            <a:rPr lang="zh-CN" altLang="en-US" dirty="0"/>
            <a:t>项目相关方的角色与影响</a:t>
          </a:r>
        </a:p>
      </dgm:t>
    </dgm:pt>
    <dgm:pt modelId="{8475E35D-2A71-458F-A4AC-A31F7E10AC5F}" cxnId="{ED4153FE-B5B3-4AFC-84D6-565A7EEEA2B0}" type="parTrans">
      <dgm:prSet/>
      <dgm:spPr/>
      <dgm:t>
        <a:bodyPr/>
        <a:lstStyle/>
        <a:p>
          <a:endParaRPr lang="zh-CN" altLang="en-US"/>
        </a:p>
      </dgm:t>
    </dgm:pt>
    <dgm:pt modelId="{DBF14952-162D-45A1-95A1-25CEE01538C5}" cxnId="{ED4153FE-B5B3-4AFC-84D6-565A7EEEA2B0}" type="sibTrans">
      <dgm:prSet/>
      <dgm:spPr/>
      <dgm:t>
        <a:bodyPr/>
        <a:lstStyle/>
        <a:p>
          <a:endParaRPr lang="zh-CN" altLang="en-US"/>
        </a:p>
      </dgm:t>
    </dgm:pt>
    <dgm:pt modelId="{8E16D7F1-79F4-444F-BD75-FF26C5371886}">
      <dgm:prSet/>
      <dgm:spPr/>
      <dgm:t>
        <a:bodyPr/>
        <a:lstStyle/>
        <a:p>
          <a:r>
            <a:rPr lang="zh-CN" altLang="en-US" dirty="0"/>
            <a:t>项目三角形：范围、时间、成本</a:t>
          </a:r>
        </a:p>
      </dgm:t>
    </dgm:pt>
    <dgm:pt modelId="{CC30C505-BA3E-42D1-A662-2151DEA02B05}" cxnId="{8FC19421-BAE4-4EA4-BDE2-34B8B4D2AC4D}" type="parTrans">
      <dgm:prSet/>
      <dgm:spPr/>
      <dgm:t>
        <a:bodyPr/>
        <a:lstStyle/>
        <a:p>
          <a:endParaRPr lang="zh-CN" altLang="en-US"/>
        </a:p>
      </dgm:t>
    </dgm:pt>
    <dgm:pt modelId="{964AC231-6D91-44E2-857D-D422754DDC0C}" cxnId="{8FC19421-BAE4-4EA4-BDE2-34B8B4D2AC4D}" type="sibTrans">
      <dgm:prSet/>
      <dgm:spPr/>
      <dgm:t>
        <a:bodyPr/>
        <a:lstStyle/>
        <a:p>
          <a:endParaRPr lang="zh-CN" altLang="en-US"/>
        </a:p>
      </dgm:t>
    </dgm:pt>
    <dgm:pt modelId="{1775BD14-B130-4DCD-A1D3-33E5F9D363E1}">
      <dgm:prSet/>
      <dgm:spPr/>
      <dgm:t>
        <a:bodyPr/>
        <a:lstStyle/>
        <a:p>
          <a:r>
            <a:rPr lang="en-US" altLang="en-US" dirty="0"/>
            <a:t>3. </a:t>
          </a:r>
          <a:r>
            <a:rPr lang="zh-CN" altLang="en-US" dirty="0"/>
            <a:t>项目管理流程与结构</a:t>
          </a:r>
        </a:p>
      </dgm:t>
    </dgm:pt>
    <dgm:pt modelId="{CF5B1EB1-7F9A-4E54-B187-2B5E1E154EC3}" cxnId="{C652F4F5-A653-42A4-857E-1CC2D4F19DFD}" type="parTrans">
      <dgm:prSet/>
      <dgm:spPr/>
      <dgm:t>
        <a:bodyPr/>
        <a:lstStyle/>
        <a:p>
          <a:endParaRPr lang="zh-CN" altLang="en-US"/>
        </a:p>
      </dgm:t>
    </dgm:pt>
    <dgm:pt modelId="{A74E407F-A65C-44CC-B68B-9B66AEE3302C}" cxnId="{C652F4F5-A653-42A4-857E-1CC2D4F19DFD}" type="sibTrans">
      <dgm:prSet/>
      <dgm:spPr/>
      <dgm:t>
        <a:bodyPr/>
        <a:lstStyle/>
        <a:p>
          <a:endParaRPr lang="zh-CN" altLang="en-US"/>
        </a:p>
      </dgm:t>
    </dgm:pt>
    <dgm:pt modelId="{C694D2FA-AD1E-4200-BCB5-1009F4DDF171}">
      <dgm:prSet/>
      <dgm:spPr/>
      <dgm:t>
        <a:bodyPr/>
        <a:lstStyle/>
        <a:p>
          <a:r>
            <a:rPr lang="zh-CN" altLang="en-US" dirty="0"/>
            <a:t>项目管理知识体系概述</a:t>
          </a:r>
        </a:p>
      </dgm:t>
    </dgm:pt>
    <dgm:pt modelId="{D75C7E2F-1C12-4794-884E-2B60C561A393}" cxnId="{14D891AB-2F31-4A1D-AD88-88F4AC2D75E1}" type="parTrans">
      <dgm:prSet/>
      <dgm:spPr/>
      <dgm:t>
        <a:bodyPr/>
        <a:lstStyle/>
        <a:p>
          <a:endParaRPr lang="zh-CN" altLang="en-US"/>
        </a:p>
      </dgm:t>
    </dgm:pt>
    <dgm:pt modelId="{AB6C1409-313A-4B51-9006-FC9ECED08A4A}" cxnId="{14D891AB-2F31-4A1D-AD88-88F4AC2D75E1}" type="sibTrans">
      <dgm:prSet/>
      <dgm:spPr/>
      <dgm:t>
        <a:bodyPr/>
        <a:lstStyle/>
        <a:p>
          <a:endParaRPr lang="zh-CN" altLang="en-US"/>
        </a:p>
      </dgm:t>
    </dgm:pt>
    <dgm:pt modelId="{B3A0BEFB-1BDB-4040-8ED0-4172CFEE3322}">
      <dgm:prSet/>
      <dgm:spPr/>
      <dgm:t>
        <a:bodyPr/>
        <a:lstStyle/>
        <a:p>
          <a:r>
            <a:rPr lang="zh-CN" altLang="en-US" dirty="0"/>
            <a:t>项目管理流程的三个阶段：定义、计划、实施</a:t>
          </a:r>
        </a:p>
      </dgm:t>
    </dgm:pt>
    <dgm:pt modelId="{6718C9B8-04B9-4D31-99FD-ECD2CB213258}" cxnId="{C0C0ACF2-3484-4820-A6C6-09B477EC7EBF}" type="parTrans">
      <dgm:prSet/>
      <dgm:spPr/>
      <dgm:t>
        <a:bodyPr/>
        <a:lstStyle/>
        <a:p>
          <a:endParaRPr lang="zh-CN" altLang="en-US"/>
        </a:p>
      </dgm:t>
    </dgm:pt>
    <dgm:pt modelId="{50F0EC66-8518-4F21-9FEB-E18AECC18B40}" cxnId="{C0C0ACF2-3484-4820-A6C6-09B477EC7EBF}" type="sibTrans">
      <dgm:prSet/>
      <dgm:spPr/>
      <dgm:t>
        <a:bodyPr/>
        <a:lstStyle/>
        <a:p>
          <a:endParaRPr lang="zh-CN" altLang="en-US"/>
        </a:p>
      </dgm:t>
    </dgm:pt>
    <dgm:pt modelId="{ADE455D4-96B6-48DC-AE97-B15A5CC5572E}">
      <dgm:prSet/>
      <dgm:spPr/>
      <dgm:t>
        <a:bodyPr/>
        <a:lstStyle/>
        <a:p>
          <a:r>
            <a:rPr lang="zh-CN" altLang="en-US" dirty="0"/>
            <a:t>项目生命周期与方法论</a:t>
          </a:r>
        </a:p>
      </dgm:t>
    </dgm:pt>
    <dgm:pt modelId="{D0E59CC0-F93F-401F-BCB7-F0F473D8A340}" cxnId="{0D43AEB6-BD49-45A3-A28D-CD8619A7669F}" type="parTrans">
      <dgm:prSet/>
      <dgm:spPr/>
      <dgm:t>
        <a:bodyPr/>
        <a:lstStyle/>
        <a:p>
          <a:endParaRPr lang="zh-CN" altLang="en-US"/>
        </a:p>
      </dgm:t>
    </dgm:pt>
    <dgm:pt modelId="{484B1C20-AE08-4937-84A8-5D9CDC3F12B2}" cxnId="{0D43AEB6-BD49-45A3-A28D-CD8619A7669F}" type="sibTrans">
      <dgm:prSet/>
      <dgm:spPr/>
      <dgm:t>
        <a:bodyPr/>
        <a:lstStyle/>
        <a:p>
          <a:endParaRPr lang="zh-CN" altLang="en-US"/>
        </a:p>
      </dgm:t>
    </dgm:pt>
    <dgm:pt modelId="{5F46FDB2-8B9C-46FC-9C0A-FAC1A460E9CE}">
      <dgm:prSet/>
      <dgm:spPr/>
      <dgm:t>
        <a:bodyPr/>
        <a:lstStyle/>
        <a:p>
          <a:r>
            <a:rPr lang="en-US" altLang="en-US" dirty="0"/>
            <a:t>4. </a:t>
          </a:r>
          <a:r>
            <a:rPr lang="zh-CN" altLang="en-US" dirty="0"/>
            <a:t>启动阶段</a:t>
          </a:r>
        </a:p>
      </dgm:t>
    </dgm:pt>
    <dgm:pt modelId="{1617B4BB-71D7-47C2-BB7C-9F0AF97AD68F}" cxnId="{2A4CA83E-4DA2-44AE-BE50-D452EF1970AA}" type="parTrans">
      <dgm:prSet/>
      <dgm:spPr/>
      <dgm:t>
        <a:bodyPr/>
        <a:lstStyle/>
        <a:p>
          <a:endParaRPr lang="zh-CN" altLang="en-US"/>
        </a:p>
      </dgm:t>
    </dgm:pt>
    <dgm:pt modelId="{19958ED8-BBF4-4E58-B560-C45FA99BA6FE}" cxnId="{2A4CA83E-4DA2-44AE-BE50-D452EF1970AA}" type="sibTrans">
      <dgm:prSet/>
      <dgm:spPr/>
      <dgm:t>
        <a:bodyPr/>
        <a:lstStyle/>
        <a:p>
          <a:endParaRPr lang="zh-CN" altLang="en-US"/>
        </a:p>
      </dgm:t>
    </dgm:pt>
    <dgm:pt modelId="{AABBE0A4-9943-4BF2-B71E-191309CC95E3}">
      <dgm:prSet/>
      <dgm:spPr/>
      <dgm:t>
        <a:bodyPr/>
        <a:lstStyle/>
        <a:p>
          <a:r>
            <a:rPr lang="zh-CN" altLang="en-US" dirty="0"/>
            <a:t>项目目标的</a:t>
          </a:r>
          <a:r>
            <a:rPr lang="en-US" altLang="en-US" dirty="0"/>
            <a:t>SMART</a:t>
          </a:r>
          <a:r>
            <a:rPr lang="zh-CN" altLang="en-US" dirty="0"/>
            <a:t>原则</a:t>
          </a:r>
        </a:p>
      </dgm:t>
    </dgm:pt>
    <dgm:pt modelId="{1C96CB9B-9AD6-4306-8417-201BAE32F872}" cxnId="{14B61186-B463-4BCB-90B0-E5DB078E45FE}" type="parTrans">
      <dgm:prSet/>
      <dgm:spPr/>
      <dgm:t>
        <a:bodyPr/>
        <a:lstStyle/>
        <a:p>
          <a:endParaRPr lang="zh-CN" altLang="en-US"/>
        </a:p>
      </dgm:t>
    </dgm:pt>
    <dgm:pt modelId="{4AEBA3C7-2F6B-4C72-9441-35AE37F9E6D7}" cxnId="{14B61186-B463-4BCB-90B0-E5DB078E45FE}" type="sibTrans">
      <dgm:prSet/>
      <dgm:spPr/>
      <dgm:t>
        <a:bodyPr/>
        <a:lstStyle/>
        <a:p>
          <a:endParaRPr lang="zh-CN" altLang="en-US"/>
        </a:p>
      </dgm:t>
    </dgm:pt>
    <dgm:pt modelId="{9E6830FF-4519-4F9D-BBF1-2FFEB414CC9D}">
      <dgm:prSet/>
      <dgm:spPr/>
      <dgm:t>
        <a:bodyPr/>
        <a:lstStyle/>
        <a:p>
          <a:r>
            <a:rPr lang="zh-CN" altLang="en-US" dirty="0"/>
            <a:t>工作分解结构（</a:t>
          </a:r>
          <a:r>
            <a:rPr lang="en-US" altLang="en-US" dirty="0"/>
            <a:t>WBS</a:t>
          </a:r>
          <a:r>
            <a:rPr lang="zh-CN" altLang="en-US" dirty="0"/>
            <a:t>）的创建与验证</a:t>
          </a:r>
        </a:p>
      </dgm:t>
    </dgm:pt>
    <dgm:pt modelId="{AA29ACB3-55FA-4E4E-A473-453927517240}" cxnId="{47DDB68A-5E68-4200-9644-D87243D36D83}" type="parTrans">
      <dgm:prSet/>
      <dgm:spPr/>
      <dgm:t>
        <a:bodyPr/>
        <a:lstStyle/>
        <a:p>
          <a:endParaRPr lang="zh-CN" altLang="en-US"/>
        </a:p>
      </dgm:t>
    </dgm:pt>
    <dgm:pt modelId="{CD6213DC-62C0-4FD9-AEDC-F47DB8212F13}" cxnId="{47DDB68A-5E68-4200-9644-D87243D36D83}" type="sibTrans">
      <dgm:prSet/>
      <dgm:spPr/>
      <dgm:t>
        <a:bodyPr/>
        <a:lstStyle/>
        <a:p>
          <a:endParaRPr lang="zh-CN" altLang="en-US"/>
        </a:p>
      </dgm:t>
    </dgm:pt>
    <dgm:pt modelId="{F8EA75DB-460A-4165-B925-D4E4EB0C2E01}">
      <dgm:prSet/>
      <dgm:spPr/>
      <dgm:t>
        <a:bodyPr/>
        <a:lstStyle/>
        <a:p>
          <a:r>
            <a:rPr lang="zh-CN" altLang="en-US" dirty="0"/>
            <a:t>子项目与复杂项目的管理</a:t>
          </a:r>
        </a:p>
      </dgm:t>
    </dgm:pt>
    <dgm:pt modelId="{F21CE7E1-86B6-417E-A427-F94D8FFD2610}" cxnId="{247CB5FC-4E01-4C24-B9B6-5A41CCC66954}" type="parTrans">
      <dgm:prSet/>
      <dgm:spPr/>
      <dgm:t>
        <a:bodyPr/>
        <a:lstStyle/>
        <a:p>
          <a:endParaRPr lang="zh-CN" altLang="en-US"/>
        </a:p>
      </dgm:t>
    </dgm:pt>
    <dgm:pt modelId="{0C4890C1-93FE-4449-8B57-2FEFAC28901E}" cxnId="{247CB5FC-4E01-4C24-B9B6-5A41CCC66954}" type="sibTrans">
      <dgm:prSet/>
      <dgm:spPr/>
      <dgm:t>
        <a:bodyPr/>
        <a:lstStyle/>
        <a:p>
          <a:endParaRPr lang="zh-CN" altLang="en-US"/>
        </a:p>
      </dgm:t>
    </dgm:pt>
    <dgm:pt modelId="{AA49655E-AC21-4D52-9AE5-876E3DB89758}">
      <dgm:prSet/>
      <dgm:spPr/>
      <dgm:t>
        <a:bodyPr/>
        <a:lstStyle/>
        <a:p>
          <a:r>
            <a:rPr lang="en-US" altLang="en-US" dirty="0"/>
            <a:t>5. </a:t>
          </a:r>
          <a:r>
            <a:rPr lang="zh-CN" altLang="en-US" dirty="0"/>
            <a:t>规划阶段</a:t>
          </a:r>
        </a:p>
      </dgm:t>
    </dgm:pt>
    <dgm:pt modelId="{689985CF-898D-4169-81A1-0BAB3132A57C}" cxnId="{8D9BAEA4-28A2-4661-A978-69A050942F07}" type="parTrans">
      <dgm:prSet/>
      <dgm:spPr/>
      <dgm:t>
        <a:bodyPr/>
        <a:lstStyle/>
        <a:p>
          <a:endParaRPr lang="zh-CN" altLang="en-US"/>
        </a:p>
      </dgm:t>
    </dgm:pt>
    <dgm:pt modelId="{E2772ACF-DB3B-4737-B5F5-7B60BD939A8B}" cxnId="{8D9BAEA4-28A2-4661-A978-69A050942F07}" type="sibTrans">
      <dgm:prSet/>
      <dgm:spPr/>
      <dgm:t>
        <a:bodyPr/>
        <a:lstStyle/>
        <a:p>
          <a:endParaRPr lang="zh-CN" altLang="en-US"/>
        </a:p>
      </dgm:t>
    </dgm:pt>
    <dgm:pt modelId="{DFA681E0-BB81-405D-B376-D5EDAA1AE6DB}">
      <dgm:prSet/>
      <dgm:spPr/>
      <dgm:t>
        <a:bodyPr/>
        <a:lstStyle/>
        <a:p>
          <a:r>
            <a:rPr lang="zh-CN" altLang="en-US" dirty="0"/>
            <a:t>项目目标与项目计划的制定</a:t>
          </a:r>
        </a:p>
      </dgm:t>
    </dgm:pt>
    <dgm:pt modelId="{D0E3BD71-FA8F-4CF0-8287-A1AE26266207}" cxnId="{27DB02DA-3EE9-4878-9DEE-DD21D38CDD5B}" type="parTrans">
      <dgm:prSet/>
      <dgm:spPr/>
      <dgm:t>
        <a:bodyPr/>
        <a:lstStyle/>
        <a:p>
          <a:endParaRPr lang="zh-CN" altLang="en-US"/>
        </a:p>
      </dgm:t>
    </dgm:pt>
    <dgm:pt modelId="{F25704E0-CAB9-445A-9FAC-AC4D3B51C2F4}" cxnId="{27DB02DA-3EE9-4878-9DEE-DD21D38CDD5B}" type="sibTrans">
      <dgm:prSet/>
      <dgm:spPr/>
      <dgm:t>
        <a:bodyPr/>
        <a:lstStyle/>
        <a:p>
          <a:endParaRPr lang="zh-CN" altLang="en-US"/>
        </a:p>
      </dgm:t>
    </dgm:pt>
    <dgm:pt modelId="{1A0BEEE9-93B0-4173-B885-F24619DC3462}">
      <dgm:prSet/>
      <dgm:spPr/>
      <dgm:t>
        <a:bodyPr/>
        <a:lstStyle/>
        <a:p>
          <a:r>
            <a:rPr lang="zh-CN" altLang="en-US" dirty="0"/>
            <a:t>资源计划与成本核算</a:t>
          </a:r>
        </a:p>
      </dgm:t>
    </dgm:pt>
    <dgm:pt modelId="{822237F9-EE47-4A82-9CA3-BFF6E75F62A5}" cxnId="{C12F5D14-202D-4DF7-8836-FCF69400C455}" type="parTrans">
      <dgm:prSet/>
      <dgm:spPr/>
      <dgm:t>
        <a:bodyPr/>
        <a:lstStyle/>
        <a:p>
          <a:endParaRPr lang="zh-CN" altLang="en-US"/>
        </a:p>
      </dgm:t>
    </dgm:pt>
    <dgm:pt modelId="{027F515C-B04D-4CB6-8BCE-0F435E6594E4}" cxnId="{C12F5D14-202D-4DF7-8836-FCF69400C455}" type="sibTrans">
      <dgm:prSet/>
      <dgm:spPr/>
      <dgm:t>
        <a:bodyPr/>
        <a:lstStyle/>
        <a:p>
          <a:endParaRPr lang="zh-CN" altLang="en-US"/>
        </a:p>
      </dgm:t>
    </dgm:pt>
    <dgm:pt modelId="{7007D68C-5684-4A85-9642-EAC96A467240}">
      <dgm:prSet/>
      <dgm:spPr/>
      <dgm:t>
        <a:bodyPr/>
        <a:lstStyle/>
        <a:p>
          <a:r>
            <a:rPr lang="zh-CN" altLang="en-US" dirty="0"/>
            <a:t>工作顺序与网络图的绘制</a:t>
          </a:r>
        </a:p>
      </dgm:t>
    </dgm:pt>
    <dgm:pt modelId="{1DD66DFC-DCEA-49FA-A810-C7C002C36F15}" cxnId="{491EA417-7FC7-435F-B48F-A13D4EAE9FEE}" type="parTrans">
      <dgm:prSet/>
      <dgm:spPr/>
      <dgm:t>
        <a:bodyPr/>
        <a:lstStyle/>
        <a:p>
          <a:endParaRPr lang="zh-CN" altLang="en-US"/>
        </a:p>
      </dgm:t>
    </dgm:pt>
    <dgm:pt modelId="{D7D8A410-49C3-41A4-91C7-942E8DE8D9A7}" cxnId="{491EA417-7FC7-435F-B48F-A13D4EAE9FEE}" type="sibTrans">
      <dgm:prSet/>
      <dgm:spPr/>
      <dgm:t>
        <a:bodyPr/>
        <a:lstStyle/>
        <a:p>
          <a:endParaRPr lang="zh-CN" altLang="en-US"/>
        </a:p>
      </dgm:t>
    </dgm:pt>
    <dgm:pt modelId="{2AA38D31-B8B1-4B45-85B3-183BE455B6E6}">
      <dgm:prSet/>
      <dgm:spPr/>
      <dgm:t>
        <a:bodyPr/>
        <a:lstStyle/>
        <a:p>
          <a:r>
            <a:rPr lang="zh-CN" altLang="en-US" dirty="0"/>
            <a:t>关键路径的识别与分析</a:t>
          </a:r>
        </a:p>
      </dgm:t>
    </dgm:pt>
    <dgm:pt modelId="{ECCB906D-0E6D-4663-B8ED-C4AFC60B79D7}" cxnId="{9677F3FB-80E5-4C0C-92EE-7B05E80BB7C0}" type="parTrans">
      <dgm:prSet/>
      <dgm:spPr/>
      <dgm:t>
        <a:bodyPr/>
        <a:lstStyle/>
        <a:p>
          <a:endParaRPr lang="zh-CN" altLang="en-US"/>
        </a:p>
      </dgm:t>
    </dgm:pt>
    <dgm:pt modelId="{82C9DF18-7DD1-471B-8926-A5D5FB76B9DD}" cxnId="{9677F3FB-80E5-4C0C-92EE-7B05E80BB7C0}" type="sibTrans">
      <dgm:prSet/>
      <dgm:spPr/>
      <dgm:t>
        <a:bodyPr/>
        <a:lstStyle/>
        <a:p>
          <a:endParaRPr lang="zh-CN" altLang="en-US"/>
        </a:p>
      </dgm:t>
    </dgm:pt>
    <dgm:pt modelId="{54083B6D-96B2-4001-8014-CCBFD736493A}">
      <dgm:prSet/>
      <dgm:spPr/>
      <dgm:t>
        <a:bodyPr/>
        <a:lstStyle/>
        <a:p>
          <a:r>
            <a:rPr lang="zh-CN" altLang="en-US" dirty="0"/>
            <a:t>风险管理计划的制定与实施</a:t>
          </a:r>
        </a:p>
      </dgm:t>
    </dgm:pt>
    <dgm:pt modelId="{621D2103-E543-4471-9A7E-2D95BFEBE7A6}" cxnId="{97326442-F7DB-49BD-974D-3118AFF0DD9A}" type="parTrans">
      <dgm:prSet/>
      <dgm:spPr/>
      <dgm:t>
        <a:bodyPr/>
        <a:lstStyle/>
        <a:p>
          <a:endParaRPr lang="zh-CN" altLang="en-US"/>
        </a:p>
      </dgm:t>
    </dgm:pt>
    <dgm:pt modelId="{902B73B2-3A4E-4D35-AF0F-66C33101E6DF}" cxnId="{97326442-F7DB-49BD-974D-3118AFF0DD9A}" type="sibTrans">
      <dgm:prSet/>
      <dgm:spPr/>
      <dgm:t>
        <a:bodyPr/>
        <a:lstStyle/>
        <a:p>
          <a:endParaRPr lang="zh-CN" altLang="en-US"/>
        </a:p>
      </dgm:t>
    </dgm:pt>
    <dgm:pt modelId="{2D036551-9B83-4CC6-A86A-46554D8AEFF0}">
      <dgm:prSet/>
      <dgm:spPr/>
      <dgm:t>
        <a:bodyPr/>
        <a:lstStyle/>
        <a:p>
          <a:r>
            <a:rPr lang="zh-CN" altLang="en-US" dirty="0"/>
            <a:t>机会管理与潜在机会的发掘</a:t>
          </a:r>
        </a:p>
      </dgm:t>
    </dgm:pt>
    <dgm:pt modelId="{4C5AF63A-6F2F-4A23-8EAA-D9D682C2F0BB}" cxnId="{72535272-68B5-4DA9-B055-B4B975000ECC}" type="parTrans">
      <dgm:prSet/>
      <dgm:spPr/>
      <dgm:t>
        <a:bodyPr/>
        <a:lstStyle/>
        <a:p>
          <a:endParaRPr lang="zh-CN" altLang="en-US"/>
        </a:p>
      </dgm:t>
    </dgm:pt>
    <dgm:pt modelId="{8CC745F8-2D02-4FBA-BD9A-6BD308ECC9E9}" cxnId="{72535272-68B5-4DA9-B055-B4B975000ECC}" type="sibTrans">
      <dgm:prSet/>
      <dgm:spPr/>
      <dgm:t>
        <a:bodyPr/>
        <a:lstStyle/>
        <a:p>
          <a:endParaRPr lang="zh-CN" altLang="en-US"/>
        </a:p>
      </dgm:t>
    </dgm:pt>
    <dgm:pt modelId="{EBD6D830-231F-4719-BD03-702045224D23}" type="pres">
      <dgm:prSet presAssocID="{F615DB35-EEEE-4AB5-B56F-08FC4B41153E}" presName="linear" presStyleCnt="0">
        <dgm:presLayoutVars>
          <dgm:dir/>
          <dgm:animLvl val="lvl"/>
          <dgm:resizeHandles val="exact"/>
        </dgm:presLayoutVars>
      </dgm:prSet>
      <dgm:spPr/>
    </dgm:pt>
    <dgm:pt modelId="{4898F4E3-77FC-4255-A0CB-9AA40C8A47DE}" type="pres">
      <dgm:prSet presAssocID="{8CD2A057-4722-4F06-A13E-9D676106898D}" presName="parentLin" presStyleCnt="0"/>
      <dgm:spPr/>
    </dgm:pt>
    <dgm:pt modelId="{CC251DCA-05C4-4CF8-8BD0-CE17D998E79D}" type="pres">
      <dgm:prSet presAssocID="{8CD2A057-4722-4F06-A13E-9D676106898D}" presName="parentLeftMargin" presStyleLbl="node1" presStyleIdx="0" presStyleCnt="5"/>
      <dgm:spPr/>
    </dgm:pt>
    <dgm:pt modelId="{4BE67D07-2CEC-4DE8-AD5E-DDD7D322FC39}" type="pres">
      <dgm:prSet presAssocID="{8CD2A057-4722-4F06-A13E-9D676106898D}" presName="parentText" presStyleLbl="node1" presStyleIdx="0" presStyleCnt="5">
        <dgm:presLayoutVars>
          <dgm:chMax val="0"/>
          <dgm:bulletEnabled val="1"/>
        </dgm:presLayoutVars>
      </dgm:prSet>
      <dgm:spPr/>
    </dgm:pt>
    <dgm:pt modelId="{1EE6069A-D68D-4449-BECF-13D379ECA212}" type="pres">
      <dgm:prSet presAssocID="{8CD2A057-4722-4F06-A13E-9D676106898D}" presName="negativeSpace" presStyleCnt="0"/>
      <dgm:spPr/>
    </dgm:pt>
    <dgm:pt modelId="{211E9F1F-E4DF-43C2-8351-BB16DBEE3A92}" type="pres">
      <dgm:prSet presAssocID="{8CD2A057-4722-4F06-A13E-9D676106898D}" presName="childText" presStyleLbl="conFgAcc1" presStyleIdx="0" presStyleCnt="5">
        <dgm:presLayoutVars>
          <dgm:bulletEnabled val="1"/>
        </dgm:presLayoutVars>
      </dgm:prSet>
      <dgm:spPr/>
    </dgm:pt>
    <dgm:pt modelId="{4A8903DE-E144-4347-A2A4-A31B3D571E06}" type="pres">
      <dgm:prSet presAssocID="{84BC8DC8-1CA1-403A-B58C-A304131E35E7}" presName="spaceBetweenRectangles" presStyleCnt="0"/>
      <dgm:spPr/>
    </dgm:pt>
    <dgm:pt modelId="{D196754B-ABEA-494F-B2E4-DDBA2E8E3053}" type="pres">
      <dgm:prSet presAssocID="{4179305C-D9BC-4FA7-8BE0-C34BDE57E1FF}" presName="parentLin" presStyleCnt="0"/>
      <dgm:spPr/>
    </dgm:pt>
    <dgm:pt modelId="{E944E18B-9F2F-4EA6-874B-D39F9F4B37E9}" type="pres">
      <dgm:prSet presAssocID="{4179305C-D9BC-4FA7-8BE0-C34BDE57E1FF}" presName="parentLeftMargin" presStyleLbl="node1" presStyleIdx="0" presStyleCnt="5"/>
      <dgm:spPr/>
    </dgm:pt>
    <dgm:pt modelId="{5FB0413C-35B7-4DCF-9F0C-E2FE058FDE6A}" type="pres">
      <dgm:prSet presAssocID="{4179305C-D9BC-4FA7-8BE0-C34BDE57E1FF}" presName="parentText" presStyleLbl="node1" presStyleIdx="1" presStyleCnt="5">
        <dgm:presLayoutVars>
          <dgm:chMax val="0"/>
          <dgm:bulletEnabled val="1"/>
        </dgm:presLayoutVars>
      </dgm:prSet>
      <dgm:spPr/>
    </dgm:pt>
    <dgm:pt modelId="{E57E88E9-64BC-4544-A04D-4BF741EC0CDC}" type="pres">
      <dgm:prSet presAssocID="{4179305C-D9BC-4FA7-8BE0-C34BDE57E1FF}" presName="negativeSpace" presStyleCnt="0"/>
      <dgm:spPr/>
    </dgm:pt>
    <dgm:pt modelId="{B899DC30-F1C2-42B2-A49E-40C00661E4B3}" type="pres">
      <dgm:prSet presAssocID="{4179305C-D9BC-4FA7-8BE0-C34BDE57E1FF}" presName="childText" presStyleLbl="conFgAcc1" presStyleIdx="1" presStyleCnt="5">
        <dgm:presLayoutVars>
          <dgm:bulletEnabled val="1"/>
        </dgm:presLayoutVars>
      </dgm:prSet>
      <dgm:spPr/>
    </dgm:pt>
    <dgm:pt modelId="{009DC45A-BB8D-41F0-98F5-4B4E079D90EE}" type="pres">
      <dgm:prSet presAssocID="{1B43BF01-CEC1-46F4-A388-722B2A27ED92}" presName="spaceBetweenRectangles" presStyleCnt="0"/>
      <dgm:spPr/>
    </dgm:pt>
    <dgm:pt modelId="{BBF03AFC-04A8-4674-8CD0-76E9778B8EA9}" type="pres">
      <dgm:prSet presAssocID="{1775BD14-B130-4DCD-A1D3-33E5F9D363E1}" presName="parentLin" presStyleCnt="0"/>
      <dgm:spPr/>
    </dgm:pt>
    <dgm:pt modelId="{B7D937EC-2021-4780-AC20-DBD121B3B6EF}" type="pres">
      <dgm:prSet presAssocID="{1775BD14-B130-4DCD-A1D3-33E5F9D363E1}" presName="parentLeftMargin" presStyleLbl="node1" presStyleIdx="1" presStyleCnt="5"/>
      <dgm:spPr/>
    </dgm:pt>
    <dgm:pt modelId="{98AD5124-3CF6-49F7-AC15-58BB2ECB7519}" type="pres">
      <dgm:prSet presAssocID="{1775BD14-B130-4DCD-A1D3-33E5F9D363E1}" presName="parentText" presStyleLbl="node1" presStyleIdx="2" presStyleCnt="5">
        <dgm:presLayoutVars>
          <dgm:chMax val="0"/>
          <dgm:bulletEnabled val="1"/>
        </dgm:presLayoutVars>
      </dgm:prSet>
      <dgm:spPr/>
    </dgm:pt>
    <dgm:pt modelId="{73F500A0-C081-4607-B5B6-D411E4371495}" type="pres">
      <dgm:prSet presAssocID="{1775BD14-B130-4DCD-A1D3-33E5F9D363E1}" presName="negativeSpace" presStyleCnt="0"/>
      <dgm:spPr/>
    </dgm:pt>
    <dgm:pt modelId="{DA89A198-BD03-417D-B8D8-F7EFC21869EA}" type="pres">
      <dgm:prSet presAssocID="{1775BD14-B130-4DCD-A1D3-33E5F9D363E1}" presName="childText" presStyleLbl="conFgAcc1" presStyleIdx="2" presStyleCnt="5">
        <dgm:presLayoutVars>
          <dgm:bulletEnabled val="1"/>
        </dgm:presLayoutVars>
      </dgm:prSet>
      <dgm:spPr/>
    </dgm:pt>
    <dgm:pt modelId="{97503A2C-CE2F-4C3D-87D5-49FC10B13DFE}" type="pres">
      <dgm:prSet presAssocID="{A74E407F-A65C-44CC-B68B-9B66AEE3302C}" presName="spaceBetweenRectangles" presStyleCnt="0"/>
      <dgm:spPr/>
    </dgm:pt>
    <dgm:pt modelId="{BAA004FF-C0B0-4AFB-AA97-B9EBE3DDA174}" type="pres">
      <dgm:prSet presAssocID="{5F46FDB2-8B9C-46FC-9C0A-FAC1A460E9CE}" presName="parentLin" presStyleCnt="0"/>
      <dgm:spPr/>
    </dgm:pt>
    <dgm:pt modelId="{432DF25F-3A95-4D33-8C20-7F68E409A3AD}" type="pres">
      <dgm:prSet presAssocID="{5F46FDB2-8B9C-46FC-9C0A-FAC1A460E9CE}" presName="parentLeftMargin" presStyleLbl="node1" presStyleIdx="2" presStyleCnt="5"/>
      <dgm:spPr/>
    </dgm:pt>
    <dgm:pt modelId="{32643C36-3F64-498C-8C0D-B7F3E31E4C1E}" type="pres">
      <dgm:prSet presAssocID="{5F46FDB2-8B9C-46FC-9C0A-FAC1A460E9CE}" presName="parentText" presStyleLbl="node1" presStyleIdx="3" presStyleCnt="5">
        <dgm:presLayoutVars>
          <dgm:chMax val="0"/>
          <dgm:bulletEnabled val="1"/>
        </dgm:presLayoutVars>
      </dgm:prSet>
      <dgm:spPr/>
    </dgm:pt>
    <dgm:pt modelId="{636BF5F7-BB86-4AD8-B50B-899CC5B3B2FC}" type="pres">
      <dgm:prSet presAssocID="{5F46FDB2-8B9C-46FC-9C0A-FAC1A460E9CE}" presName="negativeSpace" presStyleCnt="0"/>
      <dgm:spPr/>
    </dgm:pt>
    <dgm:pt modelId="{CC747699-772A-46CD-813C-CF194BD9B24B}" type="pres">
      <dgm:prSet presAssocID="{5F46FDB2-8B9C-46FC-9C0A-FAC1A460E9CE}" presName="childText" presStyleLbl="conFgAcc1" presStyleIdx="3" presStyleCnt="5">
        <dgm:presLayoutVars>
          <dgm:bulletEnabled val="1"/>
        </dgm:presLayoutVars>
      </dgm:prSet>
      <dgm:spPr/>
    </dgm:pt>
    <dgm:pt modelId="{B25047B6-B165-4119-BBD6-A691D2CB0670}" type="pres">
      <dgm:prSet presAssocID="{19958ED8-BBF4-4E58-B560-C45FA99BA6FE}" presName="spaceBetweenRectangles" presStyleCnt="0"/>
      <dgm:spPr/>
    </dgm:pt>
    <dgm:pt modelId="{93BD06D9-07E2-4928-B160-972175A1DF37}" type="pres">
      <dgm:prSet presAssocID="{AA49655E-AC21-4D52-9AE5-876E3DB89758}" presName="parentLin" presStyleCnt="0"/>
      <dgm:spPr/>
    </dgm:pt>
    <dgm:pt modelId="{28A3FD51-86D7-40D6-9D50-220B99F68E83}" type="pres">
      <dgm:prSet presAssocID="{AA49655E-AC21-4D52-9AE5-876E3DB89758}" presName="parentLeftMargin" presStyleLbl="node1" presStyleIdx="3" presStyleCnt="5"/>
      <dgm:spPr/>
    </dgm:pt>
    <dgm:pt modelId="{179E6E21-51F0-484A-874B-F439FDB7A343}" type="pres">
      <dgm:prSet presAssocID="{AA49655E-AC21-4D52-9AE5-876E3DB89758}" presName="parentText" presStyleLbl="node1" presStyleIdx="4" presStyleCnt="5">
        <dgm:presLayoutVars>
          <dgm:chMax val="0"/>
          <dgm:bulletEnabled val="1"/>
        </dgm:presLayoutVars>
      </dgm:prSet>
      <dgm:spPr/>
    </dgm:pt>
    <dgm:pt modelId="{802E2DF7-A985-4320-A060-465BAA46A157}" type="pres">
      <dgm:prSet presAssocID="{AA49655E-AC21-4D52-9AE5-876E3DB89758}" presName="negativeSpace" presStyleCnt="0"/>
      <dgm:spPr/>
    </dgm:pt>
    <dgm:pt modelId="{398923F3-BF23-43A2-B30F-1E245ED93CBB}" type="pres">
      <dgm:prSet presAssocID="{AA49655E-AC21-4D52-9AE5-876E3DB89758}" presName="childText" presStyleLbl="conFgAcc1" presStyleIdx="4" presStyleCnt="5">
        <dgm:presLayoutVars>
          <dgm:bulletEnabled val="1"/>
        </dgm:presLayoutVars>
      </dgm:prSet>
      <dgm:spPr/>
    </dgm:pt>
  </dgm:ptLst>
  <dgm:cxnLst>
    <dgm:cxn modelId="{8D6C5506-39F6-4804-AC08-FDF38FC4A7C3}" type="presOf" srcId="{AA49655E-AC21-4D52-9AE5-876E3DB89758}" destId="{28A3FD51-86D7-40D6-9D50-220B99F68E83}" srcOrd="0" destOrd="0" presId="urn:microsoft.com/office/officeart/2005/8/layout/list1"/>
    <dgm:cxn modelId="{C12F5D14-202D-4DF7-8836-FCF69400C455}" srcId="{AA49655E-AC21-4D52-9AE5-876E3DB89758}" destId="{1A0BEEE9-93B0-4173-B885-F24619DC3462}" srcOrd="1" destOrd="0" parTransId="{822237F9-EE47-4A82-9CA3-BFF6E75F62A5}" sibTransId="{027F515C-B04D-4CB6-8BCE-0F435E6594E4}"/>
    <dgm:cxn modelId="{491EA417-7FC7-435F-B48F-A13D4EAE9FEE}" srcId="{AA49655E-AC21-4D52-9AE5-876E3DB89758}" destId="{7007D68C-5684-4A85-9642-EAC96A467240}" srcOrd="2" destOrd="0" parTransId="{1DD66DFC-DCEA-49FA-A810-C7C002C36F15}" sibTransId="{D7D8A410-49C3-41A4-91C7-942E8DE8D9A7}"/>
    <dgm:cxn modelId="{06483E18-C655-4FD1-A49B-C06DDF8D19BE}" srcId="{8CD2A057-4722-4F06-A13E-9D676106898D}" destId="{CFEB4A4B-0749-4675-AC39-B6BEBA1FB6A1}" srcOrd="1" destOrd="0" parTransId="{4B91D0A0-73BB-416F-AA07-4EBEAF2CBDFE}" sibTransId="{295A1BC5-C232-4D48-B2C3-589735394B4B}"/>
    <dgm:cxn modelId="{45D45A1E-6659-4FA1-A54F-E5FE8CE06006}" type="presOf" srcId="{1775BD14-B130-4DCD-A1D3-33E5F9D363E1}" destId="{98AD5124-3CF6-49F7-AC15-58BB2ECB7519}" srcOrd="1" destOrd="0" presId="urn:microsoft.com/office/officeart/2005/8/layout/list1"/>
    <dgm:cxn modelId="{A7A3BD1E-43B5-4B7C-915E-213584825F36}" type="presOf" srcId="{54083B6D-96B2-4001-8014-CCBFD736493A}" destId="{398923F3-BF23-43A2-B30F-1E245ED93CBB}" srcOrd="0" destOrd="4" presId="urn:microsoft.com/office/officeart/2005/8/layout/list1"/>
    <dgm:cxn modelId="{8FC19421-BAE4-4EA4-BDE2-34B8B4D2AC4D}" srcId="{4179305C-D9BC-4FA7-8BE0-C34BDE57E1FF}" destId="{8E16D7F1-79F4-444F-BD75-FF26C5371886}" srcOrd="2" destOrd="0" parTransId="{CC30C505-BA3E-42D1-A662-2151DEA02B05}" sibTransId="{964AC231-6D91-44E2-857D-D422754DDC0C}"/>
    <dgm:cxn modelId="{9D1E403D-5D44-4664-8A29-5E8B75B6E27D}" type="presOf" srcId="{C694D2FA-AD1E-4200-BCB5-1009F4DDF171}" destId="{DA89A198-BD03-417D-B8D8-F7EFC21869EA}" srcOrd="0" destOrd="0" presId="urn:microsoft.com/office/officeart/2005/8/layout/list1"/>
    <dgm:cxn modelId="{2A4CA83E-4DA2-44AE-BE50-D452EF1970AA}" srcId="{F615DB35-EEEE-4AB5-B56F-08FC4B41153E}" destId="{5F46FDB2-8B9C-46FC-9C0A-FAC1A460E9CE}" srcOrd="3" destOrd="0" parTransId="{1617B4BB-71D7-47C2-BB7C-9F0AF97AD68F}" sibTransId="{19958ED8-BBF4-4E58-B560-C45FA99BA6FE}"/>
    <dgm:cxn modelId="{9380673F-CA78-4E2C-A680-CCE48F323484}" srcId="{F615DB35-EEEE-4AB5-B56F-08FC4B41153E}" destId="{8CD2A057-4722-4F06-A13E-9D676106898D}" srcOrd="0" destOrd="0" parTransId="{3430EABE-77C1-45F5-A273-D84557BFF0FA}" sibTransId="{84BC8DC8-1CA1-403A-B58C-A304131E35E7}"/>
    <dgm:cxn modelId="{A36ECA3F-AAE7-45CD-9243-51E7336C42C2}" type="presOf" srcId="{5F46FDB2-8B9C-46FC-9C0A-FAC1A460E9CE}" destId="{432DF25F-3A95-4D33-8C20-7F68E409A3AD}" srcOrd="0" destOrd="0" presId="urn:microsoft.com/office/officeart/2005/8/layout/list1"/>
    <dgm:cxn modelId="{CFE6195E-A8E7-4FB9-AA4E-01F30CB76B54}" type="presOf" srcId="{DFA681E0-BB81-405D-B376-D5EDAA1AE6DB}" destId="{398923F3-BF23-43A2-B30F-1E245ED93CBB}" srcOrd="0" destOrd="0" presId="urn:microsoft.com/office/officeart/2005/8/layout/list1"/>
    <dgm:cxn modelId="{F38CAF41-A16A-47C3-9993-EFEE97F0709A}" type="presOf" srcId="{8E16D7F1-79F4-444F-BD75-FF26C5371886}" destId="{B899DC30-F1C2-42B2-A49E-40C00661E4B3}" srcOrd="0" destOrd="2" presId="urn:microsoft.com/office/officeart/2005/8/layout/list1"/>
    <dgm:cxn modelId="{97326442-F7DB-49BD-974D-3118AFF0DD9A}" srcId="{AA49655E-AC21-4D52-9AE5-876E3DB89758}" destId="{54083B6D-96B2-4001-8014-CCBFD736493A}" srcOrd="4" destOrd="0" parTransId="{621D2103-E543-4471-9A7E-2D95BFEBE7A6}" sibTransId="{902B73B2-3A4E-4D35-AF0F-66C33101E6DF}"/>
    <dgm:cxn modelId="{E85FDB47-CFA8-4450-B02B-E53D3B38517B}" type="presOf" srcId="{9E6830FF-4519-4F9D-BBF1-2FFEB414CC9D}" destId="{CC747699-772A-46CD-813C-CF194BD9B24B}" srcOrd="0" destOrd="1" presId="urn:microsoft.com/office/officeart/2005/8/layout/list1"/>
    <dgm:cxn modelId="{A2E84C4A-19E4-4835-BD76-4DC42335672D}" type="presOf" srcId="{2D036551-9B83-4CC6-A86A-46554D8AEFF0}" destId="{398923F3-BF23-43A2-B30F-1E245ED93CBB}" srcOrd="0" destOrd="5" presId="urn:microsoft.com/office/officeart/2005/8/layout/list1"/>
    <dgm:cxn modelId="{B4A1544A-B2F1-418E-BC20-E4EDC80518EA}" type="presOf" srcId="{5F46FDB2-8B9C-46FC-9C0A-FAC1A460E9CE}" destId="{32643C36-3F64-498C-8C0D-B7F3E31E4C1E}" srcOrd="1" destOrd="0" presId="urn:microsoft.com/office/officeart/2005/8/layout/list1"/>
    <dgm:cxn modelId="{94887C6C-B530-4AE8-A30B-1AAE8D56A285}" type="presOf" srcId="{ADE455D4-96B6-48DC-AE97-B15A5CC5572E}" destId="{DA89A198-BD03-417D-B8D8-F7EFC21869EA}" srcOrd="0" destOrd="2" presId="urn:microsoft.com/office/officeart/2005/8/layout/list1"/>
    <dgm:cxn modelId="{DDD5764E-3BDC-49E0-9C42-DCCBDD020223}" type="presOf" srcId="{AA49655E-AC21-4D52-9AE5-876E3DB89758}" destId="{179E6E21-51F0-484A-874B-F439FDB7A343}" srcOrd="1" destOrd="0" presId="urn:microsoft.com/office/officeart/2005/8/layout/list1"/>
    <dgm:cxn modelId="{72535272-68B5-4DA9-B055-B4B975000ECC}" srcId="{AA49655E-AC21-4D52-9AE5-876E3DB89758}" destId="{2D036551-9B83-4CC6-A86A-46554D8AEFF0}" srcOrd="5" destOrd="0" parTransId="{4C5AF63A-6F2F-4A23-8EAA-D9D682C2F0BB}" sibTransId="{8CC745F8-2D02-4FBA-BD9A-6BD308ECC9E9}"/>
    <dgm:cxn modelId="{7522BB72-E75C-4E09-B006-1DC849325EDD}" type="presOf" srcId="{8CD2A057-4722-4F06-A13E-9D676106898D}" destId="{CC251DCA-05C4-4CF8-8BD0-CE17D998E79D}" srcOrd="0" destOrd="0" presId="urn:microsoft.com/office/officeart/2005/8/layout/list1"/>
    <dgm:cxn modelId="{419F4F55-78D1-41F8-B21A-3CD183CF2F61}" type="presOf" srcId="{F8EA75DB-460A-4165-B925-D4E4EB0C2E01}" destId="{CC747699-772A-46CD-813C-CF194BD9B24B}" srcOrd="0" destOrd="2" presId="urn:microsoft.com/office/officeart/2005/8/layout/list1"/>
    <dgm:cxn modelId="{14B61186-B463-4BCB-90B0-E5DB078E45FE}" srcId="{5F46FDB2-8B9C-46FC-9C0A-FAC1A460E9CE}" destId="{AABBE0A4-9943-4BF2-B71E-191309CC95E3}" srcOrd="0" destOrd="0" parTransId="{1C96CB9B-9AD6-4306-8417-201BAE32F872}" sibTransId="{4AEBA3C7-2F6B-4C72-9441-35AE37F9E6D7}"/>
    <dgm:cxn modelId="{47DDB68A-5E68-4200-9644-D87243D36D83}" srcId="{5F46FDB2-8B9C-46FC-9C0A-FAC1A460E9CE}" destId="{9E6830FF-4519-4F9D-BBF1-2FFEB414CC9D}" srcOrd="1" destOrd="0" parTransId="{AA29ACB3-55FA-4E4E-A473-453927517240}" sibTransId="{CD6213DC-62C0-4FD9-AEDC-F47DB8212F13}"/>
    <dgm:cxn modelId="{512C6992-A87B-4698-AA75-2670BF3655AC}" type="presOf" srcId="{4179305C-D9BC-4FA7-8BE0-C34BDE57E1FF}" destId="{5FB0413C-35B7-4DCF-9F0C-E2FE058FDE6A}" srcOrd="1" destOrd="0" presId="urn:microsoft.com/office/officeart/2005/8/layout/list1"/>
    <dgm:cxn modelId="{5CAEC59C-F6C6-40A8-8134-9031BD83A745}" type="presOf" srcId="{1A0BEEE9-93B0-4173-B885-F24619DC3462}" destId="{398923F3-BF23-43A2-B30F-1E245ED93CBB}" srcOrd="0" destOrd="1" presId="urn:microsoft.com/office/officeart/2005/8/layout/list1"/>
    <dgm:cxn modelId="{A2F37DA3-F176-4A43-86FD-A9214C11E5B1}" type="presOf" srcId="{CFEB4A4B-0749-4675-AC39-B6BEBA1FB6A1}" destId="{211E9F1F-E4DF-43C2-8351-BB16DBEE3A92}" srcOrd="0" destOrd="1" presId="urn:microsoft.com/office/officeart/2005/8/layout/list1"/>
    <dgm:cxn modelId="{8D9BAEA4-28A2-4661-A978-69A050942F07}" srcId="{F615DB35-EEEE-4AB5-B56F-08FC4B41153E}" destId="{AA49655E-AC21-4D52-9AE5-876E3DB89758}" srcOrd="4" destOrd="0" parTransId="{689985CF-898D-4169-81A1-0BAB3132A57C}" sibTransId="{E2772ACF-DB3B-4737-B5F5-7B60BD939A8B}"/>
    <dgm:cxn modelId="{37DFEEA4-C447-4C14-83A6-E1CDC439A384}" type="presOf" srcId="{7007D68C-5684-4A85-9642-EAC96A467240}" destId="{398923F3-BF23-43A2-B30F-1E245ED93CBB}" srcOrd="0" destOrd="2" presId="urn:microsoft.com/office/officeart/2005/8/layout/list1"/>
    <dgm:cxn modelId="{18D817A8-5BDC-4E40-A47B-4530038A5FFC}" type="presOf" srcId="{4179305C-D9BC-4FA7-8BE0-C34BDE57E1FF}" destId="{E944E18B-9F2F-4EA6-874B-D39F9F4B37E9}" srcOrd="0" destOrd="0" presId="urn:microsoft.com/office/officeart/2005/8/layout/list1"/>
    <dgm:cxn modelId="{14D891AB-2F31-4A1D-AD88-88F4AC2D75E1}" srcId="{1775BD14-B130-4DCD-A1D3-33E5F9D363E1}" destId="{C694D2FA-AD1E-4200-BCB5-1009F4DDF171}" srcOrd="0" destOrd="0" parTransId="{D75C7E2F-1C12-4794-884E-2B60C561A393}" sibTransId="{AB6C1409-313A-4B51-9006-FC9ECED08A4A}"/>
    <dgm:cxn modelId="{B861C8AB-ECC5-4635-9726-47EDB2CD7E6A}" type="presOf" srcId="{AABBE0A4-9943-4BF2-B71E-191309CC95E3}" destId="{CC747699-772A-46CD-813C-CF194BD9B24B}" srcOrd="0" destOrd="0" presId="urn:microsoft.com/office/officeart/2005/8/layout/list1"/>
    <dgm:cxn modelId="{F57ECCAD-E3AE-4B71-B46D-A6805307B534}" type="presOf" srcId="{F615DB35-EEEE-4AB5-B56F-08FC4B41153E}" destId="{EBD6D830-231F-4719-BD03-702045224D23}" srcOrd="0" destOrd="0" presId="urn:microsoft.com/office/officeart/2005/8/layout/list1"/>
    <dgm:cxn modelId="{0EEFF6AE-FA48-4659-9A2C-B37D957FE833}" type="presOf" srcId="{8CD2A057-4722-4F06-A13E-9D676106898D}" destId="{4BE67D07-2CEC-4DE8-AD5E-DDD7D322FC39}" srcOrd="1" destOrd="0" presId="urn:microsoft.com/office/officeart/2005/8/layout/list1"/>
    <dgm:cxn modelId="{1CA1E6B4-24B0-4966-B408-2A2CAC444108}" type="presOf" srcId="{2AA38D31-B8B1-4B45-85B3-183BE455B6E6}" destId="{398923F3-BF23-43A2-B30F-1E245ED93CBB}" srcOrd="0" destOrd="3" presId="urn:microsoft.com/office/officeart/2005/8/layout/list1"/>
    <dgm:cxn modelId="{B17D8BB6-C4EE-484F-8891-7BF7D75A9B55}" srcId="{4179305C-D9BC-4FA7-8BE0-C34BDE57E1FF}" destId="{C2AD54F1-0B0D-4D98-A464-07900CC7F8E4}" srcOrd="0" destOrd="0" parTransId="{09150DEB-0995-4039-93E5-D39CD4A9F9B9}" sibTransId="{A2CE6C12-1F3C-4D11-B69C-8FC8DCAD04A1}"/>
    <dgm:cxn modelId="{0D43AEB6-BD49-45A3-A28D-CD8619A7669F}" srcId="{1775BD14-B130-4DCD-A1D3-33E5F9D363E1}" destId="{ADE455D4-96B6-48DC-AE97-B15A5CC5572E}" srcOrd="2" destOrd="0" parTransId="{D0E59CC0-F93F-401F-BCB7-F0F473D8A340}" sibTransId="{484B1C20-AE08-4937-84A8-5D9CDC3F12B2}"/>
    <dgm:cxn modelId="{796F0BBD-4095-4B15-84A1-DF7E8BED1B95}" type="presOf" srcId="{1775BD14-B130-4DCD-A1D3-33E5F9D363E1}" destId="{B7D937EC-2021-4780-AC20-DBD121B3B6EF}" srcOrd="0" destOrd="0" presId="urn:microsoft.com/office/officeart/2005/8/layout/list1"/>
    <dgm:cxn modelId="{C5E745D5-4394-47EE-AC0F-9ABFBA36FD78}" type="presOf" srcId="{B3A0BEFB-1BDB-4040-8ED0-4172CFEE3322}" destId="{DA89A198-BD03-417D-B8D8-F7EFC21869EA}" srcOrd="0" destOrd="1" presId="urn:microsoft.com/office/officeart/2005/8/layout/list1"/>
    <dgm:cxn modelId="{A0FED7D6-D4F6-47A3-BF64-DDEC8287FCE7}" srcId="{8CD2A057-4722-4F06-A13E-9D676106898D}" destId="{155DAACA-3553-4AB4-941D-1613E6C6AC97}" srcOrd="0" destOrd="0" parTransId="{2D3C364C-0194-4109-9E66-5628BEB6E774}" sibTransId="{B864D8B1-D2AD-4BD8-9BA8-D3FF000EC55B}"/>
    <dgm:cxn modelId="{27DB02DA-3EE9-4878-9DEE-DD21D38CDD5B}" srcId="{AA49655E-AC21-4D52-9AE5-876E3DB89758}" destId="{DFA681E0-BB81-405D-B376-D5EDAA1AE6DB}" srcOrd="0" destOrd="0" parTransId="{D0E3BD71-FA8F-4CF0-8287-A1AE26266207}" sibTransId="{F25704E0-CAB9-445A-9FAC-AC4D3B51C2F4}"/>
    <dgm:cxn modelId="{E19FB6E0-7005-4E32-B2E5-D0E7D646613A}" type="presOf" srcId="{155DAACA-3553-4AB4-941D-1613E6C6AC97}" destId="{211E9F1F-E4DF-43C2-8351-BB16DBEE3A92}" srcOrd="0" destOrd="0" presId="urn:microsoft.com/office/officeart/2005/8/layout/list1"/>
    <dgm:cxn modelId="{1BF4E0E0-6726-4259-A40C-93B8972348E6}" type="presOf" srcId="{C2AD54F1-0B0D-4D98-A464-07900CC7F8E4}" destId="{B899DC30-F1C2-42B2-A49E-40C00661E4B3}" srcOrd="0" destOrd="0" presId="urn:microsoft.com/office/officeart/2005/8/layout/list1"/>
    <dgm:cxn modelId="{7C8C5DEB-319E-4028-8796-61162CA94FF9}" srcId="{F615DB35-EEEE-4AB5-B56F-08FC4B41153E}" destId="{4179305C-D9BC-4FA7-8BE0-C34BDE57E1FF}" srcOrd="1" destOrd="0" parTransId="{491C8FDE-D629-471E-A867-DC3FD886965A}" sibTransId="{1B43BF01-CEC1-46F4-A388-722B2A27ED92}"/>
    <dgm:cxn modelId="{AFFBD0EB-A5DC-4B84-97F4-F063270A804A}" type="presOf" srcId="{33D71B9C-5693-404D-AECE-D23912DB9D27}" destId="{B899DC30-F1C2-42B2-A49E-40C00661E4B3}" srcOrd="0" destOrd="1" presId="urn:microsoft.com/office/officeart/2005/8/layout/list1"/>
    <dgm:cxn modelId="{C0C0ACF2-3484-4820-A6C6-09B477EC7EBF}" srcId="{1775BD14-B130-4DCD-A1D3-33E5F9D363E1}" destId="{B3A0BEFB-1BDB-4040-8ED0-4172CFEE3322}" srcOrd="1" destOrd="0" parTransId="{6718C9B8-04B9-4D31-99FD-ECD2CB213258}" sibTransId="{50F0EC66-8518-4F21-9FEB-E18AECC18B40}"/>
    <dgm:cxn modelId="{C652F4F5-A653-42A4-857E-1CC2D4F19DFD}" srcId="{F615DB35-EEEE-4AB5-B56F-08FC4B41153E}" destId="{1775BD14-B130-4DCD-A1D3-33E5F9D363E1}" srcOrd="2" destOrd="0" parTransId="{CF5B1EB1-7F9A-4E54-B187-2B5E1E154EC3}" sibTransId="{A74E407F-A65C-44CC-B68B-9B66AEE3302C}"/>
    <dgm:cxn modelId="{9677F3FB-80E5-4C0C-92EE-7B05E80BB7C0}" srcId="{AA49655E-AC21-4D52-9AE5-876E3DB89758}" destId="{2AA38D31-B8B1-4B45-85B3-183BE455B6E6}" srcOrd="3" destOrd="0" parTransId="{ECCB906D-0E6D-4663-B8ED-C4AFC60B79D7}" sibTransId="{82C9DF18-7DD1-471B-8926-A5D5FB76B9DD}"/>
    <dgm:cxn modelId="{247CB5FC-4E01-4C24-B9B6-5A41CCC66954}" srcId="{5F46FDB2-8B9C-46FC-9C0A-FAC1A460E9CE}" destId="{F8EA75DB-460A-4165-B925-D4E4EB0C2E01}" srcOrd="2" destOrd="0" parTransId="{F21CE7E1-86B6-417E-A427-F94D8FFD2610}" sibTransId="{0C4890C1-93FE-4449-8B57-2FEFAC28901E}"/>
    <dgm:cxn modelId="{ED4153FE-B5B3-4AFC-84D6-565A7EEEA2B0}" srcId="{4179305C-D9BC-4FA7-8BE0-C34BDE57E1FF}" destId="{33D71B9C-5693-404D-AECE-D23912DB9D27}" srcOrd="1" destOrd="0" parTransId="{8475E35D-2A71-458F-A4AC-A31F7E10AC5F}" sibTransId="{DBF14952-162D-45A1-95A1-25CEE01538C5}"/>
    <dgm:cxn modelId="{D533FC89-4CD0-4FC4-878C-497412A11FFE}" type="presParOf" srcId="{EBD6D830-231F-4719-BD03-702045224D23}" destId="{4898F4E3-77FC-4255-A0CB-9AA40C8A47DE}" srcOrd="0" destOrd="0" presId="urn:microsoft.com/office/officeart/2005/8/layout/list1"/>
    <dgm:cxn modelId="{83FBEF99-33A7-481B-874F-2DE7C5524EB2}" type="presParOf" srcId="{4898F4E3-77FC-4255-A0CB-9AA40C8A47DE}" destId="{CC251DCA-05C4-4CF8-8BD0-CE17D998E79D}" srcOrd="0" destOrd="0" presId="urn:microsoft.com/office/officeart/2005/8/layout/list1"/>
    <dgm:cxn modelId="{A3480085-156E-41DD-B44E-8923B490140C}" type="presParOf" srcId="{4898F4E3-77FC-4255-A0CB-9AA40C8A47DE}" destId="{4BE67D07-2CEC-4DE8-AD5E-DDD7D322FC39}" srcOrd="1" destOrd="0" presId="urn:microsoft.com/office/officeart/2005/8/layout/list1"/>
    <dgm:cxn modelId="{C74DF56C-ED9B-4702-9B7A-50A7884A7592}" type="presParOf" srcId="{EBD6D830-231F-4719-BD03-702045224D23}" destId="{1EE6069A-D68D-4449-BECF-13D379ECA212}" srcOrd="1" destOrd="0" presId="urn:microsoft.com/office/officeart/2005/8/layout/list1"/>
    <dgm:cxn modelId="{5AFF0886-911D-4F03-B54C-E284F18F38DB}" type="presParOf" srcId="{EBD6D830-231F-4719-BD03-702045224D23}" destId="{211E9F1F-E4DF-43C2-8351-BB16DBEE3A92}" srcOrd="2" destOrd="0" presId="urn:microsoft.com/office/officeart/2005/8/layout/list1"/>
    <dgm:cxn modelId="{BEF04221-2B0D-4D9A-AEC8-5F94A8350F95}" type="presParOf" srcId="{EBD6D830-231F-4719-BD03-702045224D23}" destId="{4A8903DE-E144-4347-A2A4-A31B3D571E06}" srcOrd="3" destOrd="0" presId="urn:microsoft.com/office/officeart/2005/8/layout/list1"/>
    <dgm:cxn modelId="{E1A7C986-6F30-438A-B42A-FA733CF11ED6}" type="presParOf" srcId="{EBD6D830-231F-4719-BD03-702045224D23}" destId="{D196754B-ABEA-494F-B2E4-DDBA2E8E3053}" srcOrd="4" destOrd="0" presId="urn:microsoft.com/office/officeart/2005/8/layout/list1"/>
    <dgm:cxn modelId="{82FBFE90-1E62-45BA-A809-6A79E77A0FA0}" type="presParOf" srcId="{D196754B-ABEA-494F-B2E4-DDBA2E8E3053}" destId="{E944E18B-9F2F-4EA6-874B-D39F9F4B37E9}" srcOrd="0" destOrd="0" presId="urn:microsoft.com/office/officeart/2005/8/layout/list1"/>
    <dgm:cxn modelId="{3B04B61B-5A42-48FA-BC7D-5FAAF7B02CF3}" type="presParOf" srcId="{D196754B-ABEA-494F-B2E4-DDBA2E8E3053}" destId="{5FB0413C-35B7-4DCF-9F0C-E2FE058FDE6A}" srcOrd="1" destOrd="0" presId="urn:microsoft.com/office/officeart/2005/8/layout/list1"/>
    <dgm:cxn modelId="{F1A15599-817F-4696-9066-9745F5BCB9D0}" type="presParOf" srcId="{EBD6D830-231F-4719-BD03-702045224D23}" destId="{E57E88E9-64BC-4544-A04D-4BF741EC0CDC}" srcOrd="5" destOrd="0" presId="urn:microsoft.com/office/officeart/2005/8/layout/list1"/>
    <dgm:cxn modelId="{AC162E5B-F450-498F-BB79-6606A90A747A}" type="presParOf" srcId="{EBD6D830-231F-4719-BD03-702045224D23}" destId="{B899DC30-F1C2-42B2-A49E-40C00661E4B3}" srcOrd="6" destOrd="0" presId="urn:microsoft.com/office/officeart/2005/8/layout/list1"/>
    <dgm:cxn modelId="{5CF534E5-D0E4-4020-A73B-782969F60733}" type="presParOf" srcId="{EBD6D830-231F-4719-BD03-702045224D23}" destId="{009DC45A-BB8D-41F0-98F5-4B4E079D90EE}" srcOrd="7" destOrd="0" presId="urn:microsoft.com/office/officeart/2005/8/layout/list1"/>
    <dgm:cxn modelId="{5F48E7B6-4A3C-43B5-98D2-49972F8F5F8D}" type="presParOf" srcId="{EBD6D830-231F-4719-BD03-702045224D23}" destId="{BBF03AFC-04A8-4674-8CD0-76E9778B8EA9}" srcOrd="8" destOrd="0" presId="urn:microsoft.com/office/officeart/2005/8/layout/list1"/>
    <dgm:cxn modelId="{5BCBFEE6-53D5-4742-B99F-79FFD750FF9E}" type="presParOf" srcId="{BBF03AFC-04A8-4674-8CD0-76E9778B8EA9}" destId="{B7D937EC-2021-4780-AC20-DBD121B3B6EF}" srcOrd="0" destOrd="0" presId="urn:microsoft.com/office/officeart/2005/8/layout/list1"/>
    <dgm:cxn modelId="{774AB8C8-ED93-4ABB-B883-244F71A4243F}" type="presParOf" srcId="{BBF03AFC-04A8-4674-8CD0-76E9778B8EA9}" destId="{98AD5124-3CF6-49F7-AC15-58BB2ECB7519}" srcOrd="1" destOrd="0" presId="urn:microsoft.com/office/officeart/2005/8/layout/list1"/>
    <dgm:cxn modelId="{417DFC6B-CA81-4DA9-86E5-B1E5851B36D2}" type="presParOf" srcId="{EBD6D830-231F-4719-BD03-702045224D23}" destId="{73F500A0-C081-4607-B5B6-D411E4371495}" srcOrd="9" destOrd="0" presId="urn:microsoft.com/office/officeart/2005/8/layout/list1"/>
    <dgm:cxn modelId="{6A15EAE5-5F5E-41E4-A1D1-FF98988A9E04}" type="presParOf" srcId="{EBD6D830-231F-4719-BD03-702045224D23}" destId="{DA89A198-BD03-417D-B8D8-F7EFC21869EA}" srcOrd="10" destOrd="0" presId="urn:microsoft.com/office/officeart/2005/8/layout/list1"/>
    <dgm:cxn modelId="{9A89C1F1-9338-449E-B7AB-362962AC23EE}" type="presParOf" srcId="{EBD6D830-231F-4719-BD03-702045224D23}" destId="{97503A2C-CE2F-4C3D-87D5-49FC10B13DFE}" srcOrd="11" destOrd="0" presId="urn:microsoft.com/office/officeart/2005/8/layout/list1"/>
    <dgm:cxn modelId="{B1484A5A-6918-4E58-861E-4E22CDA7802D}" type="presParOf" srcId="{EBD6D830-231F-4719-BD03-702045224D23}" destId="{BAA004FF-C0B0-4AFB-AA97-B9EBE3DDA174}" srcOrd="12" destOrd="0" presId="urn:microsoft.com/office/officeart/2005/8/layout/list1"/>
    <dgm:cxn modelId="{A5B59996-B547-49B2-BE53-AD884C3DF386}" type="presParOf" srcId="{BAA004FF-C0B0-4AFB-AA97-B9EBE3DDA174}" destId="{432DF25F-3A95-4D33-8C20-7F68E409A3AD}" srcOrd="0" destOrd="0" presId="urn:microsoft.com/office/officeart/2005/8/layout/list1"/>
    <dgm:cxn modelId="{117ADE97-EAA4-41A6-9355-2256086572D6}" type="presParOf" srcId="{BAA004FF-C0B0-4AFB-AA97-B9EBE3DDA174}" destId="{32643C36-3F64-498C-8C0D-B7F3E31E4C1E}" srcOrd="1" destOrd="0" presId="urn:microsoft.com/office/officeart/2005/8/layout/list1"/>
    <dgm:cxn modelId="{81F8C01C-DA5F-45D7-8972-5759FBB413F8}" type="presParOf" srcId="{EBD6D830-231F-4719-BD03-702045224D23}" destId="{636BF5F7-BB86-4AD8-B50B-899CC5B3B2FC}" srcOrd="13" destOrd="0" presId="urn:microsoft.com/office/officeart/2005/8/layout/list1"/>
    <dgm:cxn modelId="{8E2F80EA-9517-4D43-BDF3-21F7810E79AB}" type="presParOf" srcId="{EBD6D830-231F-4719-BD03-702045224D23}" destId="{CC747699-772A-46CD-813C-CF194BD9B24B}" srcOrd="14" destOrd="0" presId="urn:microsoft.com/office/officeart/2005/8/layout/list1"/>
    <dgm:cxn modelId="{E8390677-F298-40AD-8B15-6072522A513B}" type="presParOf" srcId="{EBD6D830-231F-4719-BD03-702045224D23}" destId="{B25047B6-B165-4119-BBD6-A691D2CB0670}" srcOrd="15" destOrd="0" presId="urn:microsoft.com/office/officeart/2005/8/layout/list1"/>
    <dgm:cxn modelId="{B2675E9F-357A-486B-84CC-DE3DB3464C4C}" type="presParOf" srcId="{EBD6D830-231F-4719-BD03-702045224D23}" destId="{93BD06D9-07E2-4928-B160-972175A1DF37}" srcOrd="16" destOrd="0" presId="urn:microsoft.com/office/officeart/2005/8/layout/list1"/>
    <dgm:cxn modelId="{A14297D9-4ECD-4A45-9DB3-E30B39D9CBD3}" type="presParOf" srcId="{93BD06D9-07E2-4928-B160-972175A1DF37}" destId="{28A3FD51-86D7-40D6-9D50-220B99F68E83}" srcOrd="0" destOrd="0" presId="urn:microsoft.com/office/officeart/2005/8/layout/list1"/>
    <dgm:cxn modelId="{05E594B6-6643-450C-AA96-185964D8AA5E}" type="presParOf" srcId="{93BD06D9-07E2-4928-B160-972175A1DF37}" destId="{179E6E21-51F0-484A-874B-F439FDB7A343}" srcOrd="1" destOrd="0" presId="urn:microsoft.com/office/officeart/2005/8/layout/list1"/>
    <dgm:cxn modelId="{D9C3327E-0C0C-4D2B-8C50-161193E75F13}" type="presParOf" srcId="{EBD6D830-231F-4719-BD03-702045224D23}" destId="{802E2DF7-A985-4320-A060-465BAA46A157}" srcOrd="17" destOrd="0" presId="urn:microsoft.com/office/officeart/2005/8/layout/list1"/>
    <dgm:cxn modelId="{A6E82303-6A05-45C4-B1E5-A78F5BE5E6BB}" type="presParOf" srcId="{EBD6D830-231F-4719-BD03-702045224D23}" destId="{398923F3-BF23-43A2-B30F-1E245ED93CBB}" srcOrd="18" destOrd="0" presId="urn:microsoft.com/office/officeart/2005/8/layout/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26BA73B-0847-4769-945C-DF9C876B2F3A}" type="doc">
      <dgm:prSet loTypeId="urn:microsoft.com/office/officeart/2005/8/layout/list1" loCatId="list" qsTypeId="urn:microsoft.com/office/officeart/2005/8/quickstyle/simple1" qsCatId="simple" csTypeId="urn:microsoft.com/office/officeart/2005/8/colors/colorful2" csCatId="colorful" phldr="1"/>
      <dgm:spPr/>
      <dgm:t>
        <a:bodyPr/>
        <a:lstStyle/>
        <a:p>
          <a:endParaRPr lang="zh-CN" altLang="en-US"/>
        </a:p>
      </dgm:t>
    </dgm:pt>
    <dgm:pt modelId="{C0DEDDF9-DEA5-4D95-8CAD-3C9279CF9CE4}">
      <dgm:prSet phldrT="[文本]"/>
      <dgm:spPr/>
      <dgm:t>
        <a:bodyPr/>
        <a:lstStyle/>
        <a:p>
          <a:r>
            <a:rPr lang="en-US" altLang="en-US"/>
            <a:t>6. </a:t>
          </a:r>
          <a:r>
            <a:rPr lang="zh-CN" altLang="en-US"/>
            <a:t>沟通管理</a:t>
          </a:r>
          <a:endParaRPr lang="zh-CN" altLang="en-US" dirty="0"/>
        </a:p>
      </dgm:t>
    </dgm:pt>
    <dgm:pt modelId="{975DA8A4-1C54-48B4-B89D-70731BC9C764}" cxnId="{CA12FA64-66D8-4AA6-8641-A492E334C3A8}" type="parTrans">
      <dgm:prSet/>
      <dgm:spPr/>
      <dgm:t>
        <a:bodyPr/>
        <a:lstStyle/>
        <a:p>
          <a:endParaRPr lang="zh-CN" altLang="en-US"/>
        </a:p>
      </dgm:t>
    </dgm:pt>
    <dgm:pt modelId="{452B9154-9027-4015-A4F6-07255F1DE768}" cxnId="{CA12FA64-66D8-4AA6-8641-A492E334C3A8}" type="sibTrans">
      <dgm:prSet/>
      <dgm:spPr/>
      <dgm:t>
        <a:bodyPr/>
        <a:lstStyle/>
        <a:p>
          <a:endParaRPr lang="zh-CN" altLang="en-US"/>
        </a:p>
      </dgm:t>
    </dgm:pt>
    <dgm:pt modelId="{0CC8B4B0-7783-4B6A-A3B1-F68159D9140D}">
      <dgm:prSet phldrT="[文本]"/>
      <dgm:spPr/>
      <dgm:t>
        <a:bodyPr/>
        <a:lstStyle/>
        <a:p>
          <a:r>
            <a:rPr lang="zh-CN" altLang="en-US" dirty="0"/>
            <a:t>沟通的重要性与沟通计划</a:t>
          </a:r>
        </a:p>
      </dgm:t>
    </dgm:pt>
    <dgm:pt modelId="{C69111C2-FC2C-4AC3-8DBC-679721906924}" cxnId="{EB28B947-5CCF-40AB-BB8C-F7FE7FABFB9A}" type="parTrans">
      <dgm:prSet/>
      <dgm:spPr/>
      <dgm:t>
        <a:bodyPr/>
        <a:lstStyle/>
        <a:p>
          <a:endParaRPr lang="zh-CN" altLang="en-US"/>
        </a:p>
      </dgm:t>
    </dgm:pt>
    <dgm:pt modelId="{552C54E4-AD24-4F1D-8FC5-E0AFDA447433}" cxnId="{EB28B947-5CCF-40AB-BB8C-F7FE7FABFB9A}" type="sibTrans">
      <dgm:prSet/>
      <dgm:spPr/>
      <dgm:t>
        <a:bodyPr/>
        <a:lstStyle/>
        <a:p>
          <a:endParaRPr lang="zh-CN" altLang="en-US"/>
        </a:p>
      </dgm:t>
    </dgm:pt>
    <dgm:pt modelId="{5F61C951-20C1-4338-8349-6941B4F6322C}">
      <dgm:prSet phldrT="[文本]"/>
      <dgm:spPr/>
      <dgm:t>
        <a:bodyPr/>
        <a:lstStyle/>
        <a:p>
          <a:r>
            <a:rPr lang="zh-CN" altLang="en-US" dirty="0"/>
            <a:t>沟通方式的选择与应用</a:t>
          </a:r>
        </a:p>
      </dgm:t>
    </dgm:pt>
    <dgm:pt modelId="{12C45112-CD1E-47CE-9BE1-812CF362ED51}" cxnId="{6C5EA59F-90AB-4646-A927-1EE38958283F}" type="parTrans">
      <dgm:prSet/>
      <dgm:spPr/>
      <dgm:t>
        <a:bodyPr/>
        <a:lstStyle/>
        <a:p>
          <a:endParaRPr lang="zh-CN" altLang="en-US"/>
        </a:p>
      </dgm:t>
    </dgm:pt>
    <dgm:pt modelId="{545BFBDA-7F6A-4FE4-889A-E60163715D74}" cxnId="{6C5EA59F-90AB-4646-A927-1EE38958283F}" type="sibTrans">
      <dgm:prSet/>
      <dgm:spPr/>
      <dgm:t>
        <a:bodyPr/>
        <a:lstStyle/>
        <a:p>
          <a:endParaRPr lang="zh-CN" altLang="en-US"/>
        </a:p>
      </dgm:t>
    </dgm:pt>
    <dgm:pt modelId="{C0EEB936-1A14-4921-8F8C-DD70CB7310FD}">
      <dgm:prSet phldrT="[文本]"/>
      <dgm:spPr/>
      <dgm:t>
        <a:bodyPr/>
        <a:lstStyle/>
        <a:p>
          <a:r>
            <a:rPr lang="zh-CN" altLang="en-US" dirty="0"/>
            <a:t>有效沟通的技巧与实践</a:t>
          </a:r>
        </a:p>
      </dgm:t>
    </dgm:pt>
    <dgm:pt modelId="{AFC6ACB0-084A-45A4-A136-C0916D889C77}" cxnId="{DE66FE51-8931-4110-8D3C-1F50CDD3B62A}" type="parTrans">
      <dgm:prSet/>
      <dgm:spPr/>
      <dgm:t>
        <a:bodyPr/>
        <a:lstStyle/>
        <a:p>
          <a:endParaRPr lang="zh-CN" altLang="en-US"/>
        </a:p>
      </dgm:t>
    </dgm:pt>
    <dgm:pt modelId="{96B5D502-B390-4272-8961-16A196F257E8}" cxnId="{DE66FE51-8931-4110-8D3C-1F50CDD3B62A}" type="sibTrans">
      <dgm:prSet/>
      <dgm:spPr/>
      <dgm:t>
        <a:bodyPr/>
        <a:lstStyle/>
        <a:p>
          <a:endParaRPr lang="zh-CN" altLang="en-US"/>
        </a:p>
      </dgm:t>
    </dgm:pt>
    <dgm:pt modelId="{5608E761-1166-49F9-97BA-A1F121377227}">
      <dgm:prSet phldrT="[文本]"/>
      <dgm:spPr/>
      <dgm:t>
        <a:bodyPr/>
        <a:lstStyle/>
        <a:p>
          <a:r>
            <a:rPr lang="zh-CN" altLang="en-US" dirty="0"/>
            <a:t>本质洞察、条理、同理心</a:t>
          </a:r>
        </a:p>
      </dgm:t>
    </dgm:pt>
    <dgm:pt modelId="{A17020F7-94D9-4576-85A8-5741D9D99FE7}" cxnId="{0E0DB455-7135-446A-9B56-5678524FF84A}" type="parTrans">
      <dgm:prSet/>
      <dgm:spPr/>
      <dgm:t>
        <a:bodyPr/>
        <a:lstStyle/>
        <a:p>
          <a:endParaRPr lang="zh-CN" altLang="en-US"/>
        </a:p>
      </dgm:t>
    </dgm:pt>
    <dgm:pt modelId="{266E30D0-41A6-42C3-A985-76027C5FF23E}" cxnId="{0E0DB455-7135-446A-9B56-5678524FF84A}" type="sibTrans">
      <dgm:prSet/>
      <dgm:spPr/>
      <dgm:t>
        <a:bodyPr/>
        <a:lstStyle/>
        <a:p>
          <a:endParaRPr lang="zh-CN" altLang="en-US"/>
        </a:p>
      </dgm:t>
    </dgm:pt>
    <dgm:pt modelId="{91836689-981E-4766-9F00-B568DEDBF2D4}">
      <dgm:prSet phldrT="[文本]"/>
      <dgm:spPr/>
      <dgm:t>
        <a:bodyPr/>
        <a:lstStyle/>
        <a:p>
          <a:r>
            <a:rPr lang="zh-CN" altLang="en-US" dirty="0"/>
            <a:t>问题升级与解决策略</a:t>
          </a:r>
        </a:p>
      </dgm:t>
    </dgm:pt>
    <dgm:pt modelId="{71B34AE3-D13D-40B2-A0A8-9C310ED22B4A}" cxnId="{A2DF84D0-5483-45A2-BDEA-851349A2217B}" type="parTrans">
      <dgm:prSet/>
      <dgm:spPr/>
      <dgm:t>
        <a:bodyPr/>
        <a:lstStyle/>
        <a:p>
          <a:endParaRPr lang="zh-CN" altLang="en-US"/>
        </a:p>
      </dgm:t>
    </dgm:pt>
    <dgm:pt modelId="{5089E3F2-3E59-408C-B137-DF4CA918EBF6}" cxnId="{A2DF84D0-5483-45A2-BDEA-851349A2217B}" type="sibTrans">
      <dgm:prSet/>
      <dgm:spPr/>
      <dgm:t>
        <a:bodyPr/>
        <a:lstStyle/>
        <a:p>
          <a:endParaRPr lang="zh-CN" altLang="en-US"/>
        </a:p>
      </dgm:t>
    </dgm:pt>
    <dgm:pt modelId="{3F8DEBB4-A720-46C1-9F3A-362D1FFCDCAB}">
      <dgm:prSet phldrT="[文本]"/>
      <dgm:spPr/>
      <dgm:t>
        <a:bodyPr/>
        <a:lstStyle/>
        <a:p>
          <a:r>
            <a:rPr lang="en-US" altLang="en-US" dirty="0"/>
            <a:t>7. </a:t>
          </a:r>
          <a:r>
            <a:rPr lang="zh-CN" altLang="en-US" dirty="0"/>
            <a:t>执行阶段</a:t>
          </a:r>
        </a:p>
      </dgm:t>
    </dgm:pt>
    <dgm:pt modelId="{54FC9188-D603-496E-84B3-5B98B13A1BEF}" cxnId="{D4FA201A-54EB-405C-AA06-0FDE5147BF7D}" type="parTrans">
      <dgm:prSet/>
      <dgm:spPr/>
      <dgm:t>
        <a:bodyPr/>
        <a:lstStyle/>
        <a:p>
          <a:endParaRPr lang="zh-CN" altLang="en-US"/>
        </a:p>
      </dgm:t>
    </dgm:pt>
    <dgm:pt modelId="{BCD8A8C8-9CD6-44CB-B675-422F1CF86F20}" cxnId="{D4FA201A-54EB-405C-AA06-0FDE5147BF7D}" type="sibTrans">
      <dgm:prSet/>
      <dgm:spPr/>
      <dgm:t>
        <a:bodyPr/>
        <a:lstStyle/>
        <a:p>
          <a:endParaRPr lang="zh-CN" altLang="en-US"/>
        </a:p>
      </dgm:t>
    </dgm:pt>
    <dgm:pt modelId="{8A6286D9-5F13-452B-B8ED-AEC2593B3A59}">
      <dgm:prSet/>
      <dgm:spPr/>
      <dgm:t>
        <a:bodyPr/>
        <a:lstStyle/>
        <a:p>
          <a:r>
            <a:rPr lang="zh-CN" altLang="en-US" dirty="0"/>
            <a:t>团队建设与沟通管理</a:t>
          </a:r>
        </a:p>
      </dgm:t>
    </dgm:pt>
    <dgm:pt modelId="{A34E8D98-9FC4-4B6E-BA9E-8AF13A8192CF}" cxnId="{D39D2375-7907-4750-BE79-940011FC3A1E}" type="parTrans">
      <dgm:prSet/>
      <dgm:spPr/>
      <dgm:t>
        <a:bodyPr/>
        <a:lstStyle/>
        <a:p>
          <a:endParaRPr lang="zh-CN" altLang="en-US"/>
        </a:p>
      </dgm:t>
    </dgm:pt>
    <dgm:pt modelId="{1523161B-2B09-41C9-B090-896430E8C8D3}" cxnId="{D39D2375-7907-4750-BE79-940011FC3A1E}" type="sibTrans">
      <dgm:prSet/>
      <dgm:spPr/>
      <dgm:t>
        <a:bodyPr/>
        <a:lstStyle/>
        <a:p>
          <a:endParaRPr lang="zh-CN" altLang="en-US"/>
        </a:p>
      </dgm:t>
    </dgm:pt>
    <dgm:pt modelId="{CD87CC01-EABF-4B70-A0C1-A272CC09ACF7}">
      <dgm:prSet/>
      <dgm:spPr/>
      <dgm:t>
        <a:bodyPr/>
        <a:lstStyle/>
        <a:p>
          <a:r>
            <a:rPr lang="zh-CN" altLang="en-US" dirty="0"/>
            <a:t>项目启动会议的组织与执行</a:t>
          </a:r>
        </a:p>
      </dgm:t>
    </dgm:pt>
    <dgm:pt modelId="{4B6E4E86-0BAD-411E-AD8D-DC8AAF430F48}" cxnId="{444EF243-7638-41D8-95D9-BB936C43F79D}" type="parTrans">
      <dgm:prSet/>
      <dgm:spPr/>
      <dgm:t>
        <a:bodyPr/>
        <a:lstStyle/>
        <a:p>
          <a:endParaRPr lang="zh-CN" altLang="en-US"/>
        </a:p>
      </dgm:t>
    </dgm:pt>
    <dgm:pt modelId="{0C2D6A01-0F17-4998-BA3D-C9890E639506}" cxnId="{444EF243-7638-41D8-95D9-BB936C43F79D}" type="sibTrans">
      <dgm:prSet/>
      <dgm:spPr/>
      <dgm:t>
        <a:bodyPr/>
        <a:lstStyle/>
        <a:p>
          <a:endParaRPr lang="zh-CN" altLang="en-US"/>
        </a:p>
      </dgm:t>
    </dgm:pt>
    <dgm:pt modelId="{040A4257-5E3E-40C2-B8F2-96926F3C3929}">
      <dgm:prSet/>
      <dgm:spPr/>
      <dgm:t>
        <a:bodyPr/>
        <a:lstStyle/>
        <a:p>
          <a:r>
            <a:rPr lang="zh-CN" altLang="en-US" dirty="0"/>
            <a:t>变更管理的原则与实践</a:t>
          </a:r>
        </a:p>
      </dgm:t>
    </dgm:pt>
    <dgm:pt modelId="{5FB13848-FBA5-4AAC-9751-E0992625A7A2}" cxnId="{DBBC22A9-2574-42E5-A48A-FC1F3A300443}" type="parTrans">
      <dgm:prSet/>
      <dgm:spPr/>
      <dgm:t>
        <a:bodyPr/>
        <a:lstStyle/>
        <a:p>
          <a:endParaRPr lang="zh-CN" altLang="en-US"/>
        </a:p>
      </dgm:t>
    </dgm:pt>
    <dgm:pt modelId="{EE647AC1-2014-448F-9601-049E3F249EDF}" cxnId="{DBBC22A9-2574-42E5-A48A-FC1F3A300443}" type="sibTrans">
      <dgm:prSet/>
      <dgm:spPr/>
      <dgm:t>
        <a:bodyPr/>
        <a:lstStyle/>
        <a:p>
          <a:endParaRPr lang="zh-CN" altLang="en-US"/>
        </a:p>
      </dgm:t>
    </dgm:pt>
    <dgm:pt modelId="{E0FE4EDC-18C4-4661-9E64-C6149381F365}">
      <dgm:prSet/>
      <dgm:spPr/>
      <dgm:t>
        <a:bodyPr/>
        <a:lstStyle/>
        <a:p>
          <a:r>
            <a:rPr lang="zh-CN" altLang="en-US" dirty="0"/>
            <a:t>监督与控制项目进度</a:t>
          </a:r>
        </a:p>
      </dgm:t>
    </dgm:pt>
    <dgm:pt modelId="{73DD091B-E4BA-40E2-8FF7-667EF72F2521}" cxnId="{3360C366-62A9-468B-80F6-7DB5824C9F5C}" type="parTrans">
      <dgm:prSet/>
      <dgm:spPr/>
      <dgm:t>
        <a:bodyPr/>
        <a:lstStyle/>
        <a:p>
          <a:endParaRPr lang="zh-CN" altLang="en-US"/>
        </a:p>
      </dgm:t>
    </dgm:pt>
    <dgm:pt modelId="{7C6D1779-852D-47DE-B339-6C6881920A76}" cxnId="{3360C366-62A9-468B-80F6-7DB5824C9F5C}" type="sibTrans">
      <dgm:prSet/>
      <dgm:spPr/>
      <dgm:t>
        <a:bodyPr/>
        <a:lstStyle/>
        <a:p>
          <a:endParaRPr lang="zh-CN" altLang="en-US"/>
        </a:p>
      </dgm:t>
    </dgm:pt>
    <dgm:pt modelId="{641CCD64-7C3A-4CE8-B36C-2DC6DFF37F8A}">
      <dgm:prSet/>
      <dgm:spPr/>
      <dgm:t>
        <a:bodyPr/>
        <a:lstStyle/>
        <a:p>
          <a:r>
            <a:rPr lang="zh-CN" altLang="en-US" dirty="0"/>
            <a:t>里程碑的设定与检查</a:t>
          </a:r>
        </a:p>
      </dgm:t>
    </dgm:pt>
    <dgm:pt modelId="{702BB700-1A7D-45A3-9692-15BBA181B55A}" cxnId="{9EDAB76D-7FCB-4332-87FE-5A28A3EE7344}" type="parTrans">
      <dgm:prSet/>
      <dgm:spPr/>
      <dgm:t>
        <a:bodyPr/>
        <a:lstStyle/>
        <a:p>
          <a:endParaRPr lang="zh-CN" altLang="en-US"/>
        </a:p>
      </dgm:t>
    </dgm:pt>
    <dgm:pt modelId="{54EE79EA-EDFD-4C2A-B154-EE6189823247}" cxnId="{9EDAB76D-7FCB-4332-87FE-5A28A3EE7344}" type="sibTrans">
      <dgm:prSet/>
      <dgm:spPr/>
      <dgm:t>
        <a:bodyPr/>
        <a:lstStyle/>
        <a:p>
          <a:endParaRPr lang="zh-CN" altLang="en-US"/>
        </a:p>
      </dgm:t>
    </dgm:pt>
    <dgm:pt modelId="{954CEF14-CCF1-49A2-B851-75D7866CFFAA}">
      <dgm:prSet/>
      <dgm:spPr/>
      <dgm:t>
        <a:bodyPr/>
        <a:lstStyle/>
        <a:p>
          <a:r>
            <a:rPr lang="zh-CN" altLang="en-US" dirty="0"/>
            <a:t>完工总结与经验教训的记录</a:t>
          </a:r>
        </a:p>
      </dgm:t>
    </dgm:pt>
    <dgm:pt modelId="{B5917140-DA1D-4F71-973A-BFF84C1ACBD3}" cxnId="{72F82094-44BC-44DD-8078-EFF110953FBB}" type="parTrans">
      <dgm:prSet/>
      <dgm:spPr/>
      <dgm:t>
        <a:bodyPr/>
        <a:lstStyle/>
        <a:p>
          <a:endParaRPr lang="zh-CN" altLang="en-US"/>
        </a:p>
      </dgm:t>
    </dgm:pt>
    <dgm:pt modelId="{3DB423E4-8677-4458-89CC-95D8C538AA68}" cxnId="{72F82094-44BC-44DD-8078-EFF110953FBB}" type="sibTrans">
      <dgm:prSet/>
      <dgm:spPr/>
      <dgm:t>
        <a:bodyPr/>
        <a:lstStyle/>
        <a:p>
          <a:endParaRPr lang="zh-CN" altLang="en-US"/>
        </a:p>
      </dgm:t>
    </dgm:pt>
    <dgm:pt modelId="{B07D0289-6139-4BEC-927F-638E5C73A294}">
      <dgm:prSet/>
      <dgm:spPr/>
      <dgm:t>
        <a:bodyPr/>
        <a:lstStyle/>
        <a:p>
          <a:r>
            <a:rPr lang="en-US" altLang="en-US" dirty="0"/>
            <a:t>8. </a:t>
          </a:r>
          <a:r>
            <a:rPr lang="zh-CN" altLang="en-US" dirty="0"/>
            <a:t>案例分析与实践</a:t>
          </a:r>
        </a:p>
      </dgm:t>
    </dgm:pt>
    <dgm:pt modelId="{6146773C-22DB-431F-A11A-612688184DED}" cxnId="{887063D9-FA05-47F0-BB07-1E9E7EC5D4B3}" type="parTrans">
      <dgm:prSet/>
      <dgm:spPr/>
      <dgm:t>
        <a:bodyPr/>
        <a:lstStyle/>
        <a:p>
          <a:endParaRPr lang="zh-CN" altLang="en-US"/>
        </a:p>
      </dgm:t>
    </dgm:pt>
    <dgm:pt modelId="{2D782A2E-8A26-42B0-813E-F0E56D1A96F0}" cxnId="{887063D9-FA05-47F0-BB07-1E9E7EC5D4B3}" type="sibTrans">
      <dgm:prSet/>
      <dgm:spPr/>
      <dgm:t>
        <a:bodyPr/>
        <a:lstStyle/>
        <a:p>
          <a:endParaRPr lang="zh-CN" altLang="en-US"/>
        </a:p>
      </dgm:t>
    </dgm:pt>
    <dgm:pt modelId="{D2232E4E-0B8E-4A5B-9B05-16D433DA77B2}">
      <dgm:prSet/>
      <dgm:spPr/>
      <dgm:t>
        <a:bodyPr/>
        <a:lstStyle/>
        <a:p>
          <a:r>
            <a:rPr lang="zh-CN" altLang="en-US" dirty="0"/>
            <a:t>分析案例中项目管理的成功与失败因素</a:t>
          </a:r>
        </a:p>
      </dgm:t>
    </dgm:pt>
    <dgm:pt modelId="{24FE4548-5A70-4039-A4A6-FEEE0CC7545E}" cxnId="{C7DDF526-D52E-4A3D-B1B5-2FA0DAD20FE1}" type="parTrans">
      <dgm:prSet/>
      <dgm:spPr/>
      <dgm:t>
        <a:bodyPr/>
        <a:lstStyle/>
        <a:p>
          <a:endParaRPr lang="zh-CN" altLang="en-US"/>
        </a:p>
      </dgm:t>
    </dgm:pt>
    <dgm:pt modelId="{53ACBDC4-F18F-4B8E-99D9-74CB2B3D01DF}" cxnId="{C7DDF526-D52E-4A3D-B1B5-2FA0DAD20FE1}" type="sibTrans">
      <dgm:prSet/>
      <dgm:spPr/>
      <dgm:t>
        <a:bodyPr/>
        <a:lstStyle/>
        <a:p>
          <a:endParaRPr lang="zh-CN" altLang="en-US"/>
        </a:p>
      </dgm:t>
    </dgm:pt>
    <dgm:pt modelId="{296EEFE9-C4A8-4B05-B790-7CBAE775F2E9}">
      <dgm:prSet/>
      <dgm:spPr/>
      <dgm:t>
        <a:bodyPr/>
        <a:lstStyle/>
        <a:p>
          <a:r>
            <a:rPr lang="zh-CN" altLang="en-US" dirty="0"/>
            <a:t>讨论案例中的实践要点与改进措施</a:t>
          </a:r>
        </a:p>
      </dgm:t>
    </dgm:pt>
    <dgm:pt modelId="{3818466F-E770-4D81-BE17-434D888FB161}" cxnId="{3D0768A5-B5FA-4785-BC79-1479D11ADDA6}" type="parTrans">
      <dgm:prSet/>
      <dgm:spPr/>
      <dgm:t>
        <a:bodyPr/>
        <a:lstStyle/>
        <a:p>
          <a:endParaRPr lang="zh-CN" altLang="en-US"/>
        </a:p>
      </dgm:t>
    </dgm:pt>
    <dgm:pt modelId="{FF74B272-F744-455D-A915-797B3B66E168}" cxnId="{3D0768A5-B5FA-4785-BC79-1479D11ADDA6}" type="sibTrans">
      <dgm:prSet/>
      <dgm:spPr/>
      <dgm:t>
        <a:bodyPr/>
        <a:lstStyle/>
        <a:p>
          <a:endParaRPr lang="zh-CN" altLang="en-US"/>
        </a:p>
      </dgm:t>
    </dgm:pt>
    <dgm:pt modelId="{B02A3088-CCC5-4B8F-84F4-6C160162D812}">
      <dgm:prSet/>
      <dgm:spPr/>
      <dgm:t>
        <a:bodyPr/>
        <a:lstStyle/>
        <a:p>
          <a:r>
            <a:rPr lang="en-US" altLang="en-US" dirty="0"/>
            <a:t>9. </a:t>
          </a:r>
          <a:r>
            <a:rPr lang="zh-CN" altLang="en-US" dirty="0"/>
            <a:t>课程总结和回顾</a:t>
          </a:r>
        </a:p>
      </dgm:t>
    </dgm:pt>
    <dgm:pt modelId="{6BB918F0-159B-45AD-8A4E-070D0CDB46BB}" cxnId="{2CB28AB0-23D6-49BF-B4A8-57F2A73F1D75}" type="parTrans">
      <dgm:prSet/>
      <dgm:spPr/>
      <dgm:t>
        <a:bodyPr/>
        <a:lstStyle/>
        <a:p>
          <a:endParaRPr lang="zh-CN" altLang="en-US"/>
        </a:p>
      </dgm:t>
    </dgm:pt>
    <dgm:pt modelId="{0FF1E438-92EF-40C2-A245-3200349DB62D}" cxnId="{2CB28AB0-23D6-49BF-B4A8-57F2A73F1D75}" type="sibTrans">
      <dgm:prSet/>
      <dgm:spPr/>
      <dgm:t>
        <a:bodyPr/>
        <a:lstStyle/>
        <a:p>
          <a:endParaRPr lang="zh-CN" altLang="en-US"/>
        </a:p>
      </dgm:t>
    </dgm:pt>
    <dgm:pt modelId="{983371F5-45DE-4057-ADE1-56650D112421}">
      <dgm:prSet/>
      <dgm:spPr/>
      <dgm:t>
        <a:bodyPr/>
        <a:lstStyle/>
        <a:p>
          <a:r>
            <a:rPr lang="zh-CN" altLang="en-US" dirty="0"/>
            <a:t>回顾课程要点</a:t>
          </a:r>
        </a:p>
      </dgm:t>
    </dgm:pt>
    <dgm:pt modelId="{EAEC2F1E-04B4-4891-B074-EB2DEA6F51FD}" cxnId="{0E9C70FE-F31E-4CEA-8017-EF72F377C729}" type="parTrans">
      <dgm:prSet/>
      <dgm:spPr/>
      <dgm:t>
        <a:bodyPr/>
        <a:lstStyle/>
        <a:p>
          <a:endParaRPr lang="zh-CN" altLang="en-US"/>
        </a:p>
      </dgm:t>
    </dgm:pt>
    <dgm:pt modelId="{4A010EA1-C6ED-44A6-8AA3-765B57180D7F}" cxnId="{0E9C70FE-F31E-4CEA-8017-EF72F377C729}" type="sibTrans">
      <dgm:prSet/>
      <dgm:spPr/>
      <dgm:t>
        <a:bodyPr/>
        <a:lstStyle/>
        <a:p>
          <a:endParaRPr lang="zh-CN" altLang="en-US"/>
        </a:p>
      </dgm:t>
    </dgm:pt>
    <dgm:pt modelId="{BD023DAA-69C6-4196-BAD0-9035656FF821}" type="pres">
      <dgm:prSet presAssocID="{726BA73B-0847-4769-945C-DF9C876B2F3A}" presName="linear" presStyleCnt="0">
        <dgm:presLayoutVars>
          <dgm:dir/>
          <dgm:animLvl val="lvl"/>
          <dgm:resizeHandles val="exact"/>
        </dgm:presLayoutVars>
      </dgm:prSet>
      <dgm:spPr/>
    </dgm:pt>
    <dgm:pt modelId="{45856193-C4B8-498D-B6BA-AC01DCBEE91E}" type="pres">
      <dgm:prSet presAssocID="{C0DEDDF9-DEA5-4D95-8CAD-3C9279CF9CE4}" presName="parentLin" presStyleCnt="0"/>
      <dgm:spPr/>
    </dgm:pt>
    <dgm:pt modelId="{4A3A7654-FA58-4D7B-B008-0995BB0FEDCD}" type="pres">
      <dgm:prSet presAssocID="{C0DEDDF9-DEA5-4D95-8CAD-3C9279CF9CE4}" presName="parentLeftMargin" presStyleLbl="node1" presStyleIdx="0" presStyleCnt="4"/>
      <dgm:spPr/>
    </dgm:pt>
    <dgm:pt modelId="{3755F6E4-575A-4E6A-B574-B611E150BA63}" type="pres">
      <dgm:prSet presAssocID="{C0DEDDF9-DEA5-4D95-8CAD-3C9279CF9CE4}" presName="parentText" presStyleLbl="node1" presStyleIdx="0" presStyleCnt="4">
        <dgm:presLayoutVars>
          <dgm:chMax val="0"/>
          <dgm:bulletEnabled val="1"/>
        </dgm:presLayoutVars>
      </dgm:prSet>
      <dgm:spPr/>
    </dgm:pt>
    <dgm:pt modelId="{DC48573C-2961-40EF-BC44-4229589C593B}" type="pres">
      <dgm:prSet presAssocID="{C0DEDDF9-DEA5-4D95-8CAD-3C9279CF9CE4}" presName="negativeSpace" presStyleCnt="0"/>
      <dgm:spPr/>
    </dgm:pt>
    <dgm:pt modelId="{53BC6CD0-A147-4782-BCB8-4CDB5986F7C0}" type="pres">
      <dgm:prSet presAssocID="{C0DEDDF9-DEA5-4D95-8CAD-3C9279CF9CE4}" presName="childText" presStyleLbl="conFgAcc1" presStyleIdx="0" presStyleCnt="4">
        <dgm:presLayoutVars>
          <dgm:bulletEnabled val="1"/>
        </dgm:presLayoutVars>
      </dgm:prSet>
      <dgm:spPr/>
    </dgm:pt>
    <dgm:pt modelId="{7AE9F5E0-6BC2-47A2-B3A1-0A2A1E7012A1}" type="pres">
      <dgm:prSet presAssocID="{452B9154-9027-4015-A4F6-07255F1DE768}" presName="spaceBetweenRectangles" presStyleCnt="0"/>
      <dgm:spPr/>
    </dgm:pt>
    <dgm:pt modelId="{E10DE29E-2554-4096-802F-6D73EBDED4B7}" type="pres">
      <dgm:prSet presAssocID="{3F8DEBB4-A720-46C1-9F3A-362D1FFCDCAB}" presName="parentLin" presStyleCnt="0"/>
      <dgm:spPr/>
    </dgm:pt>
    <dgm:pt modelId="{242790B9-3FA5-48E8-9814-916B95085AAF}" type="pres">
      <dgm:prSet presAssocID="{3F8DEBB4-A720-46C1-9F3A-362D1FFCDCAB}" presName="parentLeftMargin" presStyleLbl="node1" presStyleIdx="0" presStyleCnt="4"/>
      <dgm:spPr/>
    </dgm:pt>
    <dgm:pt modelId="{EA72BFC2-4CFB-45A4-8E33-5F13A75B2C41}" type="pres">
      <dgm:prSet presAssocID="{3F8DEBB4-A720-46C1-9F3A-362D1FFCDCAB}" presName="parentText" presStyleLbl="node1" presStyleIdx="1" presStyleCnt="4">
        <dgm:presLayoutVars>
          <dgm:chMax val="0"/>
          <dgm:bulletEnabled val="1"/>
        </dgm:presLayoutVars>
      </dgm:prSet>
      <dgm:spPr/>
    </dgm:pt>
    <dgm:pt modelId="{F482A017-0C14-448C-8533-7FE9D358ABE2}" type="pres">
      <dgm:prSet presAssocID="{3F8DEBB4-A720-46C1-9F3A-362D1FFCDCAB}" presName="negativeSpace" presStyleCnt="0"/>
      <dgm:spPr/>
    </dgm:pt>
    <dgm:pt modelId="{27D2E33A-2BFE-45A0-BB83-EBC9BF82C54B}" type="pres">
      <dgm:prSet presAssocID="{3F8DEBB4-A720-46C1-9F3A-362D1FFCDCAB}" presName="childText" presStyleLbl="conFgAcc1" presStyleIdx="1" presStyleCnt="4">
        <dgm:presLayoutVars>
          <dgm:bulletEnabled val="1"/>
        </dgm:presLayoutVars>
      </dgm:prSet>
      <dgm:spPr/>
    </dgm:pt>
    <dgm:pt modelId="{43A47711-B1D6-41F5-AEB2-13133A87CDD4}" type="pres">
      <dgm:prSet presAssocID="{BCD8A8C8-9CD6-44CB-B675-422F1CF86F20}" presName="spaceBetweenRectangles" presStyleCnt="0"/>
      <dgm:spPr/>
    </dgm:pt>
    <dgm:pt modelId="{13556382-54F2-481F-A3C8-C1B579ED86F5}" type="pres">
      <dgm:prSet presAssocID="{B07D0289-6139-4BEC-927F-638E5C73A294}" presName="parentLin" presStyleCnt="0"/>
      <dgm:spPr/>
    </dgm:pt>
    <dgm:pt modelId="{F4B59850-D59D-4614-974D-AFAAA954661C}" type="pres">
      <dgm:prSet presAssocID="{B07D0289-6139-4BEC-927F-638E5C73A294}" presName="parentLeftMargin" presStyleLbl="node1" presStyleIdx="1" presStyleCnt="4"/>
      <dgm:spPr/>
    </dgm:pt>
    <dgm:pt modelId="{E1278D7B-1C2F-4E82-8AB2-9BA498BD854C}" type="pres">
      <dgm:prSet presAssocID="{B07D0289-6139-4BEC-927F-638E5C73A294}" presName="parentText" presStyleLbl="node1" presStyleIdx="2" presStyleCnt="4">
        <dgm:presLayoutVars>
          <dgm:chMax val="0"/>
          <dgm:bulletEnabled val="1"/>
        </dgm:presLayoutVars>
      </dgm:prSet>
      <dgm:spPr/>
    </dgm:pt>
    <dgm:pt modelId="{A8369758-D544-4DBE-8416-4A010955499A}" type="pres">
      <dgm:prSet presAssocID="{B07D0289-6139-4BEC-927F-638E5C73A294}" presName="negativeSpace" presStyleCnt="0"/>
      <dgm:spPr/>
    </dgm:pt>
    <dgm:pt modelId="{470C81C9-4185-4E54-95D1-B6878EE4C3D7}" type="pres">
      <dgm:prSet presAssocID="{B07D0289-6139-4BEC-927F-638E5C73A294}" presName="childText" presStyleLbl="conFgAcc1" presStyleIdx="2" presStyleCnt="4">
        <dgm:presLayoutVars>
          <dgm:bulletEnabled val="1"/>
        </dgm:presLayoutVars>
      </dgm:prSet>
      <dgm:spPr/>
    </dgm:pt>
    <dgm:pt modelId="{75895672-6054-4364-AACC-D54BDE1929D4}" type="pres">
      <dgm:prSet presAssocID="{2D782A2E-8A26-42B0-813E-F0E56D1A96F0}" presName="spaceBetweenRectangles" presStyleCnt="0"/>
      <dgm:spPr/>
    </dgm:pt>
    <dgm:pt modelId="{5433BA53-5167-4416-B866-23F1481AD101}" type="pres">
      <dgm:prSet presAssocID="{B02A3088-CCC5-4B8F-84F4-6C160162D812}" presName="parentLin" presStyleCnt="0"/>
      <dgm:spPr/>
    </dgm:pt>
    <dgm:pt modelId="{4116B349-707F-4AFE-9EE6-9F8E1BA6FF5E}" type="pres">
      <dgm:prSet presAssocID="{B02A3088-CCC5-4B8F-84F4-6C160162D812}" presName="parentLeftMargin" presStyleLbl="node1" presStyleIdx="2" presStyleCnt="4"/>
      <dgm:spPr/>
    </dgm:pt>
    <dgm:pt modelId="{2E3C5ED1-3911-4680-ADA0-5CDB5B68D6EB}" type="pres">
      <dgm:prSet presAssocID="{B02A3088-CCC5-4B8F-84F4-6C160162D812}" presName="parentText" presStyleLbl="node1" presStyleIdx="3" presStyleCnt="4">
        <dgm:presLayoutVars>
          <dgm:chMax val="0"/>
          <dgm:bulletEnabled val="1"/>
        </dgm:presLayoutVars>
      </dgm:prSet>
      <dgm:spPr/>
    </dgm:pt>
    <dgm:pt modelId="{48802110-A65C-4243-B077-77D7EBDC1CD1}" type="pres">
      <dgm:prSet presAssocID="{B02A3088-CCC5-4B8F-84F4-6C160162D812}" presName="negativeSpace" presStyleCnt="0"/>
      <dgm:spPr/>
    </dgm:pt>
    <dgm:pt modelId="{3B95EC9D-AA99-4597-A261-7F2FAB984C92}" type="pres">
      <dgm:prSet presAssocID="{B02A3088-CCC5-4B8F-84F4-6C160162D812}" presName="childText" presStyleLbl="conFgAcc1" presStyleIdx="3" presStyleCnt="4">
        <dgm:presLayoutVars>
          <dgm:bulletEnabled val="1"/>
        </dgm:presLayoutVars>
      </dgm:prSet>
      <dgm:spPr/>
    </dgm:pt>
  </dgm:ptLst>
  <dgm:cxnLst>
    <dgm:cxn modelId="{65F8200A-2752-46C7-BCEF-86FC3F908C13}" type="presOf" srcId="{B02A3088-CCC5-4B8F-84F4-6C160162D812}" destId="{2E3C5ED1-3911-4680-ADA0-5CDB5B68D6EB}" srcOrd="1" destOrd="0" presId="urn:microsoft.com/office/officeart/2005/8/layout/list1"/>
    <dgm:cxn modelId="{A0A74914-23F0-4394-85EF-1C5162F60A88}" type="presOf" srcId="{B02A3088-CCC5-4B8F-84F4-6C160162D812}" destId="{4116B349-707F-4AFE-9EE6-9F8E1BA6FF5E}" srcOrd="0" destOrd="0" presId="urn:microsoft.com/office/officeart/2005/8/layout/list1"/>
    <dgm:cxn modelId="{AB14FD14-4A17-48FB-9993-40290D8CC8A0}" type="presOf" srcId="{641CCD64-7C3A-4CE8-B36C-2DC6DFF37F8A}" destId="{27D2E33A-2BFE-45A0-BB83-EBC9BF82C54B}" srcOrd="0" destOrd="4" presId="urn:microsoft.com/office/officeart/2005/8/layout/list1"/>
    <dgm:cxn modelId="{D4FA201A-54EB-405C-AA06-0FDE5147BF7D}" srcId="{726BA73B-0847-4769-945C-DF9C876B2F3A}" destId="{3F8DEBB4-A720-46C1-9F3A-362D1FFCDCAB}" srcOrd="1" destOrd="0" parTransId="{54FC9188-D603-496E-84B3-5B98B13A1BEF}" sibTransId="{BCD8A8C8-9CD6-44CB-B675-422F1CF86F20}"/>
    <dgm:cxn modelId="{23920321-1EE7-4A42-8DFE-1C54EDEB26C4}" type="presOf" srcId="{B07D0289-6139-4BEC-927F-638E5C73A294}" destId="{F4B59850-D59D-4614-974D-AFAAA954661C}" srcOrd="0" destOrd="0" presId="urn:microsoft.com/office/officeart/2005/8/layout/list1"/>
    <dgm:cxn modelId="{AA7EEA21-08A1-4C9B-98E2-3328F8063117}" type="presOf" srcId="{040A4257-5E3E-40C2-B8F2-96926F3C3929}" destId="{27D2E33A-2BFE-45A0-BB83-EBC9BF82C54B}" srcOrd="0" destOrd="2" presId="urn:microsoft.com/office/officeart/2005/8/layout/list1"/>
    <dgm:cxn modelId="{C7DDF526-D52E-4A3D-B1B5-2FA0DAD20FE1}" srcId="{B07D0289-6139-4BEC-927F-638E5C73A294}" destId="{D2232E4E-0B8E-4A5B-9B05-16D433DA77B2}" srcOrd="0" destOrd="0" parTransId="{24FE4548-5A70-4039-A4A6-FEEE0CC7545E}" sibTransId="{53ACBDC4-F18F-4B8E-99D9-74CB2B3D01DF}"/>
    <dgm:cxn modelId="{C214B135-90BC-4413-8F34-29A7D4E3FEB0}" type="presOf" srcId="{983371F5-45DE-4057-ADE1-56650D112421}" destId="{3B95EC9D-AA99-4597-A261-7F2FAB984C92}" srcOrd="0" destOrd="0" presId="urn:microsoft.com/office/officeart/2005/8/layout/list1"/>
    <dgm:cxn modelId="{EA5C6F36-2421-4046-A93F-AEAA91F37441}" type="presOf" srcId="{5608E761-1166-49F9-97BA-A1F121377227}" destId="{53BC6CD0-A147-4782-BCB8-4CDB5986F7C0}" srcOrd="0" destOrd="3" presId="urn:microsoft.com/office/officeart/2005/8/layout/list1"/>
    <dgm:cxn modelId="{993C4A37-332C-48C2-97F9-A3158495CAFC}" type="presOf" srcId="{C0EEB936-1A14-4921-8F8C-DD70CB7310FD}" destId="{53BC6CD0-A147-4782-BCB8-4CDB5986F7C0}" srcOrd="0" destOrd="2" presId="urn:microsoft.com/office/officeart/2005/8/layout/list1"/>
    <dgm:cxn modelId="{48D8D539-BA97-422C-B02B-F3F841F99EA4}" type="presOf" srcId="{D2232E4E-0B8E-4A5B-9B05-16D433DA77B2}" destId="{470C81C9-4185-4E54-95D1-B6878EE4C3D7}" srcOrd="0" destOrd="0" presId="urn:microsoft.com/office/officeart/2005/8/layout/list1"/>
    <dgm:cxn modelId="{0721573F-E4D4-4BB0-A93A-0D16BAE9DB25}" type="presOf" srcId="{E0FE4EDC-18C4-4661-9E64-C6149381F365}" destId="{27D2E33A-2BFE-45A0-BB83-EBC9BF82C54B}" srcOrd="0" destOrd="3" presId="urn:microsoft.com/office/officeart/2005/8/layout/list1"/>
    <dgm:cxn modelId="{D280AB5C-F06E-43CB-BC6D-04A56C599663}" type="presOf" srcId="{296EEFE9-C4A8-4B05-B790-7CBAE775F2E9}" destId="{470C81C9-4185-4E54-95D1-B6878EE4C3D7}" srcOrd="0" destOrd="1" presId="urn:microsoft.com/office/officeart/2005/8/layout/list1"/>
    <dgm:cxn modelId="{C2C9735D-D0E1-4FB1-A635-A3FB4DAC8CCE}" type="presOf" srcId="{C0DEDDF9-DEA5-4D95-8CAD-3C9279CF9CE4}" destId="{3755F6E4-575A-4E6A-B574-B611E150BA63}" srcOrd="1" destOrd="0" presId="urn:microsoft.com/office/officeart/2005/8/layout/list1"/>
    <dgm:cxn modelId="{444EF243-7638-41D8-95D9-BB936C43F79D}" srcId="{3F8DEBB4-A720-46C1-9F3A-362D1FFCDCAB}" destId="{CD87CC01-EABF-4B70-A0C1-A272CC09ACF7}" srcOrd="1" destOrd="0" parTransId="{4B6E4E86-0BAD-411E-AD8D-DC8AAF430F48}" sibTransId="{0C2D6A01-0F17-4998-BA3D-C9890E639506}"/>
    <dgm:cxn modelId="{CA12FA64-66D8-4AA6-8641-A492E334C3A8}" srcId="{726BA73B-0847-4769-945C-DF9C876B2F3A}" destId="{C0DEDDF9-DEA5-4D95-8CAD-3C9279CF9CE4}" srcOrd="0" destOrd="0" parTransId="{975DA8A4-1C54-48B4-B89D-70731BC9C764}" sibTransId="{452B9154-9027-4015-A4F6-07255F1DE768}"/>
    <dgm:cxn modelId="{3360C366-62A9-468B-80F6-7DB5824C9F5C}" srcId="{3F8DEBB4-A720-46C1-9F3A-362D1FFCDCAB}" destId="{E0FE4EDC-18C4-4661-9E64-C6149381F365}" srcOrd="3" destOrd="0" parTransId="{73DD091B-E4BA-40E2-8FF7-667EF72F2521}" sibTransId="{7C6D1779-852D-47DE-B339-6C6881920A76}"/>
    <dgm:cxn modelId="{EB28B947-5CCF-40AB-BB8C-F7FE7FABFB9A}" srcId="{C0DEDDF9-DEA5-4D95-8CAD-3C9279CF9CE4}" destId="{0CC8B4B0-7783-4B6A-A3B1-F68159D9140D}" srcOrd="0" destOrd="0" parTransId="{C69111C2-FC2C-4AC3-8DBC-679721906924}" sibTransId="{552C54E4-AD24-4F1D-8FC5-E0AFDA447433}"/>
    <dgm:cxn modelId="{8EFE0B69-7C4A-4820-9DD1-B3C2810137FD}" type="presOf" srcId="{0CC8B4B0-7783-4B6A-A3B1-F68159D9140D}" destId="{53BC6CD0-A147-4782-BCB8-4CDB5986F7C0}" srcOrd="0" destOrd="0" presId="urn:microsoft.com/office/officeart/2005/8/layout/list1"/>
    <dgm:cxn modelId="{9EDAB76D-7FCB-4332-87FE-5A28A3EE7344}" srcId="{3F8DEBB4-A720-46C1-9F3A-362D1FFCDCAB}" destId="{641CCD64-7C3A-4CE8-B36C-2DC6DFF37F8A}" srcOrd="4" destOrd="0" parTransId="{702BB700-1A7D-45A3-9692-15BBA181B55A}" sibTransId="{54EE79EA-EDFD-4C2A-B154-EE6189823247}"/>
    <dgm:cxn modelId="{AAFD3A71-9035-4845-A88A-7A638AD7A544}" type="presOf" srcId="{954CEF14-CCF1-49A2-B851-75D7866CFFAA}" destId="{27D2E33A-2BFE-45A0-BB83-EBC9BF82C54B}" srcOrd="0" destOrd="5" presId="urn:microsoft.com/office/officeart/2005/8/layout/list1"/>
    <dgm:cxn modelId="{886EFA51-A9D6-4248-AAF7-81E3545EC9CB}" type="presOf" srcId="{91836689-981E-4766-9F00-B568DEDBF2D4}" destId="{53BC6CD0-A147-4782-BCB8-4CDB5986F7C0}" srcOrd="0" destOrd="4" presId="urn:microsoft.com/office/officeart/2005/8/layout/list1"/>
    <dgm:cxn modelId="{DE66FE51-8931-4110-8D3C-1F50CDD3B62A}" srcId="{C0DEDDF9-DEA5-4D95-8CAD-3C9279CF9CE4}" destId="{C0EEB936-1A14-4921-8F8C-DD70CB7310FD}" srcOrd="2" destOrd="0" parTransId="{AFC6ACB0-084A-45A4-A136-C0916D889C77}" sibTransId="{96B5D502-B390-4272-8961-16A196F257E8}"/>
    <dgm:cxn modelId="{D39D2375-7907-4750-BE79-940011FC3A1E}" srcId="{3F8DEBB4-A720-46C1-9F3A-362D1FFCDCAB}" destId="{8A6286D9-5F13-452B-B8ED-AEC2593B3A59}" srcOrd="0" destOrd="0" parTransId="{A34E8D98-9FC4-4B6E-BA9E-8AF13A8192CF}" sibTransId="{1523161B-2B09-41C9-B090-896430E8C8D3}"/>
    <dgm:cxn modelId="{0E0DB455-7135-446A-9B56-5678524FF84A}" srcId="{C0DEDDF9-DEA5-4D95-8CAD-3C9279CF9CE4}" destId="{5608E761-1166-49F9-97BA-A1F121377227}" srcOrd="3" destOrd="0" parTransId="{A17020F7-94D9-4576-85A8-5741D9D99FE7}" sibTransId="{266E30D0-41A6-42C3-A985-76027C5FF23E}"/>
    <dgm:cxn modelId="{82205D7F-0714-4437-B043-09F8A8064B5E}" type="presOf" srcId="{8A6286D9-5F13-452B-B8ED-AEC2593B3A59}" destId="{27D2E33A-2BFE-45A0-BB83-EBC9BF82C54B}" srcOrd="0" destOrd="0" presId="urn:microsoft.com/office/officeart/2005/8/layout/list1"/>
    <dgm:cxn modelId="{2B61408A-5CDA-4657-B756-9935D3C82681}" type="presOf" srcId="{3F8DEBB4-A720-46C1-9F3A-362D1FFCDCAB}" destId="{EA72BFC2-4CFB-45A4-8E33-5F13A75B2C41}" srcOrd="1" destOrd="0" presId="urn:microsoft.com/office/officeart/2005/8/layout/list1"/>
    <dgm:cxn modelId="{72F82094-44BC-44DD-8078-EFF110953FBB}" srcId="{3F8DEBB4-A720-46C1-9F3A-362D1FFCDCAB}" destId="{954CEF14-CCF1-49A2-B851-75D7866CFFAA}" srcOrd="5" destOrd="0" parTransId="{B5917140-DA1D-4F71-973A-BFF84C1ACBD3}" sibTransId="{3DB423E4-8677-4458-89CC-95D8C538AA68}"/>
    <dgm:cxn modelId="{6C5EA59F-90AB-4646-A927-1EE38958283F}" srcId="{C0DEDDF9-DEA5-4D95-8CAD-3C9279CF9CE4}" destId="{5F61C951-20C1-4338-8349-6941B4F6322C}" srcOrd="1" destOrd="0" parTransId="{12C45112-CD1E-47CE-9BE1-812CF362ED51}" sibTransId="{545BFBDA-7F6A-4FE4-889A-E60163715D74}"/>
    <dgm:cxn modelId="{3D0768A5-B5FA-4785-BC79-1479D11ADDA6}" srcId="{B07D0289-6139-4BEC-927F-638E5C73A294}" destId="{296EEFE9-C4A8-4B05-B790-7CBAE775F2E9}" srcOrd="1" destOrd="0" parTransId="{3818466F-E770-4D81-BE17-434D888FB161}" sibTransId="{FF74B272-F744-455D-A915-797B3B66E168}"/>
    <dgm:cxn modelId="{369983A7-D91A-47D2-8359-840AB89498EE}" type="presOf" srcId="{CD87CC01-EABF-4B70-A0C1-A272CC09ACF7}" destId="{27D2E33A-2BFE-45A0-BB83-EBC9BF82C54B}" srcOrd="0" destOrd="1" presId="urn:microsoft.com/office/officeart/2005/8/layout/list1"/>
    <dgm:cxn modelId="{DBBC22A9-2574-42E5-A48A-FC1F3A300443}" srcId="{3F8DEBB4-A720-46C1-9F3A-362D1FFCDCAB}" destId="{040A4257-5E3E-40C2-B8F2-96926F3C3929}" srcOrd="2" destOrd="0" parTransId="{5FB13848-FBA5-4AAC-9751-E0992625A7A2}" sibTransId="{EE647AC1-2014-448F-9601-049E3F249EDF}"/>
    <dgm:cxn modelId="{2CB28AB0-23D6-49BF-B4A8-57F2A73F1D75}" srcId="{726BA73B-0847-4769-945C-DF9C876B2F3A}" destId="{B02A3088-CCC5-4B8F-84F4-6C160162D812}" srcOrd="3" destOrd="0" parTransId="{6BB918F0-159B-45AD-8A4E-070D0CDB46BB}" sibTransId="{0FF1E438-92EF-40C2-A245-3200349DB62D}"/>
    <dgm:cxn modelId="{394605B9-17F7-4B6C-B538-8FB8BB0D330C}" type="presOf" srcId="{726BA73B-0847-4769-945C-DF9C876B2F3A}" destId="{BD023DAA-69C6-4196-BAD0-9035656FF821}" srcOrd="0" destOrd="0" presId="urn:microsoft.com/office/officeart/2005/8/layout/list1"/>
    <dgm:cxn modelId="{CCD0B9CC-1AEF-42C2-9360-BFB923DE36DE}" type="presOf" srcId="{B07D0289-6139-4BEC-927F-638E5C73A294}" destId="{E1278D7B-1C2F-4E82-8AB2-9BA498BD854C}" srcOrd="1" destOrd="0" presId="urn:microsoft.com/office/officeart/2005/8/layout/list1"/>
    <dgm:cxn modelId="{A2DF84D0-5483-45A2-BDEA-851349A2217B}" srcId="{C0DEDDF9-DEA5-4D95-8CAD-3C9279CF9CE4}" destId="{91836689-981E-4766-9F00-B568DEDBF2D4}" srcOrd="4" destOrd="0" parTransId="{71B34AE3-D13D-40B2-A0A8-9C310ED22B4A}" sibTransId="{5089E3F2-3E59-408C-B137-DF4CA918EBF6}"/>
    <dgm:cxn modelId="{887063D9-FA05-47F0-BB07-1E9E7EC5D4B3}" srcId="{726BA73B-0847-4769-945C-DF9C876B2F3A}" destId="{B07D0289-6139-4BEC-927F-638E5C73A294}" srcOrd="2" destOrd="0" parTransId="{6146773C-22DB-431F-A11A-612688184DED}" sibTransId="{2D782A2E-8A26-42B0-813E-F0E56D1A96F0}"/>
    <dgm:cxn modelId="{DAC939E1-31F1-4F60-BC8A-0ECA0F9FF855}" type="presOf" srcId="{3F8DEBB4-A720-46C1-9F3A-362D1FFCDCAB}" destId="{242790B9-3FA5-48E8-9814-916B95085AAF}" srcOrd="0" destOrd="0" presId="urn:microsoft.com/office/officeart/2005/8/layout/list1"/>
    <dgm:cxn modelId="{61BDC8E6-491E-4127-B7BB-ACD16051D2BE}" type="presOf" srcId="{C0DEDDF9-DEA5-4D95-8CAD-3C9279CF9CE4}" destId="{4A3A7654-FA58-4D7B-B008-0995BB0FEDCD}" srcOrd="0" destOrd="0" presId="urn:microsoft.com/office/officeart/2005/8/layout/list1"/>
    <dgm:cxn modelId="{0E9C70FE-F31E-4CEA-8017-EF72F377C729}" srcId="{B02A3088-CCC5-4B8F-84F4-6C160162D812}" destId="{983371F5-45DE-4057-ADE1-56650D112421}" srcOrd="0" destOrd="0" parTransId="{EAEC2F1E-04B4-4891-B074-EB2DEA6F51FD}" sibTransId="{4A010EA1-C6ED-44A6-8AA3-765B57180D7F}"/>
    <dgm:cxn modelId="{5D6556FE-35F9-412F-B019-D9BAF1681F64}" type="presOf" srcId="{5F61C951-20C1-4338-8349-6941B4F6322C}" destId="{53BC6CD0-A147-4782-BCB8-4CDB5986F7C0}" srcOrd="0" destOrd="1" presId="urn:microsoft.com/office/officeart/2005/8/layout/list1"/>
    <dgm:cxn modelId="{7A2FEF09-31CF-4FE6-9023-0666A609DBE5}" type="presParOf" srcId="{BD023DAA-69C6-4196-BAD0-9035656FF821}" destId="{45856193-C4B8-498D-B6BA-AC01DCBEE91E}" srcOrd="0" destOrd="0" presId="urn:microsoft.com/office/officeart/2005/8/layout/list1"/>
    <dgm:cxn modelId="{51161F13-0C03-4241-BC37-E58D184BADF5}" type="presParOf" srcId="{45856193-C4B8-498D-B6BA-AC01DCBEE91E}" destId="{4A3A7654-FA58-4D7B-B008-0995BB0FEDCD}" srcOrd="0" destOrd="0" presId="urn:microsoft.com/office/officeart/2005/8/layout/list1"/>
    <dgm:cxn modelId="{60F95DBC-0406-4740-96A3-87396A6A4F47}" type="presParOf" srcId="{45856193-C4B8-498D-B6BA-AC01DCBEE91E}" destId="{3755F6E4-575A-4E6A-B574-B611E150BA63}" srcOrd="1" destOrd="0" presId="urn:microsoft.com/office/officeart/2005/8/layout/list1"/>
    <dgm:cxn modelId="{776C64AA-9E8D-4E86-B14C-47D86605F27D}" type="presParOf" srcId="{BD023DAA-69C6-4196-BAD0-9035656FF821}" destId="{DC48573C-2961-40EF-BC44-4229589C593B}" srcOrd="1" destOrd="0" presId="urn:microsoft.com/office/officeart/2005/8/layout/list1"/>
    <dgm:cxn modelId="{9E238993-E402-4C7A-B75F-DE48F0315CF0}" type="presParOf" srcId="{BD023DAA-69C6-4196-BAD0-9035656FF821}" destId="{53BC6CD0-A147-4782-BCB8-4CDB5986F7C0}" srcOrd="2" destOrd="0" presId="urn:microsoft.com/office/officeart/2005/8/layout/list1"/>
    <dgm:cxn modelId="{A7096ECA-24F2-4C0E-9C69-1DB68F8D0BB5}" type="presParOf" srcId="{BD023DAA-69C6-4196-BAD0-9035656FF821}" destId="{7AE9F5E0-6BC2-47A2-B3A1-0A2A1E7012A1}" srcOrd="3" destOrd="0" presId="urn:microsoft.com/office/officeart/2005/8/layout/list1"/>
    <dgm:cxn modelId="{2E6C582C-1A5C-4836-9F97-7B78E3A1CA48}" type="presParOf" srcId="{BD023DAA-69C6-4196-BAD0-9035656FF821}" destId="{E10DE29E-2554-4096-802F-6D73EBDED4B7}" srcOrd="4" destOrd="0" presId="urn:microsoft.com/office/officeart/2005/8/layout/list1"/>
    <dgm:cxn modelId="{9C231D91-9526-413F-819B-2855605B320E}" type="presParOf" srcId="{E10DE29E-2554-4096-802F-6D73EBDED4B7}" destId="{242790B9-3FA5-48E8-9814-916B95085AAF}" srcOrd="0" destOrd="0" presId="urn:microsoft.com/office/officeart/2005/8/layout/list1"/>
    <dgm:cxn modelId="{1B293DA1-FB3A-4CA2-9587-30305276630C}" type="presParOf" srcId="{E10DE29E-2554-4096-802F-6D73EBDED4B7}" destId="{EA72BFC2-4CFB-45A4-8E33-5F13A75B2C41}" srcOrd="1" destOrd="0" presId="urn:microsoft.com/office/officeart/2005/8/layout/list1"/>
    <dgm:cxn modelId="{5E9DC88D-9C26-43D6-80C9-1E9A55797586}" type="presParOf" srcId="{BD023DAA-69C6-4196-BAD0-9035656FF821}" destId="{F482A017-0C14-448C-8533-7FE9D358ABE2}" srcOrd="5" destOrd="0" presId="urn:microsoft.com/office/officeart/2005/8/layout/list1"/>
    <dgm:cxn modelId="{4655E9B0-EF65-45CB-9E27-87A48F56397D}" type="presParOf" srcId="{BD023DAA-69C6-4196-BAD0-9035656FF821}" destId="{27D2E33A-2BFE-45A0-BB83-EBC9BF82C54B}" srcOrd="6" destOrd="0" presId="urn:microsoft.com/office/officeart/2005/8/layout/list1"/>
    <dgm:cxn modelId="{F6084ED3-D45C-4CB7-8FEB-6E68395AEC0F}" type="presParOf" srcId="{BD023DAA-69C6-4196-BAD0-9035656FF821}" destId="{43A47711-B1D6-41F5-AEB2-13133A87CDD4}" srcOrd="7" destOrd="0" presId="urn:microsoft.com/office/officeart/2005/8/layout/list1"/>
    <dgm:cxn modelId="{E3F5DA45-6FDC-49C4-AA43-2EFD21162DE0}" type="presParOf" srcId="{BD023DAA-69C6-4196-BAD0-9035656FF821}" destId="{13556382-54F2-481F-A3C8-C1B579ED86F5}" srcOrd="8" destOrd="0" presId="urn:microsoft.com/office/officeart/2005/8/layout/list1"/>
    <dgm:cxn modelId="{C720535F-2B0F-457F-9D5C-B85608CFA69B}" type="presParOf" srcId="{13556382-54F2-481F-A3C8-C1B579ED86F5}" destId="{F4B59850-D59D-4614-974D-AFAAA954661C}" srcOrd="0" destOrd="0" presId="urn:microsoft.com/office/officeart/2005/8/layout/list1"/>
    <dgm:cxn modelId="{3BF14BB7-2297-4E97-86B8-8A5930919DAD}" type="presParOf" srcId="{13556382-54F2-481F-A3C8-C1B579ED86F5}" destId="{E1278D7B-1C2F-4E82-8AB2-9BA498BD854C}" srcOrd="1" destOrd="0" presId="urn:microsoft.com/office/officeart/2005/8/layout/list1"/>
    <dgm:cxn modelId="{DF8FD947-8AA2-45AA-98CC-1F868053E789}" type="presParOf" srcId="{BD023DAA-69C6-4196-BAD0-9035656FF821}" destId="{A8369758-D544-4DBE-8416-4A010955499A}" srcOrd="9" destOrd="0" presId="urn:microsoft.com/office/officeart/2005/8/layout/list1"/>
    <dgm:cxn modelId="{73ED6396-D4DA-4EB2-8129-72F76C9FEDB3}" type="presParOf" srcId="{BD023DAA-69C6-4196-BAD0-9035656FF821}" destId="{470C81C9-4185-4E54-95D1-B6878EE4C3D7}" srcOrd="10" destOrd="0" presId="urn:microsoft.com/office/officeart/2005/8/layout/list1"/>
    <dgm:cxn modelId="{9248644D-4167-4EE8-BFC7-F51E5EB7D1C8}" type="presParOf" srcId="{BD023DAA-69C6-4196-BAD0-9035656FF821}" destId="{75895672-6054-4364-AACC-D54BDE1929D4}" srcOrd="11" destOrd="0" presId="urn:microsoft.com/office/officeart/2005/8/layout/list1"/>
    <dgm:cxn modelId="{9FEB8BC9-3DB0-4909-8613-CAE2D25E0FB6}" type="presParOf" srcId="{BD023DAA-69C6-4196-BAD0-9035656FF821}" destId="{5433BA53-5167-4416-B866-23F1481AD101}" srcOrd="12" destOrd="0" presId="urn:microsoft.com/office/officeart/2005/8/layout/list1"/>
    <dgm:cxn modelId="{5787A192-FA8A-40C4-9A12-698E7688A0B4}" type="presParOf" srcId="{5433BA53-5167-4416-B866-23F1481AD101}" destId="{4116B349-707F-4AFE-9EE6-9F8E1BA6FF5E}" srcOrd="0" destOrd="0" presId="urn:microsoft.com/office/officeart/2005/8/layout/list1"/>
    <dgm:cxn modelId="{BB44B032-BBA9-4625-A865-69C99A2DBEDD}" type="presParOf" srcId="{5433BA53-5167-4416-B866-23F1481AD101}" destId="{2E3C5ED1-3911-4680-ADA0-5CDB5B68D6EB}" srcOrd="1" destOrd="0" presId="urn:microsoft.com/office/officeart/2005/8/layout/list1"/>
    <dgm:cxn modelId="{278EBAAC-00C0-4939-9557-0CAD30BD6378}" type="presParOf" srcId="{BD023DAA-69C6-4196-BAD0-9035656FF821}" destId="{48802110-A65C-4243-B077-77D7EBDC1CD1}" srcOrd="13" destOrd="0" presId="urn:microsoft.com/office/officeart/2005/8/layout/list1"/>
    <dgm:cxn modelId="{C329DF77-D999-4577-8655-E72B769746CD}" type="presParOf" srcId="{BD023DAA-69C6-4196-BAD0-9035656FF821}" destId="{3B95EC9D-AA99-4597-A261-7F2FAB984C92}" srcOrd="14" destOrd="0" presId="urn:microsoft.com/office/officeart/2005/8/layout/list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D36210BC-2CF8-4B3D-8F74-CE1613CE97B7}" type="doc">
      <dgm:prSet loTypeId="urn:microsoft.com/office/officeart/2005/8/layout/arrow5" loCatId="process" qsTypeId="urn:microsoft.com/office/officeart/2005/8/quickstyle/simple1" qsCatId="simple" csTypeId="urn:microsoft.com/office/officeart/2005/8/colors/accent0_3" csCatId="mainScheme" phldr="1"/>
      <dgm:spPr/>
      <dgm:t>
        <a:bodyPr/>
        <a:lstStyle/>
        <a:p>
          <a:endParaRPr lang="zh-CN" altLang="en-US"/>
        </a:p>
      </dgm:t>
    </dgm:pt>
    <dgm:pt modelId="{365289C0-E69F-4C7B-ADBC-05F07C2C858D}">
      <dgm:prSet phldrT="[文本]" custT="1"/>
      <dgm:spPr/>
      <dgm:t>
        <a:bodyPr/>
        <a:lstStyle/>
        <a:p>
          <a:r>
            <a:rPr lang="en-US" altLang="zh-CN" sz="3600" b="1" dirty="0">
              <a:solidFill>
                <a:srgbClr val="FF0000"/>
              </a:solidFill>
            </a:rPr>
            <a:t>M</a:t>
          </a:r>
          <a:r>
            <a:rPr lang="en-US" altLang="zh-CN" sz="2800" b="1" dirty="0">
              <a:solidFill>
                <a:schemeClr val="tx1"/>
              </a:solidFill>
            </a:rPr>
            <a:t>utually </a:t>
          </a:r>
          <a:r>
            <a:rPr lang="en-US" altLang="zh-CN" sz="3600" b="1" dirty="0">
              <a:solidFill>
                <a:srgbClr val="FF0000"/>
              </a:solidFill>
            </a:rPr>
            <a:t>E</a:t>
          </a:r>
          <a:r>
            <a:rPr lang="en-US" altLang="zh-CN" sz="2800" b="1" dirty="0">
              <a:solidFill>
                <a:schemeClr val="tx1"/>
              </a:solidFill>
            </a:rPr>
            <a:t>xclusive</a:t>
          </a:r>
          <a:endParaRPr lang="zh-CN" altLang="en-US" sz="2800" b="1" dirty="0">
            <a:solidFill>
              <a:schemeClr val="tx1"/>
            </a:solidFill>
          </a:endParaRPr>
        </a:p>
      </dgm:t>
    </dgm:pt>
    <dgm:pt modelId="{D7C38F38-75A1-4DE2-9BED-1A20622B5081}" cxnId="{5DB2092A-DE7C-4B50-9978-953FF09555EE}" type="parTrans">
      <dgm:prSet/>
      <dgm:spPr/>
      <dgm:t>
        <a:bodyPr/>
        <a:lstStyle/>
        <a:p>
          <a:endParaRPr lang="zh-CN" altLang="en-US" sz="1050" b="1"/>
        </a:p>
      </dgm:t>
    </dgm:pt>
    <dgm:pt modelId="{242C6F77-6F19-4E0D-A0E3-D4131B1A0D07}" cxnId="{5DB2092A-DE7C-4B50-9978-953FF09555EE}" type="sibTrans">
      <dgm:prSet/>
      <dgm:spPr/>
      <dgm:t>
        <a:bodyPr/>
        <a:lstStyle/>
        <a:p>
          <a:endParaRPr lang="zh-CN" altLang="en-US" sz="1050" b="1"/>
        </a:p>
      </dgm:t>
    </dgm:pt>
    <dgm:pt modelId="{2748CD92-9564-488D-BCF7-24D0C798C1EF}">
      <dgm:prSet phldrT="[文本]" custT="1"/>
      <dgm:spPr/>
      <dgm:t>
        <a:bodyPr/>
        <a:lstStyle/>
        <a:p>
          <a:r>
            <a:rPr lang="en-US" altLang="zh-CN" sz="3600" b="1" dirty="0">
              <a:solidFill>
                <a:srgbClr val="FF0000"/>
              </a:solidFill>
            </a:rPr>
            <a:t>C</a:t>
          </a:r>
          <a:r>
            <a:rPr lang="en-US" altLang="zh-CN" sz="2800" b="1" dirty="0">
              <a:solidFill>
                <a:schemeClr val="tx1"/>
              </a:solidFill>
            </a:rPr>
            <a:t>ollectively </a:t>
          </a:r>
          <a:r>
            <a:rPr lang="en-US" altLang="zh-CN" sz="3600" b="1" dirty="0">
              <a:solidFill>
                <a:srgbClr val="FF0000"/>
              </a:solidFill>
            </a:rPr>
            <a:t>E</a:t>
          </a:r>
          <a:r>
            <a:rPr lang="en-US" altLang="zh-CN" sz="2800" b="1" dirty="0">
              <a:solidFill>
                <a:schemeClr val="tx1"/>
              </a:solidFill>
            </a:rPr>
            <a:t>xhaustive</a:t>
          </a:r>
          <a:endParaRPr lang="zh-CN" altLang="en-US" sz="2800" b="1" dirty="0">
            <a:solidFill>
              <a:schemeClr val="tx1"/>
            </a:solidFill>
          </a:endParaRPr>
        </a:p>
      </dgm:t>
    </dgm:pt>
    <dgm:pt modelId="{8D428457-1CDF-41F0-9E52-81B9C07432FF}" cxnId="{C0F26956-134A-4827-B9D0-545ED178CD0A}" type="parTrans">
      <dgm:prSet/>
      <dgm:spPr/>
      <dgm:t>
        <a:bodyPr/>
        <a:lstStyle/>
        <a:p>
          <a:endParaRPr lang="zh-CN" altLang="en-US" sz="1050" b="1"/>
        </a:p>
      </dgm:t>
    </dgm:pt>
    <dgm:pt modelId="{6935C3B3-FF6B-4606-8B4D-9B19EF4F2E3A}" cxnId="{C0F26956-134A-4827-B9D0-545ED178CD0A}" type="sibTrans">
      <dgm:prSet/>
      <dgm:spPr/>
      <dgm:t>
        <a:bodyPr/>
        <a:lstStyle/>
        <a:p>
          <a:endParaRPr lang="zh-CN" altLang="en-US" sz="1050" b="1"/>
        </a:p>
      </dgm:t>
    </dgm:pt>
    <dgm:pt modelId="{F4556830-5D21-44A8-A799-82A3EB2CFF28}" type="pres">
      <dgm:prSet presAssocID="{D36210BC-2CF8-4B3D-8F74-CE1613CE97B7}" presName="diagram" presStyleCnt="0">
        <dgm:presLayoutVars>
          <dgm:dir/>
          <dgm:resizeHandles val="exact"/>
        </dgm:presLayoutVars>
      </dgm:prSet>
      <dgm:spPr/>
    </dgm:pt>
    <dgm:pt modelId="{352AD863-A755-4CF1-8E4D-3EBBC74F5C73}" type="pres">
      <dgm:prSet presAssocID="{365289C0-E69F-4C7B-ADBC-05F07C2C858D}" presName="arrow" presStyleLbl="node1" presStyleIdx="0" presStyleCnt="2">
        <dgm:presLayoutVars>
          <dgm:bulletEnabled val="1"/>
        </dgm:presLayoutVars>
      </dgm:prSet>
      <dgm:spPr/>
    </dgm:pt>
    <dgm:pt modelId="{BD8F330D-A1E3-4B51-B20E-502D4B6C62FE}" type="pres">
      <dgm:prSet presAssocID="{2748CD92-9564-488D-BCF7-24D0C798C1EF}" presName="arrow" presStyleLbl="node1" presStyleIdx="1" presStyleCnt="2">
        <dgm:presLayoutVars>
          <dgm:bulletEnabled val="1"/>
        </dgm:presLayoutVars>
      </dgm:prSet>
      <dgm:spPr/>
    </dgm:pt>
  </dgm:ptLst>
  <dgm:cxnLst>
    <dgm:cxn modelId="{5DB2092A-DE7C-4B50-9978-953FF09555EE}" srcId="{D36210BC-2CF8-4B3D-8F74-CE1613CE97B7}" destId="{365289C0-E69F-4C7B-ADBC-05F07C2C858D}" srcOrd="0" destOrd="0" parTransId="{D7C38F38-75A1-4DE2-9BED-1A20622B5081}" sibTransId="{242C6F77-6F19-4E0D-A0E3-D4131B1A0D07}"/>
    <dgm:cxn modelId="{13CB4062-0645-49FC-9907-92A065F80B0F}" type="presOf" srcId="{365289C0-E69F-4C7B-ADBC-05F07C2C858D}" destId="{352AD863-A755-4CF1-8E4D-3EBBC74F5C73}" srcOrd="0" destOrd="0" presId="urn:microsoft.com/office/officeart/2005/8/layout/arrow5"/>
    <dgm:cxn modelId="{C0F26956-134A-4827-B9D0-545ED178CD0A}" srcId="{D36210BC-2CF8-4B3D-8F74-CE1613CE97B7}" destId="{2748CD92-9564-488D-BCF7-24D0C798C1EF}" srcOrd="1" destOrd="0" parTransId="{8D428457-1CDF-41F0-9E52-81B9C07432FF}" sibTransId="{6935C3B3-FF6B-4606-8B4D-9B19EF4F2E3A}"/>
    <dgm:cxn modelId="{CC4FC288-CE0C-460B-A21E-2BF0F234ACBE}" type="presOf" srcId="{2748CD92-9564-488D-BCF7-24D0C798C1EF}" destId="{BD8F330D-A1E3-4B51-B20E-502D4B6C62FE}" srcOrd="0" destOrd="0" presId="urn:microsoft.com/office/officeart/2005/8/layout/arrow5"/>
    <dgm:cxn modelId="{7F86D8D8-DFD8-47C5-AC20-38CE0BAD8060}" type="presOf" srcId="{D36210BC-2CF8-4B3D-8F74-CE1613CE97B7}" destId="{F4556830-5D21-44A8-A799-82A3EB2CFF28}" srcOrd="0" destOrd="0" presId="urn:microsoft.com/office/officeart/2005/8/layout/arrow5"/>
    <dgm:cxn modelId="{55E1AF76-BDF2-415C-A14C-7749FD0D446A}" type="presParOf" srcId="{F4556830-5D21-44A8-A799-82A3EB2CFF28}" destId="{352AD863-A755-4CF1-8E4D-3EBBC74F5C73}" srcOrd="0" destOrd="0" presId="urn:microsoft.com/office/officeart/2005/8/layout/arrow5"/>
    <dgm:cxn modelId="{152B4DF3-525D-4058-9976-5E220ED3F772}" type="presParOf" srcId="{F4556830-5D21-44A8-A799-82A3EB2CFF28}" destId="{BD8F330D-A1E3-4B51-B20E-502D4B6C62FE}" srcOrd="1" destOrd="0" presId="urn:microsoft.com/office/officeart/2005/8/layout/arrow5"/>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F615DB35-EEEE-4AB5-B56F-08FC4B41153E}"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zh-CN" altLang="en-US"/>
        </a:p>
      </dgm:t>
    </dgm:pt>
    <dgm:pt modelId="{8CD2A057-4722-4F06-A13E-9D676106898D}">
      <dgm:prSet phldrT="[文本]"/>
      <dgm:spPr/>
      <dgm:t>
        <a:bodyPr/>
        <a:lstStyle/>
        <a:p>
          <a:r>
            <a:rPr lang="en-US" altLang="en-US" dirty="0"/>
            <a:t>1. </a:t>
          </a:r>
          <a:r>
            <a:rPr lang="zh-CN" altLang="en-US" dirty="0"/>
            <a:t>引言</a:t>
          </a:r>
        </a:p>
      </dgm:t>
    </dgm:pt>
    <dgm:pt modelId="{3430EABE-77C1-45F5-A273-D84557BFF0FA}" cxnId="{9380673F-CA78-4E2C-A680-CCE48F323484}" type="parTrans">
      <dgm:prSet/>
      <dgm:spPr/>
      <dgm:t>
        <a:bodyPr/>
        <a:lstStyle/>
        <a:p>
          <a:endParaRPr lang="zh-CN" altLang="en-US"/>
        </a:p>
      </dgm:t>
    </dgm:pt>
    <dgm:pt modelId="{84BC8DC8-1CA1-403A-B58C-A304131E35E7}" cxnId="{9380673F-CA78-4E2C-A680-CCE48F323484}" type="sibTrans">
      <dgm:prSet/>
      <dgm:spPr/>
      <dgm:t>
        <a:bodyPr/>
        <a:lstStyle/>
        <a:p>
          <a:endParaRPr lang="zh-CN" altLang="en-US"/>
        </a:p>
      </dgm:t>
    </dgm:pt>
    <dgm:pt modelId="{155DAACA-3553-4AB4-941D-1613E6C6AC97}">
      <dgm:prSet/>
      <dgm:spPr/>
      <dgm:t>
        <a:bodyPr/>
        <a:lstStyle/>
        <a:p>
          <a:r>
            <a:rPr lang="zh-CN" altLang="en-US" dirty="0"/>
            <a:t>项目管理的重要性</a:t>
          </a:r>
        </a:p>
      </dgm:t>
    </dgm:pt>
    <dgm:pt modelId="{2D3C364C-0194-4109-9E66-5628BEB6E774}" cxnId="{A0FED7D6-D4F6-47A3-BF64-DDEC8287FCE7}" type="parTrans">
      <dgm:prSet/>
      <dgm:spPr/>
      <dgm:t>
        <a:bodyPr/>
        <a:lstStyle/>
        <a:p>
          <a:endParaRPr lang="zh-CN" altLang="en-US"/>
        </a:p>
      </dgm:t>
    </dgm:pt>
    <dgm:pt modelId="{B864D8B1-D2AD-4BD8-9BA8-D3FF000EC55B}" cxnId="{A0FED7D6-D4F6-47A3-BF64-DDEC8287FCE7}" type="sibTrans">
      <dgm:prSet/>
      <dgm:spPr/>
      <dgm:t>
        <a:bodyPr/>
        <a:lstStyle/>
        <a:p>
          <a:endParaRPr lang="zh-CN" altLang="en-US"/>
        </a:p>
      </dgm:t>
    </dgm:pt>
    <dgm:pt modelId="{CFEB4A4B-0749-4675-AC39-B6BEBA1FB6A1}">
      <dgm:prSet/>
      <dgm:spPr/>
      <dgm:t>
        <a:bodyPr/>
        <a:lstStyle/>
        <a:p>
          <a:r>
            <a:rPr lang="zh-CN" altLang="en-US" dirty="0"/>
            <a:t>课程目标</a:t>
          </a:r>
        </a:p>
      </dgm:t>
    </dgm:pt>
    <dgm:pt modelId="{4B91D0A0-73BB-416F-AA07-4EBEAF2CBDFE}" cxnId="{06483E18-C655-4FD1-A49B-C06DDF8D19BE}" type="parTrans">
      <dgm:prSet/>
      <dgm:spPr/>
      <dgm:t>
        <a:bodyPr/>
        <a:lstStyle/>
        <a:p>
          <a:endParaRPr lang="zh-CN" altLang="en-US"/>
        </a:p>
      </dgm:t>
    </dgm:pt>
    <dgm:pt modelId="{295A1BC5-C232-4D48-B2C3-589735394B4B}" cxnId="{06483E18-C655-4FD1-A49B-C06DDF8D19BE}" type="sibTrans">
      <dgm:prSet/>
      <dgm:spPr/>
      <dgm:t>
        <a:bodyPr/>
        <a:lstStyle/>
        <a:p>
          <a:endParaRPr lang="zh-CN" altLang="en-US"/>
        </a:p>
      </dgm:t>
    </dgm:pt>
    <dgm:pt modelId="{4179305C-D9BC-4FA7-8BE0-C34BDE57E1FF}">
      <dgm:prSet/>
      <dgm:spPr/>
      <dgm:t>
        <a:bodyPr/>
        <a:lstStyle/>
        <a:p>
          <a:r>
            <a:rPr lang="en-US" altLang="en-US" dirty="0"/>
            <a:t>2. </a:t>
          </a:r>
          <a:r>
            <a:rPr lang="zh-CN" altLang="en-US" dirty="0"/>
            <a:t>项目管理基本概念</a:t>
          </a:r>
        </a:p>
      </dgm:t>
    </dgm:pt>
    <dgm:pt modelId="{491C8FDE-D629-471E-A867-DC3FD886965A}" cxnId="{7C8C5DEB-319E-4028-8796-61162CA94FF9}" type="parTrans">
      <dgm:prSet/>
      <dgm:spPr/>
      <dgm:t>
        <a:bodyPr/>
        <a:lstStyle/>
        <a:p>
          <a:endParaRPr lang="zh-CN" altLang="en-US"/>
        </a:p>
      </dgm:t>
    </dgm:pt>
    <dgm:pt modelId="{1B43BF01-CEC1-46F4-A388-722B2A27ED92}" cxnId="{7C8C5DEB-319E-4028-8796-61162CA94FF9}" type="sibTrans">
      <dgm:prSet/>
      <dgm:spPr/>
      <dgm:t>
        <a:bodyPr/>
        <a:lstStyle/>
        <a:p>
          <a:endParaRPr lang="zh-CN" altLang="en-US"/>
        </a:p>
      </dgm:t>
    </dgm:pt>
    <dgm:pt modelId="{C2AD54F1-0B0D-4D98-A464-07900CC7F8E4}">
      <dgm:prSet/>
      <dgm:spPr/>
      <dgm:t>
        <a:bodyPr/>
        <a:lstStyle/>
        <a:p>
          <a:r>
            <a:rPr lang="zh-CN" altLang="en-US" dirty="0"/>
            <a:t>项目的定义与特点</a:t>
          </a:r>
        </a:p>
      </dgm:t>
    </dgm:pt>
    <dgm:pt modelId="{09150DEB-0995-4039-93E5-D39CD4A9F9B9}" cxnId="{B17D8BB6-C4EE-484F-8891-7BF7D75A9B55}" type="parTrans">
      <dgm:prSet/>
      <dgm:spPr/>
      <dgm:t>
        <a:bodyPr/>
        <a:lstStyle/>
        <a:p>
          <a:endParaRPr lang="zh-CN" altLang="en-US"/>
        </a:p>
      </dgm:t>
    </dgm:pt>
    <dgm:pt modelId="{A2CE6C12-1F3C-4D11-B69C-8FC8DCAD04A1}" cxnId="{B17D8BB6-C4EE-484F-8891-7BF7D75A9B55}" type="sibTrans">
      <dgm:prSet/>
      <dgm:spPr/>
      <dgm:t>
        <a:bodyPr/>
        <a:lstStyle/>
        <a:p>
          <a:endParaRPr lang="zh-CN" altLang="en-US"/>
        </a:p>
      </dgm:t>
    </dgm:pt>
    <dgm:pt modelId="{33D71B9C-5693-404D-AECE-D23912DB9D27}">
      <dgm:prSet/>
      <dgm:spPr/>
      <dgm:t>
        <a:bodyPr/>
        <a:lstStyle/>
        <a:p>
          <a:r>
            <a:rPr lang="zh-CN" altLang="en-US" dirty="0"/>
            <a:t>项目相关方的角色与影响</a:t>
          </a:r>
        </a:p>
      </dgm:t>
    </dgm:pt>
    <dgm:pt modelId="{8475E35D-2A71-458F-A4AC-A31F7E10AC5F}" cxnId="{ED4153FE-B5B3-4AFC-84D6-565A7EEEA2B0}" type="parTrans">
      <dgm:prSet/>
      <dgm:spPr/>
      <dgm:t>
        <a:bodyPr/>
        <a:lstStyle/>
        <a:p>
          <a:endParaRPr lang="zh-CN" altLang="en-US"/>
        </a:p>
      </dgm:t>
    </dgm:pt>
    <dgm:pt modelId="{DBF14952-162D-45A1-95A1-25CEE01538C5}" cxnId="{ED4153FE-B5B3-4AFC-84D6-565A7EEEA2B0}" type="sibTrans">
      <dgm:prSet/>
      <dgm:spPr/>
      <dgm:t>
        <a:bodyPr/>
        <a:lstStyle/>
        <a:p>
          <a:endParaRPr lang="zh-CN" altLang="en-US"/>
        </a:p>
      </dgm:t>
    </dgm:pt>
    <dgm:pt modelId="{8E16D7F1-79F4-444F-BD75-FF26C5371886}">
      <dgm:prSet/>
      <dgm:spPr/>
      <dgm:t>
        <a:bodyPr/>
        <a:lstStyle/>
        <a:p>
          <a:r>
            <a:rPr lang="zh-CN" altLang="en-US" dirty="0"/>
            <a:t>项目三角形：范围、时间、成本</a:t>
          </a:r>
        </a:p>
      </dgm:t>
    </dgm:pt>
    <dgm:pt modelId="{CC30C505-BA3E-42D1-A662-2151DEA02B05}" cxnId="{8FC19421-BAE4-4EA4-BDE2-34B8B4D2AC4D}" type="parTrans">
      <dgm:prSet/>
      <dgm:spPr/>
      <dgm:t>
        <a:bodyPr/>
        <a:lstStyle/>
        <a:p>
          <a:endParaRPr lang="zh-CN" altLang="en-US"/>
        </a:p>
      </dgm:t>
    </dgm:pt>
    <dgm:pt modelId="{964AC231-6D91-44E2-857D-D422754DDC0C}" cxnId="{8FC19421-BAE4-4EA4-BDE2-34B8B4D2AC4D}" type="sibTrans">
      <dgm:prSet/>
      <dgm:spPr/>
      <dgm:t>
        <a:bodyPr/>
        <a:lstStyle/>
        <a:p>
          <a:endParaRPr lang="zh-CN" altLang="en-US"/>
        </a:p>
      </dgm:t>
    </dgm:pt>
    <dgm:pt modelId="{1775BD14-B130-4DCD-A1D3-33E5F9D363E1}">
      <dgm:prSet/>
      <dgm:spPr/>
      <dgm:t>
        <a:bodyPr/>
        <a:lstStyle/>
        <a:p>
          <a:r>
            <a:rPr lang="en-US" altLang="en-US" dirty="0"/>
            <a:t>3. </a:t>
          </a:r>
          <a:r>
            <a:rPr lang="zh-CN" altLang="en-US" dirty="0"/>
            <a:t>项目管理流程与结构</a:t>
          </a:r>
        </a:p>
      </dgm:t>
    </dgm:pt>
    <dgm:pt modelId="{CF5B1EB1-7F9A-4E54-B187-2B5E1E154EC3}" cxnId="{C652F4F5-A653-42A4-857E-1CC2D4F19DFD}" type="parTrans">
      <dgm:prSet/>
      <dgm:spPr/>
      <dgm:t>
        <a:bodyPr/>
        <a:lstStyle/>
        <a:p>
          <a:endParaRPr lang="zh-CN" altLang="en-US"/>
        </a:p>
      </dgm:t>
    </dgm:pt>
    <dgm:pt modelId="{A74E407F-A65C-44CC-B68B-9B66AEE3302C}" cxnId="{C652F4F5-A653-42A4-857E-1CC2D4F19DFD}" type="sibTrans">
      <dgm:prSet/>
      <dgm:spPr/>
      <dgm:t>
        <a:bodyPr/>
        <a:lstStyle/>
        <a:p>
          <a:endParaRPr lang="zh-CN" altLang="en-US"/>
        </a:p>
      </dgm:t>
    </dgm:pt>
    <dgm:pt modelId="{C694D2FA-AD1E-4200-BCB5-1009F4DDF171}">
      <dgm:prSet/>
      <dgm:spPr/>
      <dgm:t>
        <a:bodyPr/>
        <a:lstStyle/>
        <a:p>
          <a:r>
            <a:rPr lang="zh-CN" altLang="en-US" dirty="0"/>
            <a:t>项目管理知识体系概述</a:t>
          </a:r>
        </a:p>
      </dgm:t>
    </dgm:pt>
    <dgm:pt modelId="{D75C7E2F-1C12-4794-884E-2B60C561A393}" cxnId="{14D891AB-2F31-4A1D-AD88-88F4AC2D75E1}" type="parTrans">
      <dgm:prSet/>
      <dgm:spPr/>
      <dgm:t>
        <a:bodyPr/>
        <a:lstStyle/>
        <a:p>
          <a:endParaRPr lang="zh-CN" altLang="en-US"/>
        </a:p>
      </dgm:t>
    </dgm:pt>
    <dgm:pt modelId="{AB6C1409-313A-4B51-9006-FC9ECED08A4A}" cxnId="{14D891AB-2F31-4A1D-AD88-88F4AC2D75E1}" type="sibTrans">
      <dgm:prSet/>
      <dgm:spPr/>
      <dgm:t>
        <a:bodyPr/>
        <a:lstStyle/>
        <a:p>
          <a:endParaRPr lang="zh-CN" altLang="en-US"/>
        </a:p>
      </dgm:t>
    </dgm:pt>
    <dgm:pt modelId="{B3A0BEFB-1BDB-4040-8ED0-4172CFEE3322}">
      <dgm:prSet/>
      <dgm:spPr/>
      <dgm:t>
        <a:bodyPr/>
        <a:lstStyle/>
        <a:p>
          <a:r>
            <a:rPr lang="zh-CN" altLang="en-US" dirty="0"/>
            <a:t>项目管理流程的三个阶段：定义、计划、实施</a:t>
          </a:r>
        </a:p>
      </dgm:t>
    </dgm:pt>
    <dgm:pt modelId="{6718C9B8-04B9-4D31-99FD-ECD2CB213258}" cxnId="{C0C0ACF2-3484-4820-A6C6-09B477EC7EBF}" type="parTrans">
      <dgm:prSet/>
      <dgm:spPr/>
      <dgm:t>
        <a:bodyPr/>
        <a:lstStyle/>
        <a:p>
          <a:endParaRPr lang="zh-CN" altLang="en-US"/>
        </a:p>
      </dgm:t>
    </dgm:pt>
    <dgm:pt modelId="{50F0EC66-8518-4F21-9FEB-E18AECC18B40}" cxnId="{C0C0ACF2-3484-4820-A6C6-09B477EC7EBF}" type="sibTrans">
      <dgm:prSet/>
      <dgm:spPr/>
      <dgm:t>
        <a:bodyPr/>
        <a:lstStyle/>
        <a:p>
          <a:endParaRPr lang="zh-CN" altLang="en-US"/>
        </a:p>
      </dgm:t>
    </dgm:pt>
    <dgm:pt modelId="{ADE455D4-96B6-48DC-AE97-B15A5CC5572E}">
      <dgm:prSet/>
      <dgm:spPr/>
      <dgm:t>
        <a:bodyPr/>
        <a:lstStyle/>
        <a:p>
          <a:r>
            <a:rPr lang="zh-CN" altLang="en-US" dirty="0"/>
            <a:t>项目生命周期与方法论</a:t>
          </a:r>
        </a:p>
      </dgm:t>
    </dgm:pt>
    <dgm:pt modelId="{D0E59CC0-F93F-401F-BCB7-F0F473D8A340}" cxnId="{0D43AEB6-BD49-45A3-A28D-CD8619A7669F}" type="parTrans">
      <dgm:prSet/>
      <dgm:spPr/>
      <dgm:t>
        <a:bodyPr/>
        <a:lstStyle/>
        <a:p>
          <a:endParaRPr lang="zh-CN" altLang="en-US"/>
        </a:p>
      </dgm:t>
    </dgm:pt>
    <dgm:pt modelId="{484B1C20-AE08-4937-84A8-5D9CDC3F12B2}" cxnId="{0D43AEB6-BD49-45A3-A28D-CD8619A7669F}" type="sibTrans">
      <dgm:prSet/>
      <dgm:spPr/>
      <dgm:t>
        <a:bodyPr/>
        <a:lstStyle/>
        <a:p>
          <a:endParaRPr lang="zh-CN" altLang="en-US"/>
        </a:p>
      </dgm:t>
    </dgm:pt>
    <dgm:pt modelId="{5F46FDB2-8B9C-46FC-9C0A-FAC1A460E9CE}">
      <dgm:prSet/>
      <dgm:spPr/>
      <dgm:t>
        <a:bodyPr/>
        <a:lstStyle/>
        <a:p>
          <a:r>
            <a:rPr lang="en-US" altLang="en-US" dirty="0"/>
            <a:t>4. </a:t>
          </a:r>
          <a:r>
            <a:rPr lang="zh-CN" altLang="en-US" dirty="0"/>
            <a:t>启动阶段</a:t>
          </a:r>
        </a:p>
      </dgm:t>
    </dgm:pt>
    <dgm:pt modelId="{1617B4BB-71D7-47C2-BB7C-9F0AF97AD68F}" cxnId="{2A4CA83E-4DA2-44AE-BE50-D452EF1970AA}" type="parTrans">
      <dgm:prSet/>
      <dgm:spPr/>
      <dgm:t>
        <a:bodyPr/>
        <a:lstStyle/>
        <a:p>
          <a:endParaRPr lang="zh-CN" altLang="en-US"/>
        </a:p>
      </dgm:t>
    </dgm:pt>
    <dgm:pt modelId="{19958ED8-BBF4-4E58-B560-C45FA99BA6FE}" cxnId="{2A4CA83E-4DA2-44AE-BE50-D452EF1970AA}" type="sibTrans">
      <dgm:prSet/>
      <dgm:spPr/>
      <dgm:t>
        <a:bodyPr/>
        <a:lstStyle/>
        <a:p>
          <a:endParaRPr lang="zh-CN" altLang="en-US"/>
        </a:p>
      </dgm:t>
    </dgm:pt>
    <dgm:pt modelId="{AABBE0A4-9943-4BF2-B71E-191309CC95E3}">
      <dgm:prSet/>
      <dgm:spPr/>
      <dgm:t>
        <a:bodyPr/>
        <a:lstStyle/>
        <a:p>
          <a:r>
            <a:rPr lang="zh-CN" altLang="en-US" dirty="0"/>
            <a:t>项目目标的</a:t>
          </a:r>
          <a:r>
            <a:rPr lang="en-US" altLang="en-US" dirty="0"/>
            <a:t>SMART</a:t>
          </a:r>
          <a:r>
            <a:rPr lang="zh-CN" altLang="en-US" dirty="0"/>
            <a:t>原则</a:t>
          </a:r>
        </a:p>
      </dgm:t>
    </dgm:pt>
    <dgm:pt modelId="{1C96CB9B-9AD6-4306-8417-201BAE32F872}" cxnId="{14B61186-B463-4BCB-90B0-E5DB078E45FE}" type="parTrans">
      <dgm:prSet/>
      <dgm:spPr/>
      <dgm:t>
        <a:bodyPr/>
        <a:lstStyle/>
        <a:p>
          <a:endParaRPr lang="zh-CN" altLang="en-US"/>
        </a:p>
      </dgm:t>
    </dgm:pt>
    <dgm:pt modelId="{4AEBA3C7-2F6B-4C72-9441-35AE37F9E6D7}" cxnId="{14B61186-B463-4BCB-90B0-E5DB078E45FE}" type="sibTrans">
      <dgm:prSet/>
      <dgm:spPr/>
      <dgm:t>
        <a:bodyPr/>
        <a:lstStyle/>
        <a:p>
          <a:endParaRPr lang="zh-CN" altLang="en-US"/>
        </a:p>
      </dgm:t>
    </dgm:pt>
    <dgm:pt modelId="{9E6830FF-4519-4F9D-BBF1-2FFEB414CC9D}">
      <dgm:prSet/>
      <dgm:spPr/>
      <dgm:t>
        <a:bodyPr/>
        <a:lstStyle/>
        <a:p>
          <a:r>
            <a:rPr lang="zh-CN" altLang="en-US" dirty="0"/>
            <a:t>工作分解结构（</a:t>
          </a:r>
          <a:r>
            <a:rPr lang="en-US" altLang="en-US" dirty="0"/>
            <a:t>WBS</a:t>
          </a:r>
          <a:r>
            <a:rPr lang="zh-CN" altLang="en-US" dirty="0"/>
            <a:t>）的创建与验证</a:t>
          </a:r>
        </a:p>
      </dgm:t>
    </dgm:pt>
    <dgm:pt modelId="{AA29ACB3-55FA-4E4E-A473-453927517240}" cxnId="{47DDB68A-5E68-4200-9644-D87243D36D83}" type="parTrans">
      <dgm:prSet/>
      <dgm:spPr/>
      <dgm:t>
        <a:bodyPr/>
        <a:lstStyle/>
        <a:p>
          <a:endParaRPr lang="zh-CN" altLang="en-US"/>
        </a:p>
      </dgm:t>
    </dgm:pt>
    <dgm:pt modelId="{CD6213DC-62C0-4FD9-AEDC-F47DB8212F13}" cxnId="{47DDB68A-5E68-4200-9644-D87243D36D83}" type="sibTrans">
      <dgm:prSet/>
      <dgm:spPr/>
      <dgm:t>
        <a:bodyPr/>
        <a:lstStyle/>
        <a:p>
          <a:endParaRPr lang="zh-CN" altLang="en-US"/>
        </a:p>
      </dgm:t>
    </dgm:pt>
    <dgm:pt modelId="{F8EA75DB-460A-4165-B925-D4E4EB0C2E01}">
      <dgm:prSet/>
      <dgm:spPr/>
      <dgm:t>
        <a:bodyPr/>
        <a:lstStyle/>
        <a:p>
          <a:r>
            <a:rPr lang="zh-CN" altLang="en-US" dirty="0"/>
            <a:t>子项目与复杂项目的管理</a:t>
          </a:r>
        </a:p>
      </dgm:t>
    </dgm:pt>
    <dgm:pt modelId="{F21CE7E1-86B6-417E-A427-F94D8FFD2610}" cxnId="{247CB5FC-4E01-4C24-B9B6-5A41CCC66954}" type="parTrans">
      <dgm:prSet/>
      <dgm:spPr/>
      <dgm:t>
        <a:bodyPr/>
        <a:lstStyle/>
        <a:p>
          <a:endParaRPr lang="zh-CN" altLang="en-US"/>
        </a:p>
      </dgm:t>
    </dgm:pt>
    <dgm:pt modelId="{0C4890C1-93FE-4449-8B57-2FEFAC28901E}" cxnId="{247CB5FC-4E01-4C24-B9B6-5A41CCC66954}" type="sibTrans">
      <dgm:prSet/>
      <dgm:spPr/>
      <dgm:t>
        <a:bodyPr/>
        <a:lstStyle/>
        <a:p>
          <a:endParaRPr lang="zh-CN" altLang="en-US"/>
        </a:p>
      </dgm:t>
    </dgm:pt>
    <dgm:pt modelId="{AA49655E-AC21-4D52-9AE5-876E3DB89758}">
      <dgm:prSet/>
      <dgm:spPr/>
      <dgm:t>
        <a:bodyPr/>
        <a:lstStyle/>
        <a:p>
          <a:r>
            <a:rPr lang="en-US" altLang="en-US" dirty="0"/>
            <a:t>5. </a:t>
          </a:r>
          <a:r>
            <a:rPr lang="zh-CN" altLang="en-US" dirty="0"/>
            <a:t>规划阶段</a:t>
          </a:r>
        </a:p>
      </dgm:t>
    </dgm:pt>
    <dgm:pt modelId="{689985CF-898D-4169-81A1-0BAB3132A57C}" cxnId="{8D9BAEA4-28A2-4661-A978-69A050942F07}" type="parTrans">
      <dgm:prSet/>
      <dgm:spPr/>
      <dgm:t>
        <a:bodyPr/>
        <a:lstStyle/>
        <a:p>
          <a:endParaRPr lang="zh-CN" altLang="en-US"/>
        </a:p>
      </dgm:t>
    </dgm:pt>
    <dgm:pt modelId="{E2772ACF-DB3B-4737-B5F5-7B60BD939A8B}" cxnId="{8D9BAEA4-28A2-4661-A978-69A050942F07}" type="sibTrans">
      <dgm:prSet/>
      <dgm:spPr/>
      <dgm:t>
        <a:bodyPr/>
        <a:lstStyle/>
        <a:p>
          <a:endParaRPr lang="zh-CN" altLang="en-US"/>
        </a:p>
      </dgm:t>
    </dgm:pt>
    <dgm:pt modelId="{DFA681E0-BB81-405D-B376-D5EDAA1AE6DB}">
      <dgm:prSet/>
      <dgm:spPr/>
      <dgm:t>
        <a:bodyPr/>
        <a:lstStyle/>
        <a:p>
          <a:r>
            <a:rPr lang="zh-CN" altLang="en-US" dirty="0"/>
            <a:t>项目目标与项目计划的制定</a:t>
          </a:r>
        </a:p>
      </dgm:t>
    </dgm:pt>
    <dgm:pt modelId="{D0E3BD71-FA8F-4CF0-8287-A1AE26266207}" cxnId="{27DB02DA-3EE9-4878-9DEE-DD21D38CDD5B}" type="parTrans">
      <dgm:prSet/>
      <dgm:spPr/>
      <dgm:t>
        <a:bodyPr/>
        <a:lstStyle/>
        <a:p>
          <a:endParaRPr lang="zh-CN" altLang="en-US"/>
        </a:p>
      </dgm:t>
    </dgm:pt>
    <dgm:pt modelId="{F25704E0-CAB9-445A-9FAC-AC4D3B51C2F4}" cxnId="{27DB02DA-3EE9-4878-9DEE-DD21D38CDD5B}" type="sibTrans">
      <dgm:prSet/>
      <dgm:spPr/>
      <dgm:t>
        <a:bodyPr/>
        <a:lstStyle/>
        <a:p>
          <a:endParaRPr lang="zh-CN" altLang="en-US"/>
        </a:p>
      </dgm:t>
    </dgm:pt>
    <dgm:pt modelId="{1A0BEEE9-93B0-4173-B885-F24619DC3462}">
      <dgm:prSet/>
      <dgm:spPr/>
      <dgm:t>
        <a:bodyPr/>
        <a:lstStyle/>
        <a:p>
          <a:r>
            <a:rPr lang="zh-CN" altLang="en-US" dirty="0"/>
            <a:t>资源计划与成本核算</a:t>
          </a:r>
        </a:p>
      </dgm:t>
    </dgm:pt>
    <dgm:pt modelId="{822237F9-EE47-4A82-9CA3-BFF6E75F62A5}" cxnId="{C12F5D14-202D-4DF7-8836-FCF69400C455}" type="parTrans">
      <dgm:prSet/>
      <dgm:spPr/>
      <dgm:t>
        <a:bodyPr/>
        <a:lstStyle/>
        <a:p>
          <a:endParaRPr lang="zh-CN" altLang="en-US"/>
        </a:p>
      </dgm:t>
    </dgm:pt>
    <dgm:pt modelId="{027F515C-B04D-4CB6-8BCE-0F435E6594E4}" cxnId="{C12F5D14-202D-4DF7-8836-FCF69400C455}" type="sibTrans">
      <dgm:prSet/>
      <dgm:spPr/>
      <dgm:t>
        <a:bodyPr/>
        <a:lstStyle/>
        <a:p>
          <a:endParaRPr lang="zh-CN" altLang="en-US"/>
        </a:p>
      </dgm:t>
    </dgm:pt>
    <dgm:pt modelId="{7007D68C-5684-4A85-9642-EAC96A467240}">
      <dgm:prSet/>
      <dgm:spPr/>
      <dgm:t>
        <a:bodyPr/>
        <a:lstStyle/>
        <a:p>
          <a:r>
            <a:rPr lang="zh-CN" altLang="en-US" dirty="0"/>
            <a:t>工作顺序与网络图的绘制</a:t>
          </a:r>
        </a:p>
      </dgm:t>
    </dgm:pt>
    <dgm:pt modelId="{1DD66DFC-DCEA-49FA-A810-C7C002C36F15}" cxnId="{491EA417-7FC7-435F-B48F-A13D4EAE9FEE}" type="parTrans">
      <dgm:prSet/>
      <dgm:spPr/>
      <dgm:t>
        <a:bodyPr/>
        <a:lstStyle/>
        <a:p>
          <a:endParaRPr lang="zh-CN" altLang="en-US"/>
        </a:p>
      </dgm:t>
    </dgm:pt>
    <dgm:pt modelId="{D7D8A410-49C3-41A4-91C7-942E8DE8D9A7}" cxnId="{491EA417-7FC7-435F-B48F-A13D4EAE9FEE}" type="sibTrans">
      <dgm:prSet/>
      <dgm:spPr/>
      <dgm:t>
        <a:bodyPr/>
        <a:lstStyle/>
        <a:p>
          <a:endParaRPr lang="zh-CN" altLang="en-US"/>
        </a:p>
      </dgm:t>
    </dgm:pt>
    <dgm:pt modelId="{2AA38D31-B8B1-4B45-85B3-183BE455B6E6}">
      <dgm:prSet/>
      <dgm:spPr/>
      <dgm:t>
        <a:bodyPr/>
        <a:lstStyle/>
        <a:p>
          <a:r>
            <a:rPr lang="zh-CN" altLang="en-US" dirty="0"/>
            <a:t>关键路径的识别与分析</a:t>
          </a:r>
        </a:p>
      </dgm:t>
    </dgm:pt>
    <dgm:pt modelId="{ECCB906D-0E6D-4663-B8ED-C4AFC60B79D7}" cxnId="{9677F3FB-80E5-4C0C-92EE-7B05E80BB7C0}" type="parTrans">
      <dgm:prSet/>
      <dgm:spPr/>
      <dgm:t>
        <a:bodyPr/>
        <a:lstStyle/>
        <a:p>
          <a:endParaRPr lang="zh-CN" altLang="en-US"/>
        </a:p>
      </dgm:t>
    </dgm:pt>
    <dgm:pt modelId="{82C9DF18-7DD1-471B-8926-A5D5FB76B9DD}" cxnId="{9677F3FB-80E5-4C0C-92EE-7B05E80BB7C0}" type="sibTrans">
      <dgm:prSet/>
      <dgm:spPr/>
      <dgm:t>
        <a:bodyPr/>
        <a:lstStyle/>
        <a:p>
          <a:endParaRPr lang="zh-CN" altLang="en-US"/>
        </a:p>
      </dgm:t>
    </dgm:pt>
    <dgm:pt modelId="{54083B6D-96B2-4001-8014-CCBFD736493A}">
      <dgm:prSet/>
      <dgm:spPr/>
      <dgm:t>
        <a:bodyPr/>
        <a:lstStyle/>
        <a:p>
          <a:r>
            <a:rPr lang="zh-CN" altLang="en-US" dirty="0"/>
            <a:t>风险管理计划的制定与实施</a:t>
          </a:r>
        </a:p>
      </dgm:t>
    </dgm:pt>
    <dgm:pt modelId="{621D2103-E543-4471-9A7E-2D95BFEBE7A6}" cxnId="{97326442-F7DB-49BD-974D-3118AFF0DD9A}" type="parTrans">
      <dgm:prSet/>
      <dgm:spPr/>
      <dgm:t>
        <a:bodyPr/>
        <a:lstStyle/>
        <a:p>
          <a:endParaRPr lang="zh-CN" altLang="en-US"/>
        </a:p>
      </dgm:t>
    </dgm:pt>
    <dgm:pt modelId="{902B73B2-3A4E-4D35-AF0F-66C33101E6DF}" cxnId="{97326442-F7DB-49BD-974D-3118AFF0DD9A}" type="sibTrans">
      <dgm:prSet/>
      <dgm:spPr/>
      <dgm:t>
        <a:bodyPr/>
        <a:lstStyle/>
        <a:p>
          <a:endParaRPr lang="zh-CN" altLang="en-US"/>
        </a:p>
      </dgm:t>
    </dgm:pt>
    <dgm:pt modelId="{2D036551-9B83-4CC6-A86A-46554D8AEFF0}">
      <dgm:prSet/>
      <dgm:spPr/>
      <dgm:t>
        <a:bodyPr/>
        <a:lstStyle/>
        <a:p>
          <a:r>
            <a:rPr lang="zh-CN" altLang="en-US" dirty="0"/>
            <a:t>机会管理与潜在机会的发掘</a:t>
          </a:r>
        </a:p>
      </dgm:t>
    </dgm:pt>
    <dgm:pt modelId="{4C5AF63A-6F2F-4A23-8EAA-D9D682C2F0BB}" cxnId="{72535272-68B5-4DA9-B055-B4B975000ECC}" type="parTrans">
      <dgm:prSet/>
      <dgm:spPr/>
      <dgm:t>
        <a:bodyPr/>
        <a:lstStyle/>
        <a:p>
          <a:endParaRPr lang="zh-CN" altLang="en-US"/>
        </a:p>
      </dgm:t>
    </dgm:pt>
    <dgm:pt modelId="{8CC745F8-2D02-4FBA-BD9A-6BD308ECC9E9}" cxnId="{72535272-68B5-4DA9-B055-B4B975000ECC}" type="sibTrans">
      <dgm:prSet/>
      <dgm:spPr/>
      <dgm:t>
        <a:bodyPr/>
        <a:lstStyle/>
        <a:p>
          <a:endParaRPr lang="zh-CN" altLang="en-US"/>
        </a:p>
      </dgm:t>
    </dgm:pt>
    <dgm:pt modelId="{EBD6D830-231F-4719-BD03-702045224D23}" type="pres">
      <dgm:prSet presAssocID="{F615DB35-EEEE-4AB5-B56F-08FC4B41153E}" presName="linear" presStyleCnt="0">
        <dgm:presLayoutVars>
          <dgm:dir/>
          <dgm:animLvl val="lvl"/>
          <dgm:resizeHandles val="exact"/>
        </dgm:presLayoutVars>
      </dgm:prSet>
      <dgm:spPr/>
    </dgm:pt>
    <dgm:pt modelId="{4898F4E3-77FC-4255-A0CB-9AA40C8A47DE}" type="pres">
      <dgm:prSet presAssocID="{8CD2A057-4722-4F06-A13E-9D676106898D}" presName="parentLin" presStyleCnt="0"/>
      <dgm:spPr/>
    </dgm:pt>
    <dgm:pt modelId="{CC251DCA-05C4-4CF8-8BD0-CE17D998E79D}" type="pres">
      <dgm:prSet presAssocID="{8CD2A057-4722-4F06-A13E-9D676106898D}" presName="parentLeftMargin" presStyleLbl="node1" presStyleIdx="0" presStyleCnt="5"/>
      <dgm:spPr/>
    </dgm:pt>
    <dgm:pt modelId="{4BE67D07-2CEC-4DE8-AD5E-DDD7D322FC39}" type="pres">
      <dgm:prSet presAssocID="{8CD2A057-4722-4F06-A13E-9D676106898D}" presName="parentText" presStyleLbl="node1" presStyleIdx="0" presStyleCnt="5">
        <dgm:presLayoutVars>
          <dgm:chMax val="0"/>
          <dgm:bulletEnabled val="1"/>
        </dgm:presLayoutVars>
      </dgm:prSet>
      <dgm:spPr/>
    </dgm:pt>
    <dgm:pt modelId="{1EE6069A-D68D-4449-BECF-13D379ECA212}" type="pres">
      <dgm:prSet presAssocID="{8CD2A057-4722-4F06-A13E-9D676106898D}" presName="negativeSpace" presStyleCnt="0"/>
      <dgm:spPr/>
    </dgm:pt>
    <dgm:pt modelId="{211E9F1F-E4DF-43C2-8351-BB16DBEE3A92}" type="pres">
      <dgm:prSet presAssocID="{8CD2A057-4722-4F06-A13E-9D676106898D}" presName="childText" presStyleLbl="conFgAcc1" presStyleIdx="0" presStyleCnt="5">
        <dgm:presLayoutVars>
          <dgm:bulletEnabled val="1"/>
        </dgm:presLayoutVars>
      </dgm:prSet>
      <dgm:spPr/>
    </dgm:pt>
    <dgm:pt modelId="{4A8903DE-E144-4347-A2A4-A31B3D571E06}" type="pres">
      <dgm:prSet presAssocID="{84BC8DC8-1CA1-403A-B58C-A304131E35E7}" presName="spaceBetweenRectangles" presStyleCnt="0"/>
      <dgm:spPr/>
    </dgm:pt>
    <dgm:pt modelId="{D196754B-ABEA-494F-B2E4-DDBA2E8E3053}" type="pres">
      <dgm:prSet presAssocID="{4179305C-D9BC-4FA7-8BE0-C34BDE57E1FF}" presName="parentLin" presStyleCnt="0"/>
      <dgm:spPr/>
    </dgm:pt>
    <dgm:pt modelId="{E944E18B-9F2F-4EA6-874B-D39F9F4B37E9}" type="pres">
      <dgm:prSet presAssocID="{4179305C-D9BC-4FA7-8BE0-C34BDE57E1FF}" presName="parentLeftMargin" presStyleLbl="node1" presStyleIdx="0" presStyleCnt="5"/>
      <dgm:spPr/>
    </dgm:pt>
    <dgm:pt modelId="{5FB0413C-35B7-4DCF-9F0C-E2FE058FDE6A}" type="pres">
      <dgm:prSet presAssocID="{4179305C-D9BC-4FA7-8BE0-C34BDE57E1FF}" presName="parentText" presStyleLbl="node1" presStyleIdx="1" presStyleCnt="5">
        <dgm:presLayoutVars>
          <dgm:chMax val="0"/>
          <dgm:bulletEnabled val="1"/>
        </dgm:presLayoutVars>
      </dgm:prSet>
      <dgm:spPr/>
    </dgm:pt>
    <dgm:pt modelId="{E57E88E9-64BC-4544-A04D-4BF741EC0CDC}" type="pres">
      <dgm:prSet presAssocID="{4179305C-D9BC-4FA7-8BE0-C34BDE57E1FF}" presName="negativeSpace" presStyleCnt="0"/>
      <dgm:spPr/>
    </dgm:pt>
    <dgm:pt modelId="{B899DC30-F1C2-42B2-A49E-40C00661E4B3}" type="pres">
      <dgm:prSet presAssocID="{4179305C-D9BC-4FA7-8BE0-C34BDE57E1FF}" presName="childText" presStyleLbl="conFgAcc1" presStyleIdx="1" presStyleCnt="5">
        <dgm:presLayoutVars>
          <dgm:bulletEnabled val="1"/>
        </dgm:presLayoutVars>
      </dgm:prSet>
      <dgm:spPr/>
    </dgm:pt>
    <dgm:pt modelId="{009DC45A-BB8D-41F0-98F5-4B4E079D90EE}" type="pres">
      <dgm:prSet presAssocID="{1B43BF01-CEC1-46F4-A388-722B2A27ED92}" presName="spaceBetweenRectangles" presStyleCnt="0"/>
      <dgm:spPr/>
    </dgm:pt>
    <dgm:pt modelId="{BBF03AFC-04A8-4674-8CD0-76E9778B8EA9}" type="pres">
      <dgm:prSet presAssocID="{1775BD14-B130-4DCD-A1D3-33E5F9D363E1}" presName="parentLin" presStyleCnt="0"/>
      <dgm:spPr/>
    </dgm:pt>
    <dgm:pt modelId="{B7D937EC-2021-4780-AC20-DBD121B3B6EF}" type="pres">
      <dgm:prSet presAssocID="{1775BD14-B130-4DCD-A1D3-33E5F9D363E1}" presName="parentLeftMargin" presStyleLbl="node1" presStyleIdx="1" presStyleCnt="5"/>
      <dgm:spPr/>
    </dgm:pt>
    <dgm:pt modelId="{98AD5124-3CF6-49F7-AC15-58BB2ECB7519}" type="pres">
      <dgm:prSet presAssocID="{1775BD14-B130-4DCD-A1D3-33E5F9D363E1}" presName="parentText" presStyleLbl="node1" presStyleIdx="2" presStyleCnt="5">
        <dgm:presLayoutVars>
          <dgm:chMax val="0"/>
          <dgm:bulletEnabled val="1"/>
        </dgm:presLayoutVars>
      </dgm:prSet>
      <dgm:spPr/>
    </dgm:pt>
    <dgm:pt modelId="{73F500A0-C081-4607-B5B6-D411E4371495}" type="pres">
      <dgm:prSet presAssocID="{1775BD14-B130-4DCD-A1D3-33E5F9D363E1}" presName="negativeSpace" presStyleCnt="0"/>
      <dgm:spPr/>
    </dgm:pt>
    <dgm:pt modelId="{DA89A198-BD03-417D-B8D8-F7EFC21869EA}" type="pres">
      <dgm:prSet presAssocID="{1775BD14-B130-4DCD-A1D3-33E5F9D363E1}" presName="childText" presStyleLbl="conFgAcc1" presStyleIdx="2" presStyleCnt="5">
        <dgm:presLayoutVars>
          <dgm:bulletEnabled val="1"/>
        </dgm:presLayoutVars>
      </dgm:prSet>
      <dgm:spPr/>
    </dgm:pt>
    <dgm:pt modelId="{97503A2C-CE2F-4C3D-87D5-49FC10B13DFE}" type="pres">
      <dgm:prSet presAssocID="{A74E407F-A65C-44CC-B68B-9B66AEE3302C}" presName="spaceBetweenRectangles" presStyleCnt="0"/>
      <dgm:spPr/>
    </dgm:pt>
    <dgm:pt modelId="{BAA004FF-C0B0-4AFB-AA97-B9EBE3DDA174}" type="pres">
      <dgm:prSet presAssocID="{5F46FDB2-8B9C-46FC-9C0A-FAC1A460E9CE}" presName="parentLin" presStyleCnt="0"/>
      <dgm:spPr/>
    </dgm:pt>
    <dgm:pt modelId="{432DF25F-3A95-4D33-8C20-7F68E409A3AD}" type="pres">
      <dgm:prSet presAssocID="{5F46FDB2-8B9C-46FC-9C0A-FAC1A460E9CE}" presName="parentLeftMargin" presStyleLbl="node1" presStyleIdx="2" presStyleCnt="5"/>
      <dgm:spPr/>
    </dgm:pt>
    <dgm:pt modelId="{32643C36-3F64-498C-8C0D-B7F3E31E4C1E}" type="pres">
      <dgm:prSet presAssocID="{5F46FDB2-8B9C-46FC-9C0A-FAC1A460E9CE}" presName="parentText" presStyleLbl="node1" presStyleIdx="3" presStyleCnt="5">
        <dgm:presLayoutVars>
          <dgm:chMax val="0"/>
          <dgm:bulletEnabled val="1"/>
        </dgm:presLayoutVars>
      </dgm:prSet>
      <dgm:spPr/>
    </dgm:pt>
    <dgm:pt modelId="{636BF5F7-BB86-4AD8-B50B-899CC5B3B2FC}" type="pres">
      <dgm:prSet presAssocID="{5F46FDB2-8B9C-46FC-9C0A-FAC1A460E9CE}" presName="negativeSpace" presStyleCnt="0"/>
      <dgm:spPr/>
    </dgm:pt>
    <dgm:pt modelId="{CC747699-772A-46CD-813C-CF194BD9B24B}" type="pres">
      <dgm:prSet presAssocID="{5F46FDB2-8B9C-46FC-9C0A-FAC1A460E9CE}" presName="childText" presStyleLbl="conFgAcc1" presStyleIdx="3" presStyleCnt="5">
        <dgm:presLayoutVars>
          <dgm:bulletEnabled val="1"/>
        </dgm:presLayoutVars>
      </dgm:prSet>
      <dgm:spPr/>
    </dgm:pt>
    <dgm:pt modelId="{B25047B6-B165-4119-BBD6-A691D2CB0670}" type="pres">
      <dgm:prSet presAssocID="{19958ED8-BBF4-4E58-B560-C45FA99BA6FE}" presName="spaceBetweenRectangles" presStyleCnt="0"/>
      <dgm:spPr/>
    </dgm:pt>
    <dgm:pt modelId="{93BD06D9-07E2-4928-B160-972175A1DF37}" type="pres">
      <dgm:prSet presAssocID="{AA49655E-AC21-4D52-9AE5-876E3DB89758}" presName="parentLin" presStyleCnt="0"/>
      <dgm:spPr/>
    </dgm:pt>
    <dgm:pt modelId="{28A3FD51-86D7-40D6-9D50-220B99F68E83}" type="pres">
      <dgm:prSet presAssocID="{AA49655E-AC21-4D52-9AE5-876E3DB89758}" presName="parentLeftMargin" presStyleLbl="node1" presStyleIdx="3" presStyleCnt="5"/>
      <dgm:spPr/>
    </dgm:pt>
    <dgm:pt modelId="{179E6E21-51F0-484A-874B-F439FDB7A343}" type="pres">
      <dgm:prSet presAssocID="{AA49655E-AC21-4D52-9AE5-876E3DB89758}" presName="parentText" presStyleLbl="node1" presStyleIdx="4" presStyleCnt="5">
        <dgm:presLayoutVars>
          <dgm:chMax val="0"/>
          <dgm:bulletEnabled val="1"/>
        </dgm:presLayoutVars>
      </dgm:prSet>
      <dgm:spPr/>
    </dgm:pt>
    <dgm:pt modelId="{802E2DF7-A985-4320-A060-465BAA46A157}" type="pres">
      <dgm:prSet presAssocID="{AA49655E-AC21-4D52-9AE5-876E3DB89758}" presName="negativeSpace" presStyleCnt="0"/>
      <dgm:spPr/>
    </dgm:pt>
    <dgm:pt modelId="{398923F3-BF23-43A2-B30F-1E245ED93CBB}" type="pres">
      <dgm:prSet presAssocID="{AA49655E-AC21-4D52-9AE5-876E3DB89758}" presName="childText" presStyleLbl="conFgAcc1" presStyleIdx="4" presStyleCnt="5">
        <dgm:presLayoutVars>
          <dgm:bulletEnabled val="1"/>
        </dgm:presLayoutVars>
      </dgm:prSet>
      <dgm:spPr/>
    </dgm:pt>
  </dgm:ptLst>
  <dgm:cxnLst>
    <dgm:cxn modelId="{8D6C5506-39F6-4804-AC08-FDF38FC4A7C3}" type="presOf" srcId="{AA49655E-AC21-4D52-9AE5-876E3DB89758}" destId="{28A3FD51-86D7-40D6-9D50-220B99F68E83}" srcOrd="0" destOrd="0" presId="urn:microsoft.com/office/officeart/2005/8/layout/list1"/>
    <dgm:cxn modelId="{C12F5D14-202D-4DF7-8836-FCF69400C455}" srcId="{AA49655E-AC21-4D52-9AE5-876E3DB89758}" destId="{1A0BEEE9-93B0-4173-B885-F24619DC3462}" srcOrd="1" destOrd="0" parTransId="{822237F9-EE47-4A82-9CA3-BFF6E75F62A5}" sibTransId="{027F515C-B04D-4CB6-8BCE-0F435E6594E4}"/>
    <dgm:cxn modelId="{491EA417-7FC7-435F-B48F-A13D4EAE9FEE}" srcId="{AA49655E-AC21-4D52-9AE5-876E3DB89758}" destId="{7007D68C-5684-4A85-9642-EAC96A467240}" srcOrd="2" destOrd="0" parTransId="{1DD66DFC-DCEA-49FA-A810-C7C002C36F15}" sibTransId="{D7D8A410-49C3-41A4-91C7-942E8DE8D9A7}"/>
    <dgm:cxn modelId="{06483E18-C655-4FD1-A49B-C06DDF8D19BE}" srcId="{8CD2A057-4722-4F06-A13E-9D676106898D}" destId="{CFEB4A4B-0749-4675-AC39-B6BEBA1FB6A1}" srcOrd="1" destOrd="0" parTransId="{4B91D0A0-73BB-416F-AA07-4EBEAF2CBDFE}" sibTransId="{295A1BC5-C232-4D48-B2C3-589735394B4B}"/>
    <dgm:cxn modelId="{45D45A1E-6659-4FA1-A54F-E5FE8CE06006}" type="presOf" srcId="{1775BD14-B130-4DCD-A1D3-33E5F9D363E1}" destId="{98AD5124-3CF6-49F7-AC15-58BB2ECB7519}" srcOrd="1" destOrd="0" presId="urn:microsoft.com/office/officeart/2005/8/layout/list1"/>
    <dgm:cxn modelId="{A7A3BD1E-43B5-4B7C-915E-213584825F36}" type="presOf" srcId="{54083B6D-96B2-4001-8014-CCBFD736493A}" destId="{398923F3-BF23-43A2-B30F-1E245ED93CBB}" srcOrd="0" destOrd="4" presId="urn:microsoft.com/office/officeart/2005/8/layout/list1"/>
    <dgm:cxn modelId="{8FC19421-BAE4-4EA4-BDE2-34B8B4D2AC4D}" srcId="{4179305C-D9BC-4FA7-8BE0-C34BDE57E1FF}" destId="{8E16D7F1-79F4-444F-BD75-FF26C5371886}" srcOrd="2" destOrd="0" parTransId="{CC30C505-BA3E-42D1-A662-2151DEA02B05}" sibTransId="{964AC231-6D91-44E2-857D-D422754DDC0C}"/>
    <dgm:cxn modelId="{9D1E403D-5D44-4664-8A29-5E8B75B6E27D}" type="presOf" srcId="{C694D2FA-AD1E-4200-BCB5-1009F4DDF171}" destId="{DA89A198-BD03-417D-B8D8-F7EFC21869EA}" srcOrd="0" destOrd="0" presId="urn:microsoft.com/office/officeart/2005/8/layout/list1"/>
    <dgm:cxn modelId="{2A4CA83E-4DA2-44AE-BE50-D452EF1970AA}" srcId="{F615DB35-EEEE-4AB5-B56F-08FC4B41153E}" destId="{5F46FDB2-8B9C-46FC-9C0A-FAC1A460E9CE}" srcOrd="3" destOrd="0" parTransId="{1617B4BB-71D7-47C2-BB7C-9F0AF97AD68F}" sibTransId="{19958ED8-BBF4-4E58-B560-C45FA99BA6FE}"/>
    <dgm:cxn modelId="{9380673F-CA78-4E2C-A680-CCE48F323484}" srcId="{F615DB35-EEEE-4AB5-B56F-08FC4B41153E}" destId="{8CD2A057-4722-4F06-A13E-9D676106898D}" srcOrd="0" destOrd="0" parTransId="{3430EABE-77C1-45F5-A273-D84557BFF0FA}" sibTransId="{84BC8DC8-1CA1-403A-B58C-A304131E35E7}"/>
    <dgm:cxn modelId="{A36ECA3F-AAE7-45CD-9243-51E7336C42C2}" type="presOf" srcId="{5F46FDB2-8B9C-46FC-9C0A-FAC1A460E9CE}" destId="{432DF25F-3A95-4D33-8C20-7F68E409A3AD}" srcOrd="0" destOrd="0" presId="urn:microsoft.com/office/officeart/2005/8/layout/list1"/>
    <dgm:cxn modelId="{CFE6195E-A8E7-4FB9-AA4E-01F30CB76B54}" type="presOf" srcId="{DFA681E0-BB81-405D-B376-D5EDAA1AE6DB}" destId="{398923F3-BF23-43A2-B30F-1E245ED93CBB}" srcOrd="0" destOrd="0" presId="urn:microsoft.com/office/officeart/2005/8/layout/list1"/>
    <dgm:cxn modelId="{F38CAF41-A16A-47C3-9993-EFEE97F0709A}" type="presOf" srcId="{8E16D7F1-79F4-444F-BD75-FF26C5371886}" destId="{B899DC30-F1C2-42B2-A49E-40C00661E4B3}" srcOrd="0" destOrd="2" presId="urn:microsoft.com/office/officeart/2005/8/layout/list1"/>
    <dgm:cxn modelId="{97326442-F7DB-49BD-974D-3118AFF0DD9A}" srcId="{AA49655E-AC21-4D52-9AE5-876E3DB89758}" destId="{54083B6D-96B2-4001-8014-CCBFD736493A}" srcOrd="4" destOrd="0" parTransId="{621D2103-E543-4471-9A7E-2D95BFEBE7A6}" sibTransId="{902B73B2-3A4E-4D35-AF0F-66C33101E6DF}"/>
    <dgm:cxn modelId="{E85FDB47-CFA8-4450-B02B-E53D3B38517B}" type="presOf" srcId="{9E6830FF-4519-4F9D-BBF1-2FFEB414CC9D}" destId="{CC747699-772A-46CD-813C-CF194BD9B24B}" srcOrd="0" destOrd="1" presId="urn:microsoft.com/office/officeart/2005/8/layout/list1"/>
    <dgm:cxn modelId="{A2E84C4A-19E4-4835-BD76-4DC42335672D}" type="presOf" srcId="{2D036551-9B83-4CC6-A86A-46554D8AEFF0}" destId="{398923F3-BF23-43A2-B30F-1E245ED93CBB}" srcOrd="0" destOrd="5" presId="urn:microsoft.com/office/officeart/2005/8/layout/list1"/>
    <dgm:cxn modelId="{B4A1544A-B2F1-418E-BC20-E4EDC80518EA}" type="presOf" srcId="{5F46FDB2-8B9C-46FC-9C0A-FAC1A460E9CE}" destId="{32643C36-3F64-498C-8C0D-B7F3E31E4C1E}" srcOrd="1" destOrd="0" presId="urn:microsoft.com/office/officeart/2005/8/layout/list1"/>
    <dgm:cxn modelId="{94887C6C-B530-4AE8-A30B-1AAE8D56A285}" type="presOf" srcId="{ADE455D4-96B6-48DC-AE97-B15A5CC5572E}" destId="{DA89A198-BD03-417D-B8D8-F7EFC21869EA}" srcOrd="0" destOrd="2" presId="urn:microsoft.com/office/officeart/2005/8/layout/list1"/>
    <dgm:cxn modelId="{DDD5764E-3BDC-49E0-9C42-DCCBDD020223}" type="presOf" srcId="{AA49655E-AC21-4D52-9AE5-876E3DB89758}" destId="{179E6E21-51F0-484A-874B-F439FDB7A343}" srcOrd="1" destOrd="0" presId="urn:microsoft.com/office/officeart/2005/8/layout/list1"/>
    <dgm:cxn modelId="{72535272-68B5-4DA9-B055-B4B975000ECC}" srcId="{AA49655E-AC21-4D52-9AE5-876E3DB89758}" destId="{2D036551-9B83-4CC6-A86A-46554D8AEFF0}" srcOrd="5" destOrd="0" parTransId="{4C5AF63A-6F2F-4A23-8EAA-D9D682C2F0BB}" sibTransId="{8CC745F8-2D02-4FBA-BD9A-6BD308ECC9E9}"/>
    <dgm:cxn modelId="{7522BB72-E75C-4E09-B006-1DC849325EDD}" type="presOf" srcId="{8CD2A057-4722-4F06-A13E-9D676106898D}" destId="{CC251DCA-05C4-4CF8-8BD0-CE17D998E79D}" srcOrd="0" destOrd="0" presId="urn:microsoft.com/office/officeart/2005/8/layout/list1"/>
    <dgm:cxn modelId="{419F4F55-78D1-41F8-B21A-3CD183CF2F61}" type="presOf" srcId="{F8EA75DB-460A-4165-B925-D4E4EB0C2E01}" destId="{CC747699-772A-46CD-813C-CF194BD9B24B}" srcOrd="0" destOrd="2" presId="urn:microsoft.com/office/officeart/2005/8/layout/list1"/>
    <dgm:cxn modelId="{14B61186-B463-4BCB-90B0-E5DB078E45FE}" srcId="{5F46FDB2-8B9C-46FC-9C0A-FAC1A460E9CE}" destId="{AABBE0A4-9943-4BF2-B71E-191309CC95E3}" srcOrd="0" destOrd="0" parTransId="{1C96CB9B-9AD6-4306-8417-201BAE32F872}" sibTransId="{4AEBA3C7-2F6B-4C72-9441-35AE37F9E6D7}"/>
    <dgm:cxn modelId="{47DDB68A-5E68-4200-9644-D87243D36D83}" srcId="{5F46FDB2-8B9C-46FC-9C0A-FAC1A460E9CE}" destId="{9E6830FF-4519-4F9D-BBF1-2FFEB414CC9D}" srcOrd="1" destOrd="0" parTransId="{AA29ACB3-55FA-4E4E-A473-453927517240}" sibTransId="{CD6213DC-62C0-4FD9-AEDC-F47DB8212F13}"/>
    <dgm:cxn modelId="{512C6992-A87B-4698-AA75-2670BF3655AC}" type="presOf" srcId="{4179305C-D9BC-4FA7-8BE0-C34BDE57E1FF}" destId="{5FB0413C-35B7-4DCF-9F0C-E2FE058FDE6A}" srcOrd="1" destOrd="0" presId="urn:microsoft.com/office/officeart/2005/8/layout/list1"/>
    <dgm:cxn modelId="{5CAEC59C-F6C6-40A8-8134-9031BD83A745}" type="presOf" srcId="{1A0BEEE9-93B0-4173-B885-F24619DC3462}" destId="{398923F3-BF23-43A2-B30F-1E245ED93CBB}" srcOrd="0" destOrd="1" presId="urn:microsoft.com/office/officeart/2005/8/layout/list1"/>
    <dgm:cxn modelId="{A2F37DA3-F176-4A43-86FD-A9214C11E5B1}" type="presOf" srcId="{CFEB4A4B-0749-4675-AC39-B6BEBA1FB6A1}" destId="{211E9F1F-E4DF-43C2-8351-BB16DBEE3A92}" srcOrd="0" destOrd="1" presId="urn:microsoft.com/office/officeart/2005/8/layout/list1"/>
    <dgm:cxn modelId="{8D9BAEA4-28A2-4661-A978-69A050942F07}" srcId="{F615DB35-EEEE-4AB5-B56F-08FC4B41153E}" destId="{AA49655E-AC21-4D52-9AE5-876E3DB89758}" srcOrd="4" destOrd="0" parTransId="{689985CF-898D-4169-81A1-0BAB3132A57C}" sibTransId="{E2772ACF-DB3B-4737-B5F5-7B60BD939A8B}"/>
    <dgm:cxn modelId="{37DFEEA4-C447-4C14-83A6-E1CDC439A384}" type="presOf" srcId="{7007D68C-5684-4A85-9642-EAC96A467240}" destId="{398923F3-BF23-43A2-B30F-1E245ED93CBB}" srcOrd="0" destOrd="2" presId="urn:microsoft.com/office/officeart/2005/8/layout/list1"/>
    <dgm:cxn modelId="{18D817A8-5BDC-4E40-A47B-4530038A5FFC}" type="presOf" srcId="{4179305C-D9BC-4FA7-8BE0-C34BDE57E1FF}" destId="{E944E18B-9F2F-4EA6-874B-D39F9F4B37E9}" srcOrd="0" destOrd="0" presId="urn:microsoft.com/office/officeart/2005/8/layout/list1"/>
    <dgm:cxn modelId="{14D891AB-2F31-4A1D-AD88-88F4AC2D75E1}" srcId="{1775BD14-B130-4DCD-A1D3-33E5F9D363E1}" destId="{C694D2FA-AD1E-4200-BCB5-1009F4DDF171}" srcOrd="0" destOrd="0" parTransId="{D75C7E2F-1C12-4794-884E-2B60C561A393}" sibTransId="{AB6C1409-313A-4B51-9006-FC9ECED08A4A}"/>
    <dgm:cxn modelId="{B861C8AB-ECC5-4635-9726-47EDB2CD7E6A}" type="presOf" srcId="{AABBE0A4-9943-4BF2-B71E-191309CC95E3}" destId="{CC747699-772A-46CD-813C-CF194BD9B24B}" srcOrd="0" destOrd="0" presId="urn:microsoft.com/office/officeart/2005/8/layout/list1"/>
    <dgm:cxn modelId="{F57ECCAD-E3AE-4B71-B46D-A6805307B534}" type="presOf" srcId="{F615DB35-EEEE-4AB5-B56F-08FC4B41153E}" destId="{EBD6D830-231F-4719-BD03-702045224D23}" srcOrd="0" destOrd="0" presId="urn:microsoft.com/office/officeart/2005/8/layout/list1"/>
    <dgm:cxn modelId="{0EEFF6AE-FA48-4659-9A2C-B37D957FE833}" type="presOf" srcId="{8CD2A057-4722-4F06-A13E-9D676106898D}" destId="{4BE67D07-2CEC-4DE8-AD5E-DDD7D322FC39}" srcOrd="1" destOrd="0" presId="urn:microsoft.com/office/officeart/2005/8/layout/list1"/>
    <dgm:cxn modelId="{1CA1E6B4-24B0-4966-B408-2A2CAC444108}" type="presOf" srcId="{2AA38D31-B8B1-4B45-85B3-183BE455B6E6}" destId="{398923F3-BF23-43A2-B30F-1E245ED93CBB}" srcOrd="0" destOrd="3" presId="urn:microsoft.com/office/officeart/2005/8/layout/list1"/>
    <dgm:cxn modelId="{B17D8BB6-C4EE-484F-8891-7BF7D75A9B55}" srcId="{4179305C-D9BC-4FA7-8BE0-C34BDE57E1FF}" destId="{C2AD54F1-0B0D-4D98-A464-07900CC7F8E4}" srcOrd="0" destOrd="0" parTransId="{09150DEB-0995-4039-93E5-D39CD4A9F9B9}" sibTransId="{A2CE6C12-1F3C-4D11-B69C-8FC8DCAD04A1}"/>
    <dgm:cxn modelId="{0D43AEB6-BD49-45A3-A28D-CD8619A7669F}" srcId="{1775BD14-B130-4DCD-A1D3-33E5F9D363E1}" destId="{ADE455D4-96B6-48DC-AE97-B15A5CC5572E}" srcOrd="2" destOrd="0" parTransId="{D0E59CC0-F93F-401F-BCB7-F0F473D8A340}" sibTransId="{484B1C20-AE08-4937-84A8-5D9CDC3F12B2}"/>
    <dgm:cxn modelId="{796F0BBD-4095-4B15-84A1-DF7E8BED1B95}" type="presOf" srcId="{1775BD14-B130-4DCD-A1D3-33E5F9D363E1}" destId="{B7D937EC-2021-4780-AC20-DBD121B3B6EF}" srcOrd="0" destOrd="0" presId="urn:microsoft.com/office/officeart/2005/8/layout/list1"/>
    <dgm:cxn modelId="{C5E745D5-4394-47EE-AC0F-9ABFBA36FD78}" type="presOf" srcId="{B3A0BEFB-1BDB-4040-8ED0-4172CFEE3322}" destId="{DA89A198-BD03-417D-B8D8-F7EFC21869EA}" srcOrd="0" destOrd="1" presId="urn:microsoft.com/office/officeart/2005/8/layout/list1"/>
    <dgm:cxn modelId="{A0FED7D6-D4F6-47A3-BF64-DDEC8287FCE7}" srcId="{8CD2A057-4722-4F06-A13E-9D676106898D}" destId="{155DAACA-3553-4AB4-941D-1613E6C6AC97}" srcOrd="0" destOrd="0" parTransId="{2D3C364C-0194-4109-9E66-5628BEB6E774}" sibTransId="{B864D8B1-D2AD-4BD8-9BA8-D3FF000EC55B}"/>
    <dgm:cxn modelId="{27DB02DA-3EE9-4878-9DEE-DD21D38CDD5B}" srcId="{AA49655E-AC21-4D52-9AE5-876E3DB89758}" destId="{DFA681E0-BB81-405D-B376-D5EDAA1AE6DB}" srcOrd="0" destOrd="0" parTransId="{D0E3BD71-FA8F-4CF0-8287-A1AE26266207}" sibTransId="{F25704E0-CAB9-445A-9FAC-AC4D3B51C2F4}"/>
    <dgm:cxn modelId="{E19FB6E0-7005-4E32-B2E5-D0E7D646613A}" type="presOf" srcId="{155DAACA-3553-4AB4-941D-1613E6C6AC97}" destId="{211E9F1F-E4DF-43C2-8351-BB16DBEE3A92}" srcOrd="0" destOrd="0" presId="urn:microsoft.com/office/officeart/2005/8/layout/list1"/>
    <dgm:cxn modelId="{1BF4E0E0-6726-4259-A40C-93B8972348E6}" type="presOf" srcId="{C2AD54F1-0B0D-4D98-A464-07900CC7F8E4}" destId="{B899DC30-F1C2-42B2-A49E-40C00661E4B3}" srcOrd="0" destOrd="0" presId="urn:microsoft.com/office/officeart/2005/8/layout/list1"/>
    <dgm:cxn modelId="{7C8C5DEB-319E-4028-8796-61162CA94FF9}" srcId="{F615DB35-EEEE-4AB5-B56F-08FC4B41153E}" destId="{4179305C-D9BC-4FA7-8BE0-C34BDE57E1FF}" srcOrd="1" destOrd="0" parTransId="{491C8FDE-D629-471E-A867-DC3FD886965A}" sibTransId="{1B43BF01-CEC1-46F4-A388-722B2A27ED92}"/>
    <dgm:cxn modelId="{AFFBD0EB-A5DC-4B84-97F4-F063270A804A}" type="presOf" srcId="{33D71B9C-5693-404D-AECE-D23912DB9D27}" destId="{B899DC30-F1C2-42B2-A49E-40C00661E4B3}" srcOrd="0" destOrd="1" presId="urn:microsoft.com/office/officeart/2005/8/layout/list1"/>
    <dgm:cxn modelId="{C0C0ACF2-3484-4820-A6C6-09B477EC7EBF}" srcId="{1775BD14-B130-4DCD-A1D3-33E5F9D363E1}" destId="{B3A0BEFB-1BDB-4040-8ED0-4172CFEE3322}" srcOrd="1" destOrd="0" parTransId="{6718C9B8-04B9-4D31-99FD-ECD2CB213258}" sibTransId="{50F0EC66-8518-4F21-9FEB-E18AECC18B40}"/>
    <dgm:cxn modelId="{C652F4F5-A653-42A4-857E-1CC2D4F19DFD}" srcId="{F615DB35-EEEE-4AB5-B56F-08FC4B41153E}" destId="{1775BD14-B130-4DCD-A1D3-33E5F9D363E1}" srcOrd="2" destOrd="0" parTransId="{CF5B1EB1-7F9A-4E54-B187-2B5E1E154EC3}" sibTransId="{A74E407F-A65C-44CC-B68B-9B66AEE3302C}"/>
    <dgm:cxn modelId="{9677F3FB-80E5-4C0C-92EE-7B05E80BB7C0}" srcId="{AA49655E-AC21-4D52-9AE5-876E3DB89758}" destId="{2AA38D31-B8B1-4B45-85B3-183BE455B6E6}" srcOrd="3" destOrd="0" parTransId="{ECCB906D-0E6D-4663-B8ED-C4AFC60B79D7}" sibTransId="{82C9DF18-7DD1-471B-8926-A5D5FB76B9DD}"/>
    <dgm:cxn modelId="{247CB5FC-4E01-4C24-B9B6-5A41CCC66954}" srcId="{5F46FDB2-8B9C-46FC-9C0A-FAC1A460E9CE}" destId="{F8EA75DB-460A-4165-B925-D4E4EB0C2E01}" srcOrd="2" destOrd="0" parTransId="{F21CE7E1-86B6-417E-A427-F94D8FFD2610}" sibTransId="{0C4890C1-93FE-4449-8B57-2FEFAC28901E}"/>
    <dgm:cxn modelId="{ED4153FE-B5B3-4AFC-84D6-565A7EEEA2B0}" srcId="{4179305C-D9BC-4FA7-8BE0-C34BDE57E1FF}" destId="{33D71B9C-5693-404D-AECE-D23912DB9D27}" srcOrd="1" destOrd="0" parTransId="{8475E35D-2A71-458F-A4AC-A31F7E10AC5F}" sibTransId="{DBF14952-162D-45A1-95A1-25CEE01538C5}"/>
    <dgm:cxn modelId="{D533FC89-4CD0-4FC4-878C-497412A11FFE}" type="presParOf" srcId="{EBD6D830-231F-4719-BD03-702045224D23}" destId="{4898F4E3-77FC-4255-A0CB-9AA40C8A47DE}" srcOrd="0" destOrd="0" presId="urn:microsoft.com/office/officeart/2005/8/layout/list1"/>
    <dgm:cxn modelId="{83FBEF99-33A7-481B-874F-2DE7C5524EB2}" type="presParOf" srcId="{4898F4E3-77FC-4255-A0CB-9AA40C8A47DE}" destId="{CC251DCA-05C4-4CF8-8BD0-CE17D998E79D}" srcOrd="0" destOrd="0" presId="urn:microsoft.com/office/officeart/2005/8/layout/list1"/>
    <dgm:cxn modelId="{A3480085-156E-41DD-B44E-8923B490140C}" type="presParOf" srcId="{4898F4E3-77FC-4255-A0CB-9AA40C8A47DE}" destId="{4BE67D07-2CEC-4DE8-AD5E-DDD7D322FC39}" srcOrd="1" destOrd="0" presId="urn:microsoft.com/office/officeart/2005/8/layout/list1"/>
    <dgm:cxn modelId="{C74DF56C-ED9B-4702-9B7A-50A7884A7592}" type="presParOf" srcId="{EBD6D830-231F-4719-BD03-702045224D23}" destId="{1EE6069A-D68D-4449-BECF-13D379ECA212}" srcOrd="1" destOrd="0" presId="urn:microsoft.com/office/officeart/2005/8/layout/list1"/>
    <dgm:cxn modelId="{5AFF0886-911D-4F03-B54C-E284F18F38DB}" type="presParOf" srcId="{EBD6D830-231F-4719-BD03-702045224D23}" destId="{211E9F1F-E4DF-43C2-8351-BB16DBEE3A92}" srcOrd="2" destOrd="0" presId="urn:microsoft.com/office/officeart/2005/8/layout/list1"/>
    <dgm:cxn modelId="{BEF04221-2B0D-4D9A-AEC8-5F94A8350F95}" type="presParOf" srcId="{EBD6D830-231F-4719-BD03-702045224D23}" destId="{4A8903DE-E144-4347-A2A4-A31B3D571E06}" srcOrd="3" destOrd="0" presId="urn:microsoft.com/office/officeart/2005/8/layout/list1"/>
    <dgm:cxn modelId="{E1A7C986-6F30-438A-B42A-FA733CF11ED6}" type="presParOf" srcId="{EBD6D830-231F-4719-BD03-702045224D23}" destId="{D196754B-ABEA-494F-B2E4-DDBA2E8E3053}" srcOrd="4" destOrd="0" presId="urn:microsoft.com/office/officeart/2005/8/layout/list1"/>
    <dgm:cxn modelId="{82FBFE90-1E62-45BA-A809-6A79E77A0FA0}" type="presParOf" srcId="{D196754B-ABEA-494F-B2E4-DDBA2E8E3053}" destId="{E944E18B-9F2F-4EA6-874B-D39F9F4B37E9}" srcOrd="0" destOrd="0" presId="urn:microsoft.com/office/officeart/2005/8/layout/list1"/>
    <dgm:cxn modelId="{3B04B61B-5A42-48FA-BC7D-5FAAF7B02CF3}" type="presParOf" srcId="{D196754B-ABEA-494F-B2E4-DDBA2E8E3053}" destId="{5FB0413C-35B7-4DCF-9F0C-E2FE058FDE6A}" srcOrd="1" destOrd="0" presId="urn:microsoft.com/office/officeart/2005/8/layout/list1"/>
    <dgm:cxn modelId="{F1A15599-817F-4696-9066-9745F5BCB9D0}" type="presParOf" srcId="{EBD6D830-231F-4719-BD03-702045224D23}" destId="{E57E88E9-64BC-4544-A04D-4BF741EC0CDC}" srcOrd="5" destOrd="0" presId="urn:microsoft.com/office/officeart/2005/8/layout/list1"/>
    <dgm:cxn modelId="{AC162E5B-F450-498F-BB79-6606A90A747A}" type="presParOf" srcId="{EBD6D830-231F-4719-BD03-702045224D23}" destId="{B899DC30-F1C2-42B2-A49E-40C00661E4B3}" srcOrd="6" destOrd="0" presId="urn:microsoft.com/office/officeart/2005/8/layout/list1"/>
    <dgm:cxn modelId="{5CF534E5-D0E4-4020-A73B-782969F60733}" type="presParOf" srcId="{EBD6D830-231F-4719-BD03-702045224D23}" destId="{009DC45A-BB8D-41F0-98F5-4B4E079D90EE}" srcOrd="7" destOrd="0" presId="urn:microsoft.com/office/officeart/2005/8/layout/list1"/>
    <dgm:cxn modelId="{5F48E7B6-4A3C-43B5-98D2-49972F8F5F8D}" type="presParOf" srcId="{EBD6D830-231F-4719-BD03-702045224D23}" destId="{BBF03AFC-04A8-4674-8CD0-76E9778B8EA9}" srcOrd="8" destOrd="0" presId="urn:microsoft.com/office/officeart/2005/8/layout/list1"/>
    <dgm:cxn modelId="{5BCBFEE6-53D5-4742-B99F-79FFD750FF9E}" type="presParOf" srcId="{BBF03AFC-04A8-4674-8CD0-76E9778B8EA9}" destId="{B7D937EC-2021-4780-AC20-DBD121B3B6EF}" srcOrd="0" destOrd="0" presId="urn:microsoft.com/office/officeart/2005/8/layout/list1"/>
    <dgm:cxn modelId="{774AB8C8-ED93-4ABB-B883-244F71A4243F}" type="presParOf" srcId="{BBF03AFC-04A8-4674-8CD0-76E9778B8EA9}" destId="{98AD5124-3CF6-49F7-AC15-58BB2ECB7519}" srcOrd="1" destOrd="0" presId="urn:microsoft.com/office/officeart/2005/8/layout/list1"/>
    <dgm:cxn modelId="{417DFC6B-CA81-4DA9-86E5-B1E5851B36D2}" type="presParOf" srcId="{EBD6D830-231F-4719-BD03-702045224D23}" destId="{73F500A0-C081-4607-B5B6-D411E4371495}" srcOrd="9" destOrd="0" presId="urn:microsoft.com/office/officeart/2005/8/layout/list1"/>
    <dgm:cxn modelId="{6A15EAE5-5F5E-41E4-A1D1-FF98988A9E04}" type="presParOf" srcId="{EBD6D830-231F-4719-BD03-702045224D23}" destId="{DA89A198-BD03-417D-B8D8-F7EFC21869EA}" srcOrd="10" destOrd="0" presId="urn:microsoft.com/office/officeart/2005/8/layout/list1"/>
    <dgm:cxn modelId="{9A89C1F1-9338-449E-B7AB-362962AC23EE}" type="presParOf" srcId="{EBD6D830-231F-4719-BD03-702045224D23}" destId="{97503A2C-CE2F-4C3D-87D5-49FC10B13DFE}" srcOrd="11" destOrd="0" presId="urn:microsoft.com/office/officeart/2005/8/layout/list1"/>
    <dgm:cxn modelId="{B1484A5A-6918-4E58-861E-4E22CDA7802D}" type="presParOf" srcId="{EBD6D830-231F-4719-BD03-702045224D23}" destId="{BAA004FF-C0B0-4AFB-AA97-B9EBE3DDA174}" srcOrd="12" destOrd="0" presId="urn:microsoft.com/office/officeart/2005/8/layout/list1"/>
    <dgm:cxn modelId="{A5B59996-B547-49B2-BE53-AD884C3DF386}" type="presParOf" srcId="{BAA004FF-C0B0-4AFB-AA97-B9EBE3DDA174}" destId="{432DF25F-3A95-4D33-8C20-7F68E409A3AD}" srcOrd="0" destOrd="0" presId="urn:microsoft.com/office/officeart/2005/8/layout/list1"/>
    <dgm:cxn modelId="{117ADE97-EAA4-41A6-9355-2256086572D6}" type="presParOf" srcId="{BAA004FF-C0B0-4AFB-AA97-B9EBE3DDA174}" destId="{32643C36-3F64-498C-8C0D-B7F3E31E4C1E}" srcOrd="1" destOrd="0" presId="urn:microsoft.com/office/officeart/2005/8/layout/list1"/>
    <dgm:cxn modelId="{81F8C01C-DA5F-45D7-8972-5759FBB413F8}" type="presParOf" srcId="{EBD6D830-231F-4719-BD03-702045224D23}" destId="{636BF5F7-BB86-4AD8-B50B-899CC5B3B2FC}" srcOrd="13" destOrd="0" presId="urn:microsoft.com/office/officeart/2005/8/layout/list1"/>
    <dgm:cxn modelId="{8E2F80EA-9517-4D43-BDF3-21F7810E79AB}" type="presParOf" srcId="{EBD6D830-231F-4719-BD03-702045224D23}" destId="{CC747699-772A-46CD-813C-CF194BD9B24B}" srcOrd="14" destOrd="0" presId="urn:microsoft.com/office/officeart/2005/8/layout/list1"/>
    <dgm:cxn modelId="{E8390677-F298-40AD-8B15-6072522A513B}" type="presParOf" srcId="{EBD6D830-231F-4719-BD03-702045224D23}" destId="{B25047B6-B165-4119-BBD6-A691D2CB0670}" srcOrd="15" destOrd="0" presId="urn:microsoft.com/office/officeart/2005/8/layout/list1"/>
    <dgm:cxn modelId="{B2675E9F-357A-486B-84CC-DE3DB3464C4C}" type="presParOf" srcId="{EBD6D830-231F-4719-BD03-702045224D23}" destId="{93BD06D9-07E2-4928-B160-972175A1DF37}" srcOrd="16" destOrd="0" presId="urn:microsoft.com/office/officeart/2005/8/layout/list1"/>
    <dgm:cxn modelId="{A14297D9-4ECD-4A45-9DB3-E30B39D9CBD3}" type="presParOf" srcId="{93BD06D9-07E2-4928-B160-972175A1DF37}" destId="{28A3FD51-86D7-40D6-9D50-220B99F68E83}" srcOrd="0" destOrd="0" presId="urn:microsoft.com/office/officeart/2005/8/layout/list1"/>
    <dgm:cxn modelId="{05E594B6-6643-450C-AA96-185964D8AA5E}" type="presParOf" srcId="{93BD06D9-07E2-4928-B160-972175A1DF37}" destId="{179E6E21-51F0-484A-874B-F439FDB7A343}" srcOrd="1" destOrd="0" presId="urn:microsoft.com/office/officeart/2005/8/layout/list1"/>
    <dgm:cxn modelId="{D9C3327E-0C0C-4D2B-8C50-161193E75F13}" type="presParOf" srcId="{EBD6D830-231F-4719-BD03-702045224D23}" destId="{802E2DF7-A985-4320-A060-465BAA46A157}" srcOrd="17" destOrd="0" presId="urn:microsoft.com/office/officeart/2005/8/layout/list1"/>
    <dgm:cxn modelId="{A6E82303-6A05-45C4-B1E5-A78F5BE5E6BB}" type="presParOf" srcId="{EBD6D830-231F-4719-BD03-702045224D23}" destId="{398923F3-BF23-43A2-B30F-1E245ED93CBB}" srcOrd="18" destOrd="0" presId="urn:microsoft.com/office/officeart/2005/8/layout/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726BA73B-0847-4769-945C-DF9C876B2F3A}" type="doc">
      <dgm:prSet loTypeId="urn:microsoft.com/office/officeart/2005/8/layout/list1" loCatId="list" qsTypeId="urn:microsoft.com/office/officeart/2005/8/quickstyle/simple1" qsCatId="simple" csTypeId="urn:microsoft.com/office/officeart/2005/8/colors/colorful2" csCatId="colorful" phldr="1"/>
      <dgm:spPr/>
      <dgm:t>
        <a:bodyPr/>
        <a:lstStyle/>
        <a:p>
          <a:endParaRPr lang="zh-CN" altLang="en-US"/>
        </a:p>
      </dgm:t>
    </dgm:pt>
    <dgm:pt modelId="{C0DEDDF9-DEA5-4D95-8CAD-3C9279CF9CE4}">
      <dgm:prSet phldrT="[文本]"/>
      <dgm:spPr/>
      <dgm:t>
        <a:bodyPr/>
        <a:lstStyle/>
        <a:p>
          <a:r>
            <a:rPr lang="en-US" altLang="en-US"/>
            <a:t>6. </a:t>
          </a:r>
          <a:r>
            <a:rPr lang="zh-CN" altLang="en-US"/>
            <a:t>沟通管理</a:t>
          </a:r>
          <a:endParaRPr lang="zh-CN" altLang="en-US" dirty="0"/>
        </a:p>
      </dgm:t>
    </dgm:pt>
    <dgm:pt modelId="{975DA8A4-1C54-48B4-B89D-70731BC9C764}" cxnId="{CA12FA64-66D8-4AA6-8641-A492E334C3A8}" type="parTrans">
      <dgm:prSet/>
      <dgm:spPr/>
      <dgm:t>
        <a:bodyPr/>
        <a:lstStyle/>
        <a:p>
          <a:endParaRPr lang="zh-CN" altLang="en-US"/>
        </a:p>
      </dgm:t>
    </dgm:pt>
    <dgm:pt modelId="{452B9154-9027-4015-A4F6-07255F1DE768}" cxnId="{CA12FA64-66D8-4AA6-8641-A492E334C3A8}" type="sibTrans">
      <dgm:prSet/>
      <dgm:spPr/>
      <dgm:t>
        <a:bodyPr/>
        <a:lstStyle/>
        <a:p>
          <a:endParaRPr lang="zh-CN" altLang="en-US"/>
        </a:p>
      </dgm:t>
    </dgm:pt>
    <dgm:pt modelId="{A1A709B0-A70D-484D-B191-17950461E8F2}">
      <dgm:prSet phldrT="[文本]"/>
      <dgm:spPr/>
      <dgm:t>
        <a:bodyPr/>
        <a:lstStyle/>
        <a:p>
          <a:r>
            <a:rPr lang="zh-CN" altLang="en-US" dirty="0"/>
            <a:t>沟通的重要性与沟通计划</a:t>
          </a:r>
        </a:p>
      </dgm:t>
    </dgm:pt>
    <dgm:pt modelId="{43882A8C-4028-4B62-BC94-3CF9723A7CD8}" cxnId="{8184F6C8-C8AD-4E40-9038-503251E21B16}" type="parTrans">
      <dgm:prSet/>
      <dgm:spPr/>
      <dgm:t>
        <a:bodyPr/>
        <a:lstStyle/>
        <a:p>
          <a:endParaRPr lang="zh-CN" altLang="en-US"/>
        </a:p>
      </dgm:t>
    </dgm:pt>
    <dgm:pt modelId="{A9748BDB-85C7-461A-91EC-9DCB86F79038}" cxnId="{8184F6C8-C8AD-4E40-9038-503251E21B16}" type="sibTrans">
      <dgm:prSet/>
      <dgm:spPr/>
      <dgm:t>
        <a:bodyPr/>
        <a:lstStyle/>
        <a:p>
          <a:endParaRPr lang="zh-CN" altLang="en-US"/>
        </a:p>
      </dgm:t>
    </dgm:pt>
    <dgm:pt modelId="{21423197-6712-4EB7-8FD0-039F8875F70B}">
      <dgm:prSet phldrT="[文本]"/>
      <dgm:spPr/>
      <dgm:t>
        <a:bodyPr/>
        <a:lstStyle/>
        <a:p>
          <a:r>
            <a:rPr lang="zh-CN" altLang="en-US" dirty="0"/>
            <a:t>沟通方式的选择与应用</a:t>
          </a:r>
        </a:p>
      </dgm:t>
    </dgm:pt>
    <dgm:pt modelId="{99C6D6A7-EE85-4648-A21A-A715D0CA8EAC}" cxnId="{1603FC47-91C9-4340-85BD-0203BF18F795}" type="parTrans">
      <dgm:prSet/>
      <dgm:spPr/>
      <dgm:t>
        <a:bodyPr/>
        <a:lstStyle/>
        <a:p>
          <a:endParaRPr lang="zh-CN" altLang="en-US"/>
        </a:p>
      </dgm:t>
    </dgm:pt>
    <dgm:pt modelId="{240FE166-4300-49B4-8FA6-BC219039A7B1}" cxnId="{1603FC47-91C9-4340-85BD-0203BF18F795}" type="sibTrans">
      <dgm:prSet/>
      <dgm:spPr/>
      <dgm:t>
        <a:bodyPr/>
        <a:lstStyle/>
        <a:p>
          <a:endParaRPr lang="zh-CN" altLang="en-US"/>
        </a:p>
      </dgm:t>
    </dgm:pt>
    <dgm:pt modelId="{71BCE125-AD90-4B3E-9F89-2FBC6A8D348F}">
      <dgm:prSet phldrT="[文本]"/>
      <dgm:spPr/>
      <dgm:t>
        <a:bodyPr/>
        <a:lstStyle/>
        <a:p>
          <a:r>
            <a:rPr lang="zh-CN" altLang="en-US" dirty="0"/>
            <a:t>有效沟通的技巧与实践</a:t>
          </a:r>
        </a:p>
      </dgm:t>
    </dgm:pt>
    <dgm:pt modelId="{887AA556-8BD9-40D2-A925-31A12C5D37E4}" cxnId="{9D748985-DFB4-4D02-BE72-78A7B39BA357}" type="parTrans">
      <dgm:prSet/>
      <dgm:spPr/>
      <dgm:t>
        <a:bodyPr/>
        <a:lstStyle/>
        <a:p>
          <a:endParaRPr lang="zh-CN" altLang="en-US"/>
        </a:p>
      </dgm:t>
    </dgm:pt>
    <dgm:pt modelId="{98799B7F-EA6A-4498-94F0-B9D87B568180}" cxnId="{9D748985-DFB4-4D02-BE72-78A7B39BA357}" type="sibTrans">
      <dgm:prSet/>
      <dgm:spPr/>
      <dgm:t>
        <a:bodyPr/>
        <a:lstStyle/>
        <a:p>
          <a:endParaRPr lang="zh-CN" altLang="en-US"/>
        </a:p>
      </dgm:t>
    </dgm:pt>
    <dgm:pt modelId="{D88837C7-7721-4A10-8D0C-0691971AF94B}">
      <dgm:prSet phldrT="[文本]"/>
      <dgm:spPr/>
      <dgm:t>
        <a:bodyPr/>
        <a:lstStyle/>
        <a:p>
          <a:r>
            <a:rPr lang="zh-CN" altLang="en-US" dirty="0"/>
            <a:t>本质洞察、条理、同理心</a:t>
          </a:r>
        </a:p>
      </dgm:t>
    </dgm:pt>
    <dgm:pt modelId="{FBB097E2-BB97-4304-9D00-296FDD8E38F1}" cxnId="{F0B066BD-D321-481C-BEDE-FEE9DB6F113A}" type="parTrans">
      <dgm:prSet/>
      <dgm:spPr/>
      <dgm:t>
        <a:bodyPr/>
        <a:lstStyle/>
        <a:p>
          <a:endParaRPr lang="zh-CN" altLang="en-US"/>
        </a:p>
      </dgm:t>
    </dgm:pt>
    <dgm:pt modelId="{62237F78-CB56-4B76-B538-ED7C18AEC7F9}" cxnId="{F0B066BD-D321-481C-BEDE-FEE9DB6F113A}" type="sibTrans">
      <dgm:prSet/>
      <dgm:spPr/>
      <dgm:t>
        <a:bodyPr/>
        <a:lstStyle/>
        <a:p>
          <a:endParaRPr lang="zh-CN" altLang="en-US"/>
        </a:p>
      </dgm:t>
    </dgm:pt>
    <dgm:pt modelId="{6DBC33C5-90FF-4C3B-8EF9-81CD7BF5A72D}">
      <dgm:prSet phldrT="[文本]"/>
      <dgm:spPr/>
      <dgm:t>
        <a:bodyPr/>
        <a:lstStyle/>
        <a:p>
          <a:r>
            <a:rPr lang="zh-CN" altLang="en-US" dirty="0"/>
            <a:t>问题升级与解决策略</a:t>
          </a:r>
        </a:p>
      </dgm:t>
    </dgm:pt>
    <dgm:pt modelId="{F1900300-C190-4998-A87A-2B369B9A8A8B}" cxnId="{C1EE31CB-57A2-46C9-9260-B201FA36DD33}" type="parTrans">
      <dgm:prSet/>
      <dgm:spPr/>
      <dgm:t>
        <a:bodyPr/>
        <a:lstStyle/>
        <a:p>
          <a:endParaRPr lang="zh-CN" altLang="en-US"/>
        </a:p>
      </dgm:t>
    </dgm:pt>
    <dgm:pt modelId="{41F8DE7F-F374-413E-A791-3B6EA34863B7}" cxnId="{C1EE31CB-57A2-46C9-9260-B201FA36DD33}" type="sibTrans">
      <dgm:prSet/>
      <dgm:spPr/>
      <dgm:t>
        <a:bodyPr/>
        <a:lstStyle/>
        <a:p>
          <a:endParaRPr lang="zh-CN" altLang="en-US"/>
        </a:p>
      </dgm:t>
    </dgm:pt>
    <dgm:pt modelId="{30C290A3-2634-49A0-BEE5-51B158E5FED1}">
      <dgm:prSet phldrT="[文本]"/>
      <dgm:spPr/>
      <dgm:t>
        <a:bodyPr/>
        <a:lstStyle/>
        <a:p>
          <a:r>
            <a:rPr lang="en-US" altLang="en-US" dirty="0"/>
            <a:t>7. </a:t>
          </a:r>
          <a:r>
            <a:rPr lang="zh-CN" altLang="en-US" dirty="0"/>
            <a:t>执行阶段</a:t>
          </a:r>
        </a:p>
      </dgm:t>
    </dgm:pt>
    <dgm:pt modelId="{70CBF728-8C6D-45C6-A8D0-D36275AF0535}" cxnId="{E8D7631C-35DA-4660-B887-43719417712F}" type="parTrans">
      <dgm:prSet/>
      <dgm:spPr/>
      <dgm:t>
        <a:bodyPr/>
        <a:lstStyle/>
        <a:p>
          <a:endParaRPr lang="zh-CN" altLang="en-US"/>
        </a:p>
      </dgm:t>
    </dgm:pt>
    <dgm:pt modelId="{2E5DBAAB-9BA4-4350-8239-641893D37798}" cxnId="{E8D7631C-35DA-4660-B887-43719417712F}" type="sibTrans">
      <dgm:prSet/>
      <dgm:spPr/>
      <dgm:t>
        <a:bodyPr/>
        <a:lstStyle/>
        <a:p>
          <a:endParaRPr lang="zh-CN" altLang="en-US"/>
        </a:p>
      </dgm:t>
    </dgm:pt>
    <dgm:pt modelId="{22490549-0E95-4C9E-8D74-21CF3E8F8724}">
      <dgm:prSet/>
      <dgm:spPr/>
      <dgm:t>
        <a:bodyPr/>
        <a:lstStyle/>
        <a:p>
          <a:r>
            <a:rPr lang="zh-CN" altLang="en-US" dirty="0"/>
            <a:t>团队建设与沟通管理</a:t>
          </a:r>
        </a:p>
      </dgm:t>
    </dgm:pt>
    <dgm:pt modelId="{D300E2AE-9F50-4E25-974A-68C273EC73AD}" cxnId="{19F709A7-218D-4F30-87D1-8D84A6CB1797}" type="parTrans">
      <dgm:prSet/>
      <dgm:spPr/>
      <dgm:t>
        <a:bodyPr/>
        <a:lstStyle/>
        <a:p>
          <a:endParaRPr lang="zh-CN" altLang="en-US"/>
        </a:p>
      </dgm:t>
    </dgm:pt>
    <dgm:pt modelId="{B75D9E77-5BA6-435A-BF77-A5D7758C6073}" cxnId="{19F709A7-218D-4F30-87D1-8D84A6CB1797}" type="sibTrans">
      <dgm:prSet/>
      <dgm:spPr/>
      <dgm:t>
        <a:bodyPr/>
        <a:lstStyle/>
        <a:p>
          <a:endParaRPr lang="zh-CN" altLang="en-US"/>
        </a:p>
      </dgm:t>
    </dgm:pt>
    <dgm:pt modelId="{BFED0941-21AC-4D47-BCE7-8B1272B31072}">
      <dgm:prSet/>
      <dgm:spPr/>
      <dgm:t>
        <a:bodyPr/>
        <a:lstStyle/>
        <a:p>
          <a:r>
            <a:rPr lang="zh-CN" altLang="en-US" dirty="0"/>
            <a:t>项目启动会议的组织与执行</a:t>
          </a:r>
        </a:p>
      </dgm:t>
    </dgm:pt>
    <dgm:pt modelId="{89FCB536-E201-42C7-9A19-020F8A2AE1B7}" cxnId="{45FD8F61-4D57-4DA1-9E15-449F4A8DAD0A}" type="parTrans">
      <dgm:prSet/>
      <dgm:spPr/>
      <dgm:t>
        <a:bodyPr/>
        <a:lstStyle/>
        <a:p>
          <a:endParaRPr lang="zh-CN" altLang="en-US"/>
        </a:p>
      </dgm:t>
    </dgm:pt>
    <dgm:pt modelId="{6C0BA211-3216-438F-8A68-59F929BD44FC}" cxnId="{45FD8F61-4D57-4DA1-9E15-449F4A8DAD0A}" type="sibTrans">
      <dgm:prSet/>
      <dgm:spPr/>
      <dgm:t>
        <a:bodyPr/>
        <a:lstStyle/>
        <a:p>
          <a:endParaRPr lang="zh-CN" altLang="en-US"/>
        </a:p>
      </dgm:t>
    </dgm:pt>
    <dgm:pt modelId="{52E4B2A3-12CC-466B-9B08-190D1911B17A}">
      <dgm:prSet/>
      <dgm:spPr/>
      <dgm:t>
        <a:bodyPr/>
        <a:lstStyle/>
        <a:p>
          <a:r>
            <a:rPr lang="zh-CN" altLang="en-US" dirty="0"/>
            <a:t>变更管理的原则与实践</a:t>
          </a:r>
        </a:p>
      </dgm:t>
    </dgm:pt>
    <dgm:pt modelId="{91D55D7C-CCB6-4264-B3A7-7CCC630D1199}" cxnId="{40D3432F-3878-4BC3-81AB-0F2E0B9D7EF7}" type="parTrans">
      <dgm:prSet/>
      <dgm:spPr/>
      <dgm:t>
        <a:bodyPr/>
        <a:lstStyle/>
        <a:p>
          <a:endParaRPr lang="zh-CN" altLang="en-US"/>
        </a:p>
      </dgm:t>
    </dgm:pt>
    <dgm:pt modelId="{3FB7AD38-5C51-4E05-A58A-97AC42621FBD}" cxnId="{40D3432F-3878-4BC3-81AB-0F2E0B9D7EF7}" type="sibTrans">
      <dgm:prSet/>
      <dgm:spPr/>
      <dgm:t>
        <a:bodyPr/>
        <a:lstStyle/>
        <a:p>
          <a:endParaRPr lang="zh-CN" altLang="en-US"/>
        </a:p>
      </dgm:t>
    </dgm:pt>
    <dgm:pt modelId="{C2FAA058-6821-45BD-8079-52368DB22FBC}">
      <dgm:prSet/>
      <dgm:spPr/>
      <dgm:t>
        <a:bodyPr/>
        <a:lstStyle/>
        <a:p>
          <a:r>
            <a:rPr lang="zh-CN" altLang="en-US" dirty="0"/>
            <a:t>监督与控制项目进度</a:t>
          </a:r>
        </a:p>
      </dgm:t>
    </dgm:pt>
    <dgm:pt modelId="{57BB3D29-C184-4ACE-868B-D6C49255F379}" cxnId="{ECCAB67B-A1B3-4055-B313-86AF32D6548A}" type="parTrans">
      <dgm:prSet/>
      <dgm:spPr/>
      <dgm:t>
        <a:bodyPr/>
        <a:lstStyle/>
        <a:p>
          <a:endParaRPr lang="zh-CN" altLang="en-US"/>
        </a:p>
      </dgm:t>
    </dgm:pt>
    <dgm:pt modelId="{91BBED97-51B8-4383-976B-CFB98EBBDD5C}" cxnId="{ECCAB67B-A1B3-4055-B313-86AF32D6548A}" type="sibTrans">
      <dgm:prSet/>
      <dgm:spPr/>
      <dgm:t>
        <a:bodyPr/>
        <a:lstStyle/>
        <a:p>
          <a:endParaRPr lang="zh-CN" altLang="en-US"/>
        </a:p>
      </dgm:t>
    </dgm:pt>
    <dgm:pt modelId="{D108F93A-478C-43FE-93EA-3F70048C6F7F}">
      <dgm:prSet/>
      <dgm:spPr/>
      <dgm:t>
        <a:bodyPr/>
        <a:lstStyle/>
        <a:p>
          <a:r>
            <a:rPr lang="zh-CN" altLang="en-US" dirty="0"/>
            <a:t>里程碑的设定与检查</a:t>
          </a:r>
        </a:p>
      </dgm:t>
    </dgm:pt>
    <dgm:pt modelId="{9C5937F0-EAE3-410D-A5BA-3F4E403330B1}" cxnId="{FBFE8CF2-14FD-4746-BE4B-1E25DFE851FB}" type="parTrans">
      <dgm:prSet/>
      <dgm:spPr/>
      <dgm:t>
        <a:bodyPr/>
        <a:lstStyle/>
        <a:p>
          <a:endParaRPr lang="zh-CN" altLang="en-US"/>
        </a:p>
      </dgm:t>
    </dgm:pt>
    <dgm:pt modelId="{8F052DB6-68F1-42B9-A0E3-76CB495890CC}" cxnId="{FBFE8CF2-14FD-4746-BE4B-1E25DFE851FB}" type="sibTrans">
      <dgm:prSet/>
      <dgm:spPr/>
      <dgm:t>
        <a:bodyPr/>
        <a:lstStyle/>
        <a:p>
          <a:endParaRPr lang="zh-CN" altLang="en-US"/>
        </a:p>
      </dgm:t>
    </dgm:pt>
    <dgm:pt modelId="{C80E043F-3064-4C72-B674-8470501918A2}">
      <dgm:prSet/>
      <dgm:spPr/>
      <dgm:t>
        <a:bodyPr/>
        <a:lstStyle/>
        <a:p>
          <a:r>
            <a:rPr lang="zh-CN" altLang="en-US" dirty="0"/>
            <a:t>完工总结与经验教训的记录</a:t>
          </a:r>
        </a:p>
      </dgm:t>
    </dgm:pt>
    <dgm:pt modelId="{1D42139C-8077-4E04-95FB-929CEBFAF731}" cxnId="{510D0FF4-05AC-4580-B577-25C46762B9E6}" type="parTrans">
      <dgm:prSet/>
      <dgm:spPr/>
      <dgm:t>
        <a:bodyPr/>
        <a:lstStyle/>
        <a:p>
          <a:endParaRPr lang="zh-CN" altLang="en-US"/>
        </a:p>
      </dgm:t>
    </dgm:pt>
    <dgm:pt modelId="{917C243B-ECD7-4713-90D1-046622835BA6}" cxnId="{510D0FF4-05AC-4580-B577-25C46762B9E6}" type="sibTrans">
      <dgm:prSet/>
      <dgm:spPr/>
      <dgm:t>
        <a:bodyPr/>
        <a:lstStyle/>
        <a:p>
          <a:endParaRPr lang="zh-CN" altLang="en-US"/>
        </a:p>
      </dgm:t>
    </dgm:pt>
    <dgm:pt modelId="{101165AB-3E70-4A89-9D99-14DD179E209F}">
      <dgm:prSet/>
      <dgm:spPr/>
      <dgm:t>
        <a:bodyPr/>
        <a:lstStyle/>
        <a:p>
          <a:r>
            <a:rPr lang="en-US" altLang="en-US" dirty="0"/>
            <a:t>8. </a:t>
          </a:r>
          <a:r>
            <a:rPr lang="zh-CN" altLang="en-US" dirty="0"/>
            <a:t>案例分析与实践</a:t>
          </a:r>
        </a:p>
      </dgm:t>
    </dgm:pt>
    <dgm:pt modelId="{5E301E9C-C1D3-4441-8AC9-8FF45A96C2F3}" cxnId="{E3694F49-3FF6-48DF-BDEB-2814E972ECC7}" type="parTrans">
      <dgm:prSet/>
      <dgm:spPr/>
      <dgm:t>
        <a:bodyPr/>
        <a:lstStyle/>
        <a:p>
          <a:endParaRPr lang="zh-CN" altLang="en-US"/>
        </a:p>
      </dgm:t>
    </dgm:pt>
    <dgm:pt modelId="{19845A4A-F717-44C6-BEEE-E7BAF0E04913}" cxnId="{E3694F49-3FF6-48DF-BDEB-2814E972ECC7}" type="sibTrans">
      <dgm:prSet/>
      <dgm:spPr/>
      <dgm:t>
        <a:bodyPr/>
        <a:lstStyle/>
        <a:p>
          <a:endParaRPr lang="zh-CN" altLang="en-US"/>
        </a:p>
      </dgm:t>
    </dgm:pt>
    <dgm:pt modelId="{940C2BD5-A57A-4F81-B3C5-BE9247C77778}">
      <dgm:prSet/>
      <dgm:spPr/>
      <dgm:t>
        <a:bodyPr/>
        <a:lstStyle/>
        <a:p>
          <a:r>
            <a:rPr lang="zh-CN" altLang="en-US" dirty="0"/>
            <a:t>分析案例中项目管理的成功与失败因素</a:t>
          </a:r>
        </a:p>
      </dgm:t>
    </dgm:pt>
    <dgm:pt modelId="{5B0ED56E-1ECF-4F9D-BC97-697CCDF43C81}" cxnId="{550AB722-67AD-461C-AFDF-639F1E0A56D6}" type="parTrans">
      <dgm:prSet/>
      <dgm:spPr/>
      <dgm:t>
        <a:bodyPr/>
        <a:lstStyle/>
        <a:p>
          <a:endParaRPr lang="zh-CN" altLang="en-US"/>
        </a:p>
      </dgm:t>
    </dgm:pt>
    <dgm:pt modelId="{E07E4285-034E-456A-93F8-A5A23DAC157D}" cxnId="{550AB722-67AD-461C-AFDF-639F1E0A56D6}" type="sibTrans">
      <dgm:prSet/>
      <dgm:spPr/>
      <dgm:t>
        <a:bodyPr/>
        <a:lstStyle/>
        <a:p>
          <a:endParaRPr lang="zh-CN" altLang="en-US"/>
        </a:p>
      </dgm:t>
    </dgm:pt>
    <dgm:pt modelId="{E83C8779-069A-4032-84C0-0AF9E26C269D}">
      <dgm:prSet/>
      <dgm:spPr/>
      <dgm:t>
        <a:bodyPr/>
        <a:lstStyle/>
        <a:p>
          <a:r>
            <a:rPr lang="zh-CN" altLang="en-US" dirty="0"/>
            <a:t>讨论案例中的实践要点与改进措施</a:t>
          </a:r>
        </a:p>
      </dgm:t>
    </dgm:pt>
    <dgm:pt modelId="{697B8E07-727C-42DF-8F46-55509714592F}" cxnId="{A69E7A0F-A851-46AD-AD49-D1281D157DE0}" type="parTrans">
      <dgm:prSet/>
      <dgm:spPr/>
      <dgm:t>
        <a:bodyPr/>
        <a:lstStyle/>
        <a:p>
          <a:endParaRPr lang="zh-CN" altLang="en-US"/>
        </a:p>
      </dgm:t>
    </dgm:pt>
    <dgm:pt modelId="{BE3C572F-92B0-4069-84BB-1B8BAF971BD1}" cxnId="{A69E7A0F-A851-46AD-AD49-D1281D157DE0}" type="sibTrans">
      <dgm:prSet/>
      <dgm:spPr/>
      <dgm:t>
        <a:bodyPr/>
        <a:lstStyle/>
        <a:p>
          <a:endParaRPr lang="zh-CN" altLang="en-US"/>
        </a:p>
      </dgm:t>
    </dgm:pt>
    <dgm:pt modelId="{2D1C3DAC-C485-4257-BD91-28369AE38BB2}">
      <dgm:prSet/>
      <dgm:spPr/>
      <dgm:t>
        <a:bodyPr/>
        <a:lstStyle/>
        <a:p>
          <a:r>
            <a:rPr lang="en-US" altLang="en-US" dirty="0"/>
            <a:t>9. </a:t>
          </a:r>
          <a:r>
            <a:rPr lang="zh-CN" altLang="en-US" dirty="0"/>
            <a:t>课程总结和回顾</a:t>
          </a:r>
        </a:p>
      </dgm:t>
    </dgm:pt>
    <dgm:pt modelId="{F165B542-A9B9-4224-B0C4-30A48810D493}" cxnId="{76828E76-DA4E-41E7-8D9D-06838310848A}" type="parTrans">
      <dgm:prSet/>
      <dgm:spPr/>
      <dgm:t>
        <a:bodyPr/>
        <a:lstStyle/>
        <a:p>
          <a:endParaRPr lang="zh-CN" altLang="en-US"/>
        </a:p>
      </dgm:t>
    </dgm:pt>
    <dgm:pt modelId="{C7283D29-9165-417E-A984-28F08407F2CE}" cxnId="{76828E76-DA4E-41E7-8D9D-06838310848A}" type="sibTrans">
      <dgm:prSet/>
      <dgm:spPr/>
      <dgm:t>
        <a:bodyPr/>
        <a:lstStyle/>
        <a:p>
          <a:endParaRPr lang="zh-CN" altLang="en-US"/>
        </a:p>
      </dgm:t>
    </dgm:pt>
    <dgm:pt modelId="{647F3479-99AD-4DBB-8F42-5A028386AC15}">
      <dgm:prSet/>
      <dgm:spPr/>
      <dgm:t>
        <a:bodyPr/>
        <a:lstStyle/>
        <a:p>
          <a:r>
            <a:rPr lang="zh-CN" altLang="en-US" dirty="0"/>
            <a:t>回顾课程要点</a:t>
          </a:r>
        </a:p>
      </dgm:t>
    </dgm:pt>
    <dgm:pt modelId="{5896B469-88BD-4F32-88D0-4F49207BD716}" cxnId="{47340623-3B60-4E5E-A695-9809BB21A794}" type="parTrans">
      <dgm:prSet/>
      <dgm:spPr/>
      <dgm:t>
        <a:bodyPr/>
        <a:lstStyle/>
        <a:p>
          <a:endParaRPr lang="zh-CN" altLang="en-US"/>
        </a:p>
      </dgm:t>
    </dgm:pt>
    <dgm:pt modelId="{9BF9A01D-4001-4945-BF9B-C3B28C390E70}" cxnId="{47340623-3B60-4E5E-A695-9809BB21A794}" type="sibTrans">
      <dgm:prSet/>
      <dgm:spPr/>
      <dgm:t>
        <a:bodyPr/>
        <a:lstStyle/>
        <a:p>
          <a:endParaRPr lang="zh-CN" altLang="en-US"/>
        </a:p>
      </dgm:t>
    </dgm:pt>
    <dgm:pt modelId="{BD023DAA-69C6-4196-BAD0-9035656FF821}" type="pres">
      <dgm:prSet presAssocID="{726BA73B-0847-4769-945C-DF9C876B2F3A}" presName="linear" presStyleCnt="0">
        <dgm:presLayoutVars>
          <dgm:dir/>
          <dgm:animLvl val="lvl"/>
          <dgm:resizeHandles val="exact"/>
        </dgm:presLayoutVars>
      </dgm:prSet>
      <dgm:spPr/>
    </dgm:pt>
    <dgm:pt modelId="{45856193-C4B8-498D-B6BA-AC01DCBEE91E}" type="pres">
      <dgm:prSet presAssocID="{C0DEDDF9-DEA5-4D95-8CAD-3C9279CF9CE4}" presName="parentLin" presStyleCnt="0"/>
      <dgm:spPr/>
    </dgm:pt>
    <dgm:pt modelId="{4A3A7654-FA58-4D7B-B008-0995BB0FEDCD}" type="pres">
      <dgm:prSet presAssocID="{C0DEDDF9-DEA5-4D95-8CAD-3C9279CF9CE4}" presName="parentLeftMargin" presStyleLbl="node1" presStyleIdx="0" presStyleCnt="4"/>
      <dgm:spPr/>
    </dgm:pt>
    <dgm:pt modelId="{3755F6E4-575A-4E6A-B574-B611E150BA63}" type="pres">
      <dgm:prSet presAssocID="{C0DEDDF9-DEA5-4D95-8CAD-3C9279CF9CE4}" presName="parentText" presStyleLbl="node1" presStyleIdx="0" presStyleCnt="4">
        <dgm:presLayoutVars>
          <dgm:chMax val="0"/>
          <dgm:bulletEnabled val="1"/>
        </dgm:presLayoutVars>
      </dgm:prSet>
      <dgm:spPr/>
    </dgm:pt>
    <dgm:pt modelId="{DC48573C-2961-40EF-BC44-4229589C593B}" type="pres">
      <dgm:prSet presAssocID="{C0DEDDF9-DEA5-4D95-8CAD-3C9279CF9CE4}" presName="negativeSpace" presStyleCnt="0"/>
      <dgm:spPr/>
    </dgm:pt>
    <dgm:pt modelId="{53BC6CD0-A147-4782-BCB8-4CDB5986F7C0}" type="pres">
      <dgm:prSet presAssocID="{C0DEDDF9-DEA5-4D95-8CAD-3C9279CF9CE4}" presName="childText" presStyleLbl="conFgAcc1" presStyleIdx="0" presStyleCnt="4">
        <dgm:presLayoutVars>
          <dgm:bulletEnabled val="1"/>
        </dgm:presLayoutVars>
      </dgm:prSet>
      <dgm:spPr/>
    </dgm:pt>
    <dgm:pt modelId="{7AE9F5E0-6BC2-47A2-B3A1-0A2A1E7012A1}" type="pres">
      <dgm:prSet presAssocID="{452B9154-9027-4015-A4F6-07255F1DE768}" presName="spaceBetweenRectangles" presStyleCnt="0"/>
      <dgm:spPr/>
    </dgm:pt>
    <dgm:pt modelId="{09FBB907-839B-4DD4-8DFC-167655056208}" type="pres">
      <dgm:prSet presAssocID="{30C290A3-2634-49A0-BEE5-51B158E5FED1}" presName="parentLin" presStyleCnt="0"/>
      <dgm:spPr/>
    </dgm:pt>
    <dgm:pt modelId="{31BC1BB9-0F9C-45A6-9A03-F4A0209DAFAB}" type="pres">
      <dgm:prSet presAssocID="{30C290A3-2634-49A0-BEE5-51B158E5FED1}" presName="parentLeftMargin" presStyleLbl="node1" presStyleIdx="0" presStyleCnt="4"/>
      <dgm:spPr/>
    </dgm:pt>
    <dgm:pt modelId="{68726FB8-F850-484F-807C-5F548B93A76C}" type="pres">
      <dgm:prSet presAssocID="{30C290A3-2634-49A0-BEE5-51B158E5FED1}" presName="parentText" presStyleLbl="node1" presStyleIdx="1" presStyleCnt="4">
        <dgm:presLayoutVars>
          <dgm:chMax val="0"/>
          <dgm:bulletEnabled val="1"/>
        </dgm:presLayoutVars>
      </dgm:prSet>
      <dgm:spPr/>
    </dgm:pt>
    <dgm:pt modelId="{94678D5D-7A36-4D24-8978-EAF1EAA8D1B2}" type="pres">
      <dgm:prSet presAssocID="{30C290A3-2634-49A0-BEE5-51B158E5FED1}" presName="negativeSpace" presStyleCnt="0"/>
      <dgm:spPr/>
    </dgm:pt>
    <dgm:pt modelId="{38A95AAD-342D-465C-BA4B-05A2B7A5B54B}" type="pres">
      <dgm:prSet presAssocID="{30C290A3-2634-49A0-BEE5-51B158E5FED1}" presName="childText" presStyleLbl="conFgAcc1" presStyleIdx="1" presStyleCnt="4">
        <dgm:presLayoutVars>
          <dgm:bulletEnabled val="1"/>
        </dgm:presLayoutVars>
      </dgm:prSet>
      <dgm:spPr/>
    </dgm:pt>
    <dgm:pt modelId="{2F5501CB-D39B-4117-A211-AC860B5ED3D5}" type="pres">
      <dgm:prSet presAssocID="{2E5DBAAB-9BA4-4350-8239-641893D37798}" presName="spaceBetweenRectangles" presStyleCnt="0"/>
      <dgm:spPr/>
    </dgm:pt>
    <dgm:pt modelId="{235D0AA0-889B-47E4-9259-FB90BF16CD31}" type="pres">
      <dgm:prSet presAssocID="{101165AB-3E70-4A89-9D99-14DD179E209F}" presName="parentLin" presStyleCnt="0"/>
      <dgm:spPr/>
    </dgm:pt>
    <dgm:pt modelId="{E18CF805-F917-4A20-ADDB-DC5B4522FF9B}" type="pres">
      <dgm:prSet presAssocID="{101165AB-3E70-4A89-9D99-14DD179E209F}" presName="parentLeftMargin" presStyleLbl="node1" presStyleIdx="1" presStyleCnt="4"/>
      <dgm:spPr/>
    </dgm:pt>
    <dgm:pt modelId="{52F20966-0241-41AD-B0B6-611D0C6F34C4}" type="pres">
      <dgm:prSet presAssocID="{101165AB-3E70-4A89-9D99-14DD179E209F}" presName="parentText" presStyleLbl="node1" presStyleIdx="2" presStyleCnt="4">
        <dgm:presLayoutVars>
          <dgm:chMax val="0"/>
          <dgm:bulletEnabled val="1"/>
        </dgm:presLayoutVars>
      </dgm:prSet>
      <dgm:spPr/>
    </dgm:pt>
    <dgm:pt modelId="{DD0B4DBE-EE31-4777-8FA1-BF7B7B30E8A3}" type="pres">
      <dgm:prSet presAssocID="{101165AB-3E70-4A89-9D99-14DD179E209F}" presName="negativeSpace" presStyleCnt="0"/>
      <dgm:spPr/>
    </dgm:pt>
    <dgm:pt modelId="{859D7C8B-C7C2-464A-B1FC-1E711E567C29}" type="pres">
      <dgm:prSet presAssocID="{101165AB-3E70-4A89-9D99-14DD179E209F}" presName="childText" presStyleLbl="conFgAcc1" presStyleIdx="2" presStyleCnt="4">
        <dgm:presLayoutVars>
          <dgm:bulletEnabled val="1"/>
        </dgm:presLayoutVars>
      </dgm:prSet>
      <dgm:spPr/>
    </dgm:pt>
    <dgm:pt modelId="{469D764A-E4C5-499E-8CEE-7A9E66C11010}" type="pres">
      <dgm:prSet presAssocID="{19845A4A-F717-44C6-BEEE-E7BAF0E04913}" presName="spaceBetweenRectangles" presStyleCnt="0"/>
      <dgm:spPr/>
    </dgm:pt>
    <dgm:pt modelId="{11931491-0710-4DC0-BEEE-FBBCC7061379}" type="pres">
      <dgm:prSet presAssocID="{2D1C3DAC-C485-4257-BD91-28369AE38BB2}" presName="parentLin" presStyleCnt="0"/>
      <dgm:spPr/>
    </dgm:pt>
    <dgm:pt modelId="{8874B4E2-FE13-4910-9E0D-2B9BDB562421}" type="pres">
      <dgm:prSet presAssocID="{2D1C3DAC-C485-4257-BD91-28369AE38BB2}" presName="parentLeftMargin" presStyleLbl="node1" presStyleIdx="2" presStyleCnt="4"/>
      <dgm:spPr/>
    </dgm:pt>
    <dgm:pt modelId="{702E3781-5686-4E38-883A-7E2A33C0B2C6}" type="pres">
      <dgm:prSet presAssocID="{2D1C3DAC-C485-4257-BD91-28369AE38BB2}" presName="parentText" presStyleLbl="node1" presStyleIdx="3" presStyleCnt="4">
        <dgm:presLayoutVars>
          <dgm:chMax val="0"/>
          <dgm:bulletEnabled val="1"/>
        </dgm:presLayoutVars>
      </dgm:prSet>
      <dgm:spPr/>
    </dgm:pt>
    <dgm:pt modelId="{AF19B0E5-37B9-42DE-82B2-2EAEC82C531C}" type="pres">
      <dgm:prSet presAssocID="{2D1C3DAC-C485-4257-BD91-28369AE38BB2}" presName="negativeSpace" presStyleCnt="0"/>
      <dgm:spPr/>
    </dgm:pt>
    <dgm:pt modelId="{1AFA2BE4-8F25-429D-BE4A-CDC62FBFACBC}" type="pres">
      <dgm:prSet presAssocID="{2D1C3DAC-C485-4257-BD91-28369AE38BB2}" presName="childText" presStyleLbl="conFgAcc1" presStyleIdx="3" presStyleCnt="4">
        <dgm:presLayoutVars>
          <dgm:bulletEnabled val="1"/>
        </dgm:presLayoutVars>
      </dgm:prSet>
      <dgm:spPr/>
    </dgm:pt>
  </dgm:ptLst>
  <dgm:cxnLst>
    <dgm:cxn modelId="{A69E7A0F-A851-46AD-AD49-D1281D157DE0}" srcId="{101165AB-3E70-4A89-9D99-14DD179E209F}" destId="{E83C8779-069A-4032-84C0-0AF9E26C269D}" srcOrd="1" destOrd="0" parTransId="{697B8E07-727C-42DF-8F46-55509714592F}" sibTransId="{BE3C572F-92B0-4069-84BB-1B8BAF971BD1}"/>
    <dgm:cxn modelId="{4DD1CF10-25B8-42F8-9DCD-D94339A045A2}" type="presOf" srcId="{2D1C3DAC-C485-4257-BD91-28369AE38BB2}" destId="{8874B4E2-FE13-4910-9E0D-2B9BDB562421}" srcOrd="0" destOrd="0" presId="urn:microsoft.com/office/officeart/2005/8/layout/list1"/>
    <dgm:cxn modelId="{E8D7631C-35DA-4660-B887-43719417712F}" srcId="{726BA73B-0847-4769-945C-DF9C876B2F3A}" destId="{30C290A3-2634-49A0-BEE5-51B158E5FED1}" srcOrd="1" destOrd="0" parTransId="{70CBF728-8C6D-45C6-A8D0-D36275AF0535}" sibTransId="{2E5DBAAB-9BA4-4350-8239-641893D37798}"/>
    <dgm:cxn modelId="{550AB722-67AD-461C-AFDF-639F1E0A56D6}" srcId="{101165AB-3E70-4A89-9D99-14DD179E209F}" destId="{940C2BD5-A57A-4F81-B3C5-BE9247C77778}" srcOrd="0" destOrd="0" parTransId="{5B0ED56E-1ECF-4F9D-BC97-697CCDF43C81}" sibTransId="{E07E4285-034E-456A-93F8-A5A23DAC157D}"/>
    <dgm:cxn modelId="{47340623-3B60-4E5E-A695-9809BB21A794}" srcId="{2D1C3DAC-C485-4257-BD91-28369AE38BB2}" destId="{647F3479-99AD-4DBB-8F42-5A028386AC15}" srcOrd="0" destOrd="0" parTransId="{5896B469-88BD-4F32-88D0-4F49207BD716}" sibTransId="{9BF9A01D-4001-4945-BF9B-C3B28C390E70}"/>
    <dgm:cxn modelId="{F602E22D-C9C5-4A7F-90DD-59E8FE865782}" type="presOf" srcId="{647F3479-99AD-4DBB-8F42-5A028386AC15}" destId="{1AFA2BE4-8F25-429D-BE4A-CDC62FBFACBC}" srcOrd="0" destOrd="0" presId="urn:microsoft.com/office/officeart/2005/8/layout/list1"/>
    <dgm:cxn modelId="{40D3432F-3878-4BC3-81AB-0F2E0B9D7EF7}" srcId="{30C290A3-2634-49A0-BEE5-51B158E5FED1}" destId="{52E4B2A3-12CC-466B-9B08-190D1911B17A}" srcOrd="2" destOrd="0" parTransId="{91D55D7C-CCB6-4264-B3A7-7CCC630D1199}" sibTransId="{3FB7AD38-5C51-4E05-A58A-97AC42621FBD}"/>
    <dgm:cxn modelId="{30764030-B1D9-4FD7-8E36-3430E7C8F5B0}" type="presOf" srcId="{71BCE125-AD90-4B3E-9F89-2FBC6A8D348F}" destId="{53BC6CD0-A147-4782-BCB8-4CDB5986F7C0}" srcOrd="0" destOrd="2" presId="urn:microsoft.com/office/officeart/2005/8/layout/list1"/>
    <dgm:cxn modelId="{C2C9735D-D0E1-4FB1-A635-A3FB4DAC8CCE}" type="presOf" srcId="{C0DEDDF9-DEA5-4D95-8CAD-3C9279CF9CE4}" destId="{3755F6E4-575A-4E6A-B574-B611E150BA63}" srcOrd="1" destOrd="0" presId="urn:microsoft.com/office/officeart/2005/8/layout/list1"/>
    <dgm:cxn modelId="{E578AA5F-89EB-4611-A5DB-9C336E6DE7D5}" type="presOf" srcId="{BFED0941-21AC-4D47-BCE7-8B1272B31072}" destId="{38A95AAD-342D-465C-BA4B-05A2B7A5B54B}" srcOrd="0" destOrd="1" presId="urn:microsoft.com/office/officeart/2005/8/layout/list1"/>
    <dgm:cxn modelId="{45FD8F61-4D57-4DA1-9E15-449F4A8DAD0A}" srcId="{30C290A3-2634-49A0-BEE5-51B158E5FED1}" destId="{BFED0941-21AC-4D47-BCE7-8B1272B31072}" srcOrd="1" destOrd="0" parTransId="{89FCB536-E201-42C7-9A19-020F8A2AE1B7}" sibTransId="{6C0BA211-3216-438F-8A68-59F929BD44FC}"/>
    <dgm:cxn modelId="{2C228F42-3305-4899-8DB5-EC950CFFD4AD}" type="presOf" srcId="{E83C8779-069A-4032-84C0-0AF9E26C269D}" destId="{859D7C8B-C7C2-464A-B1FC-1E711E567C29}" srcOrd="0" destOrd="1" presId="urn:microsoft.com/office/officeart/2005/8/layout/list1"/>
    <dgm:cxn modelId="{CA12FA64-66D8-4AA6-8641-A492E334C3A8}" srcId="{726BA73B-0847-4769-945C-DF9C876B2F3A}" destId="{C0DEDDF9-DEA5-4D95-8CAD-3C9279CF9CE4}" srcOrd="0" destOrd="0" parTransId="{975DA8A4-1C54-48B4-B89D-70731BC9C764}" sibTransId="{452B9154-9027-4015-A4F6-07255F1DE768}"/>
    <dgm:cxn modelId="{1603FC47-91C9-4340-85BD-0203BF18F795}" srcId="{C0DEDDF9-DEA5-4D95-8CAD-3C9279CF9CE4}" destId="{21423197-6712-4EB7-8FD0-039F8875F70B}" srcOrd="1" destOrd="0" parTransId="{99C6D6A7-EE85-4648-A21A-A715D0CA8EAC}" sibTransId="{240FE166-4300-49B4-8FA6-BC219039A7B1}"/>
    <dgm:cxn modelId="{3E875448-E34A-430A-AA75-54700FB43DB9}" type="presOf" srcId="{A1A709B0-A70D-484D-B191-17950461E8F2}" destId="{53BC6CD0-A147-4782-BCB8-4CDB5986F7C0}" srcOrd="0" destOrd="0" presId="urn:microsoft.com/office/officeart/2005/8/layout/list1"/>
    <dgm:cxn modelId="{E3694F49-3FF6-48DF-BDEB-2814E972ECC7}" srcId="{726BA73B-0847-4769-945C-DF9C876B2F3A}" destId="{101165AB-3E70-4A89-9D99-14DD179E209F}" srcOrd="2" destOrd="0" parTransId="{5E301E9C-C1D3-4441-8AC9-8FF45A96C2F3}" sibTransId="{19845A4A-F717-44C6-BEEE-E7BAF0E04913}"/>
    <dgm:cxn modelId="{97E9376E-BE48-44BF-849D-E1E5DCBEB8C7}" type="presOf" srcId="{6DBC33C5-90FF-4C3B-8EF9-81CD7BF5A72D}" destId="{53BC6CD0-A147-4782-BCB8-4CDB5986F7C0}" srcOrd="0" destOrd="4" presId="urn:microsoft.com/office/officeart/2005/8/layout/list1"/>
    <dgm:cxn modelId="{501D5351-8F58-4493-9D4E-656833BE2828}" type="presOf" srcId="{D108F93A-478C-43FE-93EA-3F70048C6F7F}" destId="{38A95AAD-342D-465C-BA4B-05A2B7A5B54B}" srcOrd="0" destOrd="4" presId="urn:microsoft.com/office/officeart/2005/8/layout/list1"/>
    <dgm:cxn modelId="{CEAF6373-78FB-4F26-99E3-F110748813CB}" type="presOf" srcId="{D88837C7-7721-4A10-8D0C-0691971AF94B}" destId="{53BC6CD0-A147-4782-BCB8-4CDB5986F7C0}" srcOrd="0" destOrd="3" presId="urn:microsoft.com/office/officeart/2005/8/layout/list1"/>
    <dgm:cxn modelId="{EFEE2455-5369-43DA-9178-ADBF06FE7115}" type="presOf" srcId="{101165AB-3E70-4A89-9D99-14DD179E209F}" destId="{E18CF805-F917-4A20-ADDB-DC5B4522FF9B}" srcOrd="0" destOrd="0" presId="urn:microsoft.com/office/officeart/2005/8/layout/list1"/>
    <dgm:cxn modelId="{76828E76-DA4E-41E7-8D9D-06838310848A}" srcId="{726BA73B-0847-4769-945C-DF9C876B2F3A}" destId="{2D1C3DAC-C485-4257-BD91-28369AE38BB2}" srcOrd="3" destOrd="0" parTransId="{F165B542-A9B9-4224-B0C4-30A48810D493}" sibTransId="{C7283D29-9165-417E-A984-28F08407F2CE}"/>
    <dgm:cxn modelId="{ECCAB67B-A1B3-4055-B313-86AF32D6548A}" srcId="{30C290A3-2634-49A0-BEE5-51B158E5FED1}" destId="{C2FAA058-6821-45BD-8079-52368DB22FBC}" srcOrd="3" destOrd="0" parTransId="{57BB3D29-C184-4ACE-868B-D6C49255F379}" sibTransId="{91BBED97-51B8-4383-976B-CFB98EBBDD5C}"/>
    <dgm:cxn modelId="{9D748985-DFB4-4D02-BE72-78A7B39BA357}" srcId="{C0DEDDF9-DEA5-4D95-8CAD-3C9279CF9CE4}" destId="{71BCE125-AD90-4B3E-9F89-2FBC6A8D348F}" srcOrd="2" destOrd="0" parTransId="{887AA556-8BD9-40D2-A925-31A12C5D37E4}" sibTransId="{98799B7F-EA6A-4498-94F0-B9D87B568180}"/>
    <dgm:cxn modelId="{19F709A7-218D-4F30-87D1-8D84A6CB1797}" srcId="{30C290A3-2634-49A0-BEE5-51B158E5FED1}" destId="{22490549-0E95-4C9E-8D74-21CF3E8F8724}" srcOrd="0" destOrd="0" parTransId="{D300E2AE-9F50-4E25-974A-68C273EC73AD}" sibTransId="{B75D9E77-5BA6-435A-BF77-A5D7758C6073}"/>
    <dgm:cxn modelId="{2D20A9A7-B9A6-4BDF-A6A2-6CB66F683CA8}" type="presOf" srcId="{30C290A3-2634-49A0-BEE5-51B158E5FED1}" destId="{31BC1BB9-0F9C-45A6-9A03-F4A0209DAFAB}" srcOrd="0" destOrd="0" presId="urn:microsoft.com/office/officeart/2005/8/layout/list1"/>
    <dgm:cxn modelId="{CC9B3AAC-2FC3-42FB-9395-4AB62E8E4533}" type="presOf" srcId="{C80E043F-3064-4C72-B674-8470501918A2}" destId="{38A95AAD-342D-465C-BA4B-05A2B7A5B54B}" srcOrd="0" destOrd="5" presId="urn:microsoft.com/office/officeart/2005/8/layout/list1"/>
    <dgm:cxn modelId="{01AE9DAC-9CC4-46DC-A6CC-4FE30F7B0C25}" type="presOf" srcId="{101165AB-3E70-4A89-9D99-14DD179E209F}" destId="{52F20966-0241-41AD-B0B6-611D0C6F34C4}" srcOrd="1" destOrd="0" presId="urn:microsoft.com/office/officeart/2005/8/layout/list1"/>
    <dgm:cxn modelId="{36774EB6-692A-4CE7-8489-DD2C3082B39B}" type="presOf" srcId="{2D1C3DAC-C485-4257-BD91-28369AE38BB2}" destId="{702E3781-5686-4E38-883A-7E2A33C0B2C6}" srcOrd="1" destOrd="0" presId="urn:microsoft.com/office/officeart/2005/8/layout/list1"/>
    <dgm:cxn modelId="{394605B9-17F7-4B6C-B538-8FB8BB0D330C}" type="presOf" srcId="{726BA73B-0847-4769-945C-DF9C876B2F3A}" destId="{BD023DAA-69C6-4196-BAD0-9035656FF821}" srcOrd="0" destOrd="0" presId="urn:microsoft.com/office/officeart/2005/8/layout/list1"/>
    <dgm:cxn modelId="{F0B066BD-D321-481C-BEDE-FEE9DB6F113A}" srcId="{C0DEDDF9-DEA5-4D95-8CAD-3C9279CF9CE4}" destId="{D88837C7-7721-4A10-8D0C-0691971AF94B}" srcOrd="3" destOrd="0" parTransId="{FBB097E2-BB97-4304-9D00-296FDD8E38F1}" sibTransId="{62237F78-CB56-4B76-B538-ED7C18AEC7F9}"/>
    <dgm:cxn modelId="{8184F6C8-C8AD-4E40-9038-503251E21B16}" srcId="{C0DEDDF9-DEA5-4D95-8CAD-3C9279CF9CE4}" destId="{A1A709B0-A70D-484D-B191-17950461E8F2}" srcOrd="0" destOrd="0" parTransId="{43882A8C-4028-4B62-BC94-3CF9723A7CD8}" sibTransId="{A9748BDB-85C7-461A-91EC-9DCB86F79038}"/>
    <dgm:cxn modelId="{C1EE31CB-57A2-46C9-9260-B201FA36DD33}" srcId="{C0DEDDF9-DEA5-4D95-8CAD-3C9279CF9CE4}" destId="{6DBC33C5-90FF-4C3B-8EF9-81CD7BF5A72D}" srcOrd="4" destOrd="0" parTransId="{F1900300-C190-4998-A87A-2B369B9A8A8B}" sibTransId="{41F8DE7F-F374-413E-A791-3B6EA34863B7}"/>
    <dgm:cxn modelId="{75F561D7-BF83-42B7-9021-8CA941EA7FE9}" type="presOf" srcId="{52E4B2A3-12CC-466B-9B08-190D1911B17A}" destId="{38A95AAD-342D-465C-BA4B-05A2B7A5B54B}" srcOrd="0" destOrd="2" presId="urn:microsoft.com/office/officeart/2005/8/layout/list1"/>
    <dgm:cxn modelId="{EECA1AE3-C6C0-46FA-80E4-FF945CBDF260}" type="presOf" srcId="{30C290A3-2634-49A0-BEE5-51B158E5FED1}" destId="{68726FB8-F850-484F-807C-5F548B93A76C}" srcOrd="1" destOrd="0" presId="urn:microsoft.com/office/officeart/2005/8/layout/list1"/>
    <dgm:cxn modelId="{61BDC8E6-491E-4127-B7BB-ACD16051D2BE}" type="presOf" srcId="{C0DEDDF9-DEA5-4D95-8CAD-3C9279CF9CE4}" destId="{4A3A7654-FA58-4D7B-B008-0995BB0FEDCD}" srcOrd="0" destOrd="0" presId="urn:microsoft.com/office/officeart/2005/8/layout/list1"/>
    <dgm:cxn modelId="{FBFE8CF2-14FD-4746-BE4B-1E25DFE851FB}" srcId="{30C290A3-2634-49A0-BEE5-51B158E5FED1}" destId="{D108F93A-478C-43FE-93EA-3F70048C6F7F}" srcOrd="4" destOrd="0" parTransId="{9C5937F0-EAE3-410D-A5BA-3F4E403330B1}" sibTransId="{8F052DB6-68F1-42B9-A0E3-76CB495890CC}"/>
    <dgm:cxn modelId="{510D0FF4-05AC-4580-B577-25C46762B9E6}" srcId="{30C290A3-2634-49A0-BEE5-51B158E5FED1}" destId="{C80E043F-3064-4C72-B674-8470501918A2}" srcOrd="5" destOrd="0" parTransId="{1D42139C-8077-4E04-95FB-929CEBFAF731}" sibTransId="{917C243B-ECD7-4713-90D1-046622835BA6}"/>
    <dgm:cxn modelId="{E0B6E1F4-452D-4EAF-9472-02D1FF620210}" type="presOf" srcId="{940C2BD5-A57A-4F81-B3C5-BE9247C77778}" destId="{859D7C8B-C7C2-464A-B1FC-1E711E567C29}" srcOrd="0" destOrd="0" presId="urn:microsoft.com/office/officeart/2005/8/layout/list1"/>
    <dgm:cxn modelId="{88D8F8F7-20DA-484A-988D-A0B1A5BA8C1D}" type="presOf" srcId="{22490549-0E95-4C9E-8D74-21CF3E8F8724}" destId="{38A95AAD-342D-465C-BA4B-05A2B7A5B54B}" srcOrd="0" destOrd="0" presId="urn:microsoft.com/office/officeart/2005/8/layout/list1"/>
    <dgm:cxn modelId="{F65B46FA-62E8-46C1-BBB3-676B0D37AF15}" type="presOf" srcId="{21423197-6712-4EB7-8FD0-039F8875F70B}" destId="{53BC6CD0-A147-4782-BCB8-4CDB5986F7C0}" srcOrd="0" destOrd="1" presId="urn:microsoft.com/office/officeart/2005/8/layout/list1"/>
    <dgm:cxn modelId="{66203DFC-64D4-4EFB-AB36-936EDB202B47}" type="presOf" srcId="{C2FAA058-6821-45BD-8079-52368DB22FBC}" destId="{38A95AAD-342D-465C-BA4B-05A2B7A5B54B}" srcOrd="0" destOrd="3" presId="urn:microsoft.com/office/officeart/2005/8/layout/list1"/>
    <dgm:cxn modelId="{7A2FEF09-31CF-4FE6-9023-0666A609DBE5}" type="presParOf" srcId="{BD023DAA-69C6-4196-BAD0-9035656FF821}" destId="{45856193-C4B8-498D-B6BA-AC01DCBEE91E}" srcOrd="0" destOrd="0" presId="urn:microsoft.com/office/officeart/2005/8/layout/list1"/>
    <dgm:cxn modelId="{51161F13-0C03-4241-BC37-E58D184BADF5}" type="presParOf" srcId="{45856193-C4B8-498D-B6BA-AC01DCBEE91E}" destId="{4A3A7654-FA58-4D7B-B008-0995BB0FEDCD}" srcOrd="0" destOrd="0" presId="urn:microsoft.com/office/officeart/2005/8/layout/list1"/>
    <dgm:cxn modelId="{60F95DBC-0406-4740-96A3-87396A6A4F47}" type="presParOf" srcId="{45856193-C4B8-498D-B6BA-AC01DCBEE91E}" destId="{3755F6E4-575A-4E6A-B574-B611E150BA63}" srcOrd="1" destOrd="0" presId="urn:microsoft.com/office/officeart/2005/8/layout/list1"/>
    <dgm:cxn modelId="{776C64AA-9E8D-4E86-B14C-47D86605F27D}" type="presParOf" srcId="{BD023DAA-69C6-4196-BAD0-9035656FF821}" destId="{DC48573C-2961-40EF-BC44-4229589C593B}" srcOrd="1" destOrd="0" presId="urn:microsoft.com/office/officeart/2005/8/layout/list1"/>
    <dgm:cxn modelId="{9E238993-E402-4C7A-B75F-DE48F0315CF0}" type="presParOf" srcId="{BD023DAA-69C6-4196-BAD0-9035656FF821}" destId="{53BC6CD0-A147-4782-BCB8-4CDB5986F7C0}" srcOrd="2" destOrd="0" presId="urn:microsoft.com/office/officeart/2005/8/layout/list1"/>
    <dgm:cxn modelId="{A7096ECA-24F2-4C0E-9C69-1DB68F8D0BB5}" type="presParOf" srcId="{BD023DAA-69C6-4196-BAD0-9035656FF821}" destId="{7AE9F5E0-6BC2-47A2-B3A1-0A2A1E7012A1}" srcOrd="3" destOrd="0" presId="urn:microsoft.com/office/officeart/2005/8/layout/list1"/>
    <dgm:cxn modelId="{E2A85FB0-5597-4D3E-B415-0D8890412699}" type="presParOf" srcId="{BD023DAA-69C6-4196-BAD0-9035656FF821}" destId="{09FBB907-839B-4DD4-8DFC-167655056208}" srcOrd="4" destOrd="0" presId="urn:microsoft.com/office/officeart/2005/8/layout/list1"/>
    <dgm:cxn modelId="{0F1676BC-C6CD-49BE-B6FC-324B1C054409}" type="presParOf" srcId="{09FBB907-839B-4DD4-8DFC-167655056208}" destId="{31BC1BB9-0F9C-45A6-9A03-F4A0209DAFAB}" srcOrd="0" destOrd="0" presId="urn:microsoft.com/office/officeart/2005/8/layout/list1"/>
    <dgm:cxn modelId="{AFF5C610-E797-4420-8FC5-00E7EEE809E8}" type="presParOf" srcId="{09FBB907-839B-4DD4-8DFC-167655056208}" destId="{68726FB8-F850-484F-807C-5F548B93A76C}" srcOrd="1" destOrd="0" presId="urn:microsoft.com/office/officeart/2005/8/layout/list1"/>
    <dgm:cxn modelId="{92B45767-5BF6-474A-8606-C528E0DDACC4}" type="presParOf" srcId="{BD023DAA-69C6-4196-BAD0-9035656FF821}" destId="{94678D5D-7A36-4D24-8978-EAF1EAA8D1B2}" srcOrd="5" destOrd="0" presId="urn:microsoft.com/office/officeart/2005/8/layout/list1"/>
    <dgm:cxn modelId="{8CA0A78A-7868-4A6A-A927-B13DC3FF11D8}" type="presParOf" srcId="{BD023DAA-69C6-4196-BAD0-9035656FF821}" destId="{38A95AAD-342D-465C-BA4B-05A2B7A5B54B}" srcOrd="6" destOrd="0" presId="urn:microsoft.com/office/officeart/2005/8/layout/list1"/>
    <dgm:cxn modelId="{7CFB738E-AE89-44B1-AA82-9D6426D34AFF}" type="presParOf" srcId="{BD023DAA-69C6-4196-BAD0-9035656FF821}" destId="{2F5501CB-D39B-4117-A211-AC860B5ED3D5}" srcOrd="7" destOrd="0" presId="urn:microsoft.com/office/officeart/2005/8/layout/list1"/>
    <dgm:cxn modelId="{3A854213-C8CB-4288-BFED-6205BCEEB8C7}" type="presParOf" srcId="{BD023DAA-69C6-4196-BAD0-9035656FF821}" destId="{235D0AA0-889B-47E4-9259-FB90BF16CD31}" srcOrd="8" destOrd="0" presId="urn:microsoft.com/office/officeart/2005/8/layout/list1"/>
    <dgm:cxn modelId="{5584377E-B0C7-4EC4-9CA0-75CEB4E1CFD9}" type="presParOf" srcId="{235D0AA0-889B-47E4-9259-FB90BF16CD31}" destId="{E18CF805-F917-4A20-ADDB-DC5B4522FF9B}" srcOrd="0" destOrd="0" presId="urn:microsoft.com/office/officeart/2005/8/layout/list1"/>
    <dgm:cxn modelId="{1EF70198-598E-48AE-9064-A68890CD995F}" type="presParOf" srcId="{235D0AA0-889B-47E4-9259-FB90BF16CD31}" destId="{52F20966-0241-41AD-B0B6-611D0C6F34C4}" srcOrd="1" destOrd="0" presId="urn:microsoft.com/office/officeart/2005/8/layout/list1"/>
    <dgm:cxn modelId="{216AE29C-A9C2-4413-8527-DB194E56B677}" type="presParOf" srcId="{BD023DAA-69C6-4196-BAD0-9035656FF821}" destId="{DD0B4DBE-EE31-4777-8FA1-BF7B7B30E8A3}" srcOrd="9" destOrd="0" presId="urn:microsoft.com/office/officeart/2005/8/layout/list1"/>
    <dgm:cxn modelId="{70820CAB-2D34-4ECD-A93E-5C6D29430E1A}" type="presParOf" srcId="{BD023DAA-69C6-4196-BAD0-9035656FF821}" destId="{859D7C8B-C7C2-464A-B1FC-1E711E567C29}" srcOrd="10" destOrd="0" presId="urn:microsoft.com/office/officeart/2005/8/layout/list1"/>
    <dgm:cxn modelId="{C217480F-466F-43BF-9F68-94959B322FC5}" type="presParOf" srcId="{BD023DAA-69C6-4196-BAD0-9035656FF821}" destId="{469D764A-E4C5-499E-8CEE-7A9E66C11010}" srcOrd="11" destOrd="0" presId="urn:microsoft.com/office/officeart/2005/8/layout/list1"/>
    <dgm:cxn modelId="{B7664B6C-5074-42BA-B336-ADCC7751DCB7}" type="presParOf" srcId="{BD023DAA-69C6-4196-BAD0-9035656FF821}" destId="{11931491-0710-4DC0-BEEE-FBBCC7061379}" srcOrd="12" destOrd="0" presId="urn:microsoft.com/office/officeart/2005/8/layout/list1"/>
    <dgm:cxn modelId="{46CA38B7-60EC-408B-8B42-DBAF683F2A40}" type="presParOf" srcId="{11931491-0710-4DC0-BEEE-FBBCC7061379}" destId="{8874B4E2-FE13-4910-9E0D-2B9BDB562421}" srcOrd="0" destOrd="0" presId="urn:microsoft.com/office/officeart/2005/8/layout/list1"/>
    <dgm:cxn modelId="{E113BA43-E74F-4F37-8E5D-E0B92C062C99}" type="presParOf" srcId="{11931491-0710-4DC0-BEEE-FBBCC7061379}" destId="{702E3781-5686-4E38-883A-7E2A33C0B2C6}" srcOrd="1" destOrd="0" presId="urn:microsoft.com/office/officeart/2005/8/layout/list1"/>
    <dgm:cxn modelId="{8EB775B0-B31F-465B-AF25-27FCB8EDD1E1}" type="presParOf" srcId="{BD023DAA-69C6-4196-BAD0-9035656FF821}" destId="{AF19B0E5-37B9-42DE-82B2-2EAEC82C531C}" srcOrd="13" destOrd="0" presId="urn:microsoft.com/office/officeart/2005/8/layout/list1"/>
    <dgm:cxn modelId="{98A08862-C2B9-430E-89AD-AA9A87DBB897}" type="presParOf" srcId="{BD023DAA-69C6-4196-BAD0-9035656FF821}" destId="{1AFA2BE4-8F25-429D-BE4A-CDC62FBFACBC}" srcOrd="14" destOrd="0" presId="urn:microsoft.com/office/officeart/2005/8/layout/list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B8B47CBA-34FE-4DF0-A9B0-B72264DF7199}" type="doc">
      <dgm:prSet loTypeId="urn:microsoft.com/office/officeart/2005/8/layout/matrix2" loCatId="matrix" qsTypeId="urn:microsoft.com/office/officeart/2005/8/quickstyle/simple1" qsCatId="simple" csTypeId="urn:microsoft.com/office/officeart/2005/8/colors/accent0_3" csCatId="mainScheme" phldr="1"/>
      <dgm:spPr/>
      <dgm:t>
        <a:bodyPr/>
        <a:lstStyle/>
        <a:p>
          <a:endParaRPr lang="zh-CN" altLang="en-US"/>
        </a:p>
      </dgm:t>
    </dgm:pt>
    <dgm:pt modelId="{1FE06A57-8809-4324-B9A0-828453A164BA}">
      <dgm:prSet phldrT="[文本]" custT="1"/>
      <dgm:spPr/>
      <dgm:t>
        <a:bodyPr/>
        <a:lstStyle/>
        <a:p>
          <a:r>
            <a:rPr lang="zh-CN" altLang="en-US" sz="2400" dirty="0"/>
            <a:t>预防</a:t>
          </a:r>
        </a:p>
      </dgm:t>
    </dgm:pt>
    <dgm:pt modelId="{F6464E9C-CA18-475B-A096-860FA6971F06}" cxnId="{84129577-4C1A-4C63-BBE1-CC583B814394}" type="parTrans">
      <dgm:prSet/>
      <dgm:spPr/>
      <dgm:t>
        <a:bodyPr/>
        <a:lstStyle/>
        <a:p>
          <a:endParaRPr lang="zh-CN" altLang="en-US" sz="1050"/>
        </a:p>
      </dgm:t>
    </dgm:pt>
    <dgm:pt modelId="{C4A09809-C038-4694-9769-246C48DA0D9A}" cxnId="{84129577-4C1A-4C63-BBE1-CC583B814394}" type="sibTrans">
      <dgm:prSet/>
      <dgm:spPr/>
      <dgm:t>
        <a:bodyPr/>
        <a:lstStyle/>
        <a:p>
          <a:endParaRPr lang="zh-CN" altLang="en-US" sz="1050"/>
        </a:p>
      </dgm:t>
    </dgm:pt>
    <dgm:pt modelId="{0A978B7E-EB9D-4858-BE46-31B98CB23EF6}">
      <dgm:prSet phldrT="[文本]" custT="1"/>
      <dgm:spPr/>
      <dgm:t>
        <a:bodyPr/>
        <a:lstStyle/>
        <a:p>
          <a:r>
            <a:rPr lang="zh-CN" altLang="en-US" sz="2400" dirty="0"/>
            <a:t>预防</a:t>
          </a:r>
          <a:br>
            <a:rPr lang="en-US" altLang="zh-CN" sz="2400" dirty="0"/>
          </a:br>
          <a:r>
            <a:rPr lang="en-US" altLang="zh-CN" sz="2400" dirty="0"/>
            <a:t>+</a:t>
          </a:r>
          <a:r>
            <a:rPr lang="zh-CN" altLang="en-US" sz="2400" dirty="0"/>
            <a:t>补救</a:t>
          </a:r>
          <a:br>
            <a:rPr lang="en-US" altLang="zh-CN" sz="2400" dirty="0"/>
          </a:br>
          <a:r>
            <a:rPr lang="en-US" altLang="zh-CN" sz="2400" dirty="0"/>
            <a:t>+</a:t>
          </a:r>
          <a:r>
            <a:rPr lang="zh-CN" altLang="en-US" sz="2400" dirty="0"/>
            <a:t>转移</a:t>
          </a:r>
        </a:p>
      </dgm:t>
    </dgm:pt>
    <dgm:pt modelId="{5A0BE545-6402-4791-9D72-65E819283D4A}" cxnId="{0E9FA07D-2050-4138-847B-0ECF587CA821}" type="parTrans">
      <dgm:prSet/>
      <dgm:spPr/>
      <dgm:t>
        <a:bodyPr/>
        <a:lstStyle/>
        <a:p>
          <a:endParaRPr lang="zh-CN" altLang="en-US" sz="1050"/>
        </a:p>
      </dgm:t>
    </dgm:pt>
    <dgm:pt modelId="{2375D321-05F5-4905-BAE2-5CEEFDB216CC}" cxnId="{0E9FA07D-2050-4138-847B-0ECF587CA821}" type="sibTrans">
      <dgm:prSet/>
      <dgm:spPr/>
      <dgm:t>
        <a:bodyPr/>
        <a:lstStyle/>
        <a:p>
          <a:endParaRPr lang="zh-CN" altLang="en-US" sz="1050"/>
        </a:p>
      </dgm:t>
    </dgm:pt>
    <dgm:pt modelId="{FEE661BE-E645-427B-82D3-5F36713684C6}">
      <dgm:prSet phldrT="[文本]" custT="1"/>
      <dgm:spPr/>
      <dgm:t>
        <a:bodyPr/>
        <a:lstStyle/>
        <a:p>
          <a:r>
            <a:rPr lang="zh-CN" altLang="en-US" sz="2400" dirty="0"/>
            <a:t>接受</a:t>
          </a:r>
        </a:p>
      </dgm:t>
    </dgm:pt>
    <dgm:pt modelId="{C4C3ABA2-FBE0-49C0-8CBD-3F5AE15D0311}" cxnId="{82F4C5E3-0501-4745-B90D-BA6583D18693}" type="parTrans">
      <dgm:prSet/>
      <dgm:spPr/>
      <dgm:t>
        <a:bodyPr/>
        <a:lstStyle/>
        <a:p>
          <a:endParaRPr lang="zh-CN" altLang="en-US" sz="1050"/>
        </a:p>
      </dgm:t>
    </dgm:pt>
    <dgm:pt modelId="{3D9C9A1B-9B84-413F-A0DC-E4D704ED9706}" cxnId="{82F4C5E3-0501-4745-B90D-BA6583D18693}" type="sibTrans">
      <dgm:prSet/>
      <dgm:spPr/>
      <dgm:t>
        <a:bodyPr/>
        <a:lstStyle/>
        <a:p>
          <a:endParaRPr lang="zh-CN" altLang="en-US" sz="1050"/>
        </a:p>
      </dgm:t>
    </dgm:pt>
    <dgm:pt modelId="{F9CF7490-1DA1-4C06-A76E-679FFFDF30EB}">
      <dgm:prSet phldrT="[文本]" custT="1"/>
      <dgm:spPr/>
      <dgm:t>
        <a:bodyPr/>
        <a:lstStyle/>
        <a:p>
          <a:r>
            <a:rPr lang="zh-CN" altLang="en-US" sz="2400" dirty="0"/>
            <a:t>补救</a:t>
          </a:r>
        </a:p>
      </dgm:t>
    </dgm:pt>
    <dgm:pt modelId="{301A6444-4B04-4DE3-BB07-4BB7D1D0EE9F}" cxnId="{25BC7BA8-1B57-4339-997A-30C638169B99}" type="parTrans">
      <dgm:prSet/>
      <dgm:spPr/>
      <dgm:t>
        <a:bodyPr/>
        <a:lstStyle/>
        <a:p>
          <a:endParaRPr lang="zh-CN" altLang="en-US" sz="1050"/>
        </a:p>
      </dgm:t>
    </dgm:pt>
    <dgm:pt modelId="{2038704B-FE9D-470E-BE2E-23BC040079B1}" cxnId="{25BC7BA8-1B57-4339-997A-30C638169B99}" type="sibTrans">
      <dgm:prSet/>
      <dgm:spPr/>
      <dgm:t>
        <a:bodyPr/>
        <a:lstStyle/>
        <a:p>
          <a:endParaRPr lang="zh-CN" altLang="en-US" sz="1050"/>
        </a:p>
      </dgm:t>
    </dgm:pt>
    <dgm:pt modelId="{F0DEDFF0-9D65-4C80-BC6C-36BDCCBA3A7E}" type="pres">
      <dgm:prSet presAssocID="{B8B47CBA-34FE-4DF0-A9B0-B72264DF7199}" presName="matrix" presStyleCnt="0">
        <dgm:presLayoutVars>
          <dgm:chMax val="1"/>
          <dgm:dir/>
          <dgm:resizeHandles val="exact"/>
        </dgm:presLayoutVars>
      </dgm:prSet>
      <dgm:spPr/>
    </dgm:pt>
    <dgm:pt modelId="{57A763EA-CAF2-4CA1-A6AA-E78FBA7C60F0}" type="pres">
      <dgm:prSet presAssocID="{B8B47CBA-34FE-4DF0-A9B0-B72264DF7199}" presName="axisShape" presStyleLbl="bgShp" presStyleIdx="0" presStyleCnt="1"/>
      <dgm:spPr/>
    </dgm:pt>
    <dgm:pt modelId="{8B732888-BD0F-4DF5-B245-864A526E1686}" type="pres">
      <dgm:prSet presAssocID="{B8B47CBA-34FE-4DF0-A9B0-B72264DF7199}" presName="rect1" presStyleLbl="node1" presStyleIdx="0" presStyleCnt="4">
        <dgm:presLayoutVars>
          <dgm:chMax val="0"/>
          <dgm:chPref val="0"/>
          <dgm:bulletEnabled val="1"/>
        </dgm:presLayoutVars>
      </dgm:prSet>
      <dgm:spPr/>
    </dgm:pt>
    <dgm:pt modelId="{DF3777A6-8438-4C0D-849C-3D351BE2AEC0}" type="pres">
      <dgm:prSet presAssocID="{B8B47CBA-34FE-4DF0-A9B0-B72264DF7199}" presName="rect2" presStyleLbl="node1" presStyleIdx="1" presStyleCnt="4">
        <dgm:presLayoutVars>
          <dgm:chMax val="0"/>
          <dgm:chPref val="0"/>
          <dgm:bulletEnabled val="1"/>
        </dgm:presLayoutVars>
      </dgm:prSet>
      <dgm:spPr/>
    </dgm:pt>
    <dgm:pt modelId="{ED54EE0F-A052-4034-8094-12A98E4864B9}" type="pres">
      <dgm:prSet presAssocID="{B8B47CBA-34FE-4DF0-A9B0-B72264DF7199}" presName="rect3" presStyleLbl="node1" presStyleIdx="2" presStyleCnt="4">
        <dgm:presLayoutVars>
          <dgm:chMax val="0"/>
          <dgm:chPref val="0"/>
          <dgm:bulletEnabled val="1"/>
        </dgm:presLayoutVars>
      </dgm:prSet>
      <dgm:spPr/>
    </dgm:pt>
    <dgm:pt modelId="{558CCD7C-9C04-4249-9AE4-AE165C211B39}" type="pres">
      <dgm:prSet presAssocID="{B8B47CBA-34FE-4DF0-A9B0-B72264DF7199}" presName="rect4" presStyleLbl="node1" presStyleIdx="3" presStyleCnt="4">
        <dgm:presLayoutVars>
          <dgm:chMax val="0"/>
          <dgm:chPref val="0"/>
          <dgm:bulletEnabled val="1"/>
        </dgm:presLayoutVars>
      </dgm:prSet>
      <dgm:spPr/>
    </dgm:pt>
  </dgm:ptLst>
  <dgm:cxnLst>
    <dgm:cxn modelId="{53054415-A268-443D-A464-AFC198004891}" type="presOf" srcId="{FEE661BE-E645-427B-82D3-5F36713684C6}" destId="{ED54EE0F-A052-4034-8094-12A98E4864B9}" srcOrd="0" destOrd="0" presId="urn:microsoft.com/office/officeart/2005/8/layout/matrix2"/>
    <dgm:cxn modelId="{41AF0E1A-29EC-4001-B11C-F4B3FB82F226}" type="presOf" srcId="{B8B47CBA-34FE-4DF0-A9B0-B72264DF7199}" destId="{F0DEDFF0-9D65-4C80-BC6C-36BDCCBA3A7E}" srcOrd="0" destOrd="0" presId="urn:microsoft.com/office/officeart/2005/8/layout/matrix2"/>
    <dgm:cxn modelId="{84129577-4C1A-4C63-BBE1-CC583B814394}" srcId="{B8B47CBA-34FE-4DF0-A9B0-B72264DF7199}" destId="{1FE06A57-8809-4324-B9A0-828453A164BA}" srcOrd="0" destOrd="0" parTransId="{F6464E9C-CA18-475B-A096-860FA6971F06}" sibTransId="{C4A09809-C038-4694-9769-246C48DA0D9A}"/>
    <dgm:cxn modelId="{0E9FA07D-2050-4138-847B-0ECF587CA821}" srcId="{B8B47CBA-34FE-4DF0-A9B0-B72264DF7199}" destId="{0A978B7E-EB9D-4858-BE46-31B98CB23EF6}" srcOrd="1" destOrd="0" parTransId="{5A0BE545-6402-4791-9D72-65E819283D4A}" sibTransId="{2375D321-05F5-4905-BAE2-5CEEFDB216CC}"/>
    <dgm:cxn modelId="{F81E37A6-EB9A-4D91-858E-4D898FA9A556}" type="presOf" srcId="{F9CF7490-1DA1-4C06-A76E-679FFFDF30EB}" destId="{558CCD7C-9C04-4249-9AE4-AE165C211B39}" srcOrd="0" destOrd="0" presId="urn:microsoft.com/office/officeart/2005/8/layout/matrix2"/>
    <dgm:cxn modelId="{25BC7BA8-1B57-4339-997A-30C638169B99}" srcId="{B8B47CBA-34FE-4DF0-A9B0-B72264DF7199}" destId="{F9CF7490-1DA1-4C06-A76E-679FFFDF30EB}" srcOrd="3" destOrd="0" parTransId="{301A6444-4B04-4DE3-BB07-4BB7D1D0EE9F}" sibTransId="{2038704B-FE9D-470E-BE2E-23BC040079B1}"/>
    <dgm:cxn modelId="{DA071ABF-6755-49DD-9EDC-BA68EB50DCA8}" type="presOf" srcId="{1FE06A57-8809-4324-B9A0-828453A164BA}" destId="{8B732888-BD0F-4DF5-B245-864A526E1686}" srcOrd="0" destOrd="0" presId="urn:microsoft.com/office/officeart/2005/8/layout/matrix2"/>
    <dgm:cxn modelId="{82F4C5E3-0501-4745-B90D-BA6583D18693}" srcId="{B8B47CBA-34FE-4DF0-A9B0-B72264DF7199}" destId="{FEE661BE-E645-427B-82D3-5F36713684C6}" srcOrd="2" destOrd="0" parTransId="{C4C3ABA2-FBE0-49C0-8CBD-3F5AE15D0311}" sibTransId="{3D9C9A1B-9B84-413F-A0DC-E4D704ED9706}"/>
    <dgm:cxn modelId="{C89236F5-84C7-47CB-8468-F7EC925E89FC}" type="presOf" srcId="{0A978B7E-EB9D-4858-BE46-31B98CB23EF6}" destId="{DF3777A6-8438-4C0D-849C-3D351BE2AEC0}" srcOrd="0" destOrd="0" presId="urn:microsoft.com/office/officeart/2005/8/layout/matrix2"/>
    <dgm:cxn modelId="{455FF22A-A624-43A0-A88F-221080379722}" type="presParOf" srcId="{F0DEDFF0-9D65-4C80-BC6C-36BDCCBA3A7E}" destId="{57A763EA-CAF2-4CA1-A6AA-E78FBA7C60F0}" srcOrd="0" destOrd="0" presId="urn:microsoft.com/office/officeart/2005/8/layout/matrix2"/>
    <dgm:cxn modelId="{D35C449B-463D-46E4-A6BF-8C0549E555D4}" type="presParOf" srcId="{F0DEDFF0-9D65-4C80-BC6C-36BDCCBA3A7E}" destId="{8B732888-BD0F-4DF5-B245-864A526E1686}" srcOrd="1" destOrd="0" presId="urn:microsoft.com/office/officeart/2005/8/layout/matrix2"/>
    <dgm:cxn modelId="{43E96B89-4F81-4A32-81BD-6018AE52DBF0}" type="presParOf" srcId="{F0DEDFF0-9D65-4C80-BC6C-36BDCCBA3A7E}" destId="{DF3777A6-8438-4C0D-849C-3D351BE2AEC0}" srcOrd="2" destOrd="0" presId="urn:microsoft.com/office/officeart/2005/8/layout/matrix2"/>
    <dgm:cxn modelId="{E29AD8D5-779E-4245-9F2F-B18D08F85A77}" type="presParOf" srcId="{F0DEDFF0-9D65-4C80-BC6C-36BDCCBA3A7E}" destId="{ED54EE0F-A052-4034-8094-12A98E4864B9}" srcOrd="3" destOrd="0" presId="urn:microsoft.com/office/officeart/2005/8/layout/matrix2"/>
    <dgm:cxn modelId="{5E2AD08E-23A4-435D-9C57-30E3C0BFC2AB}" type="presParOf" srcId="{F0DEDFF0-9D65-4C80-BC6C-36BDCCBA3A7E}" destId="{558CCD7C-9C04-4249-9AE4-AE165C211B39}" srcOrd="4" destOrd="0" presId="urn:microsoft.com/office/officeart/2005/8/layout/matrix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F615DB35-EEEE-4AB5-B56F-08FC4B41153E}"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zh-CN" altLang="en-US"/>
        </a:p>
      </dgm:t>
    </dgm:pt>
    <dgm:pt modelId="{8CD2A057-4722-4F06-A13E-9D676106898D}">
      <dgm:prSet phldrT="[文本]"/>
      <dgm:spPr/>
      <dgm:t>
        <a:bodyPr/>
        <a:lstStyle/>
        <a:p>
          <a:r>
            <a:rPr lang="en-US" altLang="en-US" dirty="0"/>
            <a:t>1. </a:t>
          </a:r>
          <a:r>
            <a:rPr lang="zh-CN" altLang="en-US" dirty="0"/>
            <a:t>引言</a:t>
          </a:r>
        </a:p>
      </dgm:t>
    </dgm:pt>
    <dgm:pt modelId="{3430EABE-77C1-45F5-A273-D84557BFF0FA}" cxnId="{9380673F-CA78-4E2C-A680-CCE48F323484}" type="parTrans">
      <dgm:prSet/>
      <dgm:spPr/>
      <dgm:t>
        <a:bodyPr/>
        <a:lstStyle/>
        <a:p>
          <a:endParaRPr lang="zh-CN" altLang="en-US"/>
        </a:p>
      </dgm:t>
    </dgm:pt>
    <dgm:pt modelId="{84BC8DC8-1CA1-403A-B58C-A304131E35E7}" cxnId="{9380673F-CA78-4E2C-A680-CCE48F323484}" type="sibTrans">
      <dgm:prSet/>
      <dgm:spPr/>
      <dgm:t>
        <a:bodyPr/>
        <a:lstStyle/>
        <a:p>
          <a:endParaRPr lang="zh-CN" altLang="en-US"/>
        </a:p>
      </dgm:t>
    </dgm:pt>
    <dgm:pt modelId="{155DAACA-3553-4AB4-941D-1613E6C6AC97}">
      <dgm:prSet/>
      <dgm:spPr/>
      <dgm:t>
        <a:bodyPr/>
        <a:lstStyle/>
        <a:p>
          <a:r>
            <a:rPr lang="zh-CN" altLang="en-US" dirty="0"/>
            <a:t>项目管理的重要性</a:t>
          </a:r>
        </a:p>
      </dgm:t>
    </dgm:pt>
    <dgm:pt modelId="{2D3C364C-0194-4109-9E66-5628BEB6E774}" cxnId="{A0FED7D6-D4F6-47A3-BF64-DDEC8287FCE7}" type="parTrans">
      <dgm:prSet/>
      <dgm:spPr/>
      <dgm:t>
        <a:bodyPr/>
        <a:lstStyle/>
        <a:p>
          <a:endParaRPr lang="zh-CN" altLang="en-US"/>
        </a:p>
      </dgm:t>
    </dgm:pt>
    <dgm:pt modelId="{B864D8B1-D2AD-4BD8-9BA8-D3FF000EC55B}" cxnId="{A0FED7D6-D4F6-47A3-BF64-DDEC8287FCE7}" type="sibTrans">
      <dgm:prSet/>
      <dgm:spPr/>
      <dgm:t>
        <a:bodyPr/>
        <a:lstStyle/>
        <a:p>
          <a:endParaRPr lang="zh-CN" altLang="en-US"/>
        </a:p>
      </dgm:t>
    </dgm:pt>
    <dgm:pt modelId="{CFEB4A4B-0749-4675-AC39-B6BEBA1FB6A1}">
      <dgm:prSet/>
      <dgm:spPr/>
      <dgm:t>
        <a:bodyPr/>
        <a:lstStyle/>
        <a:p>
          <a:r>
            <a:rPr lang="zh-CN" altLang="en-US" dirty="0"/>
            <a:t>课程目标</a:t>
          </a:r>
        </a:p>
      </dgm:t>
    </dgm:pt>
    <dgm:pt modelId="{4B91D0A0-73BB-416F-AA07-4EBEAF2CBDFE}" cxnId="{06483E18-C655-4FD1-A49B-C06DDF8D19BE}" type="parTrans">
      <dgm:prSet/>
      <dgm:spPr/>
      <dgm:t>
        <a:bodyPr/>
        <a:lstStyle/>
        <a:p>
          <a:endParaRPr lang="zh-CN" altLang="en-US"/>
        </a:p>
      </dgm:t>
    </dgm:pt>
    <dgm:pt modelId="{295A1BC5-C232-4D48-B2C3-589735394B4B}" cxnId="{06483E18-C655-4FD1-A49B-C06DDF8D19BE}" type="sibTrans">
      <dgm:prSet/>
      <dgm:spPr/>
      <dgm:t>
        <a:bodyPr/>
        <a:lstStyle/>
        <a:p>
          <a:endParaRPr lang="zh-CN" altLang="en-US"/>
        </a:p>
      </dgm:t>
    </dgm:pt>
    <dgm:pt modelId="{4179305C-D9BC-4FA7-8BE0-C34BDE57E1FF}">
      <dgm:prSet/>
      <dgm:spPr/>
      <dgm:t>
        <a:bodyPr/>
        <a:lstStyle/>
        <a:p>
          <a:r>
            <a:rPr lang="en-US" altLang="en-US" dirty="0"/>
            <a:t>2. </a:t>
          </a:r>
          <a:r>
            <a:rPr lang="zh-CN" altLang="en-US" dirty="0"/>
            <a:t>项目管理基本概念</a:t>
          </a:r>
        </a:p>
      </dgm:t>
    </dgm:pt>
    <dgm:pt modelId="{491C8FDE-D629-471E-A867-DC3FD886965A}" cxnId="{7C8C5DEB-319E-4028-8796-61162CA94FF9}" type="parTrans">
      <dgm:prSet/>
      <dgm:spPr/>
      <dgm:t>
        <a:bodyPr/>
        <a:lstStyle/>
        <a:p>
          <a:endParaRPr lang="zh-CN" altLang="en-US"/>
        </a:p>
      </dgm:t>
    </dgm:pt>
    <dgm:pt modelId="{1B43BF01-CEC1-46F4-A388-722B2A27ED92}" cxnId="{7C8C5DEB-319E-4028-8796-61162CA94FF9}" type="sibTrans">
      <dgm:prSet/>
      <dgm:spPr/>
      <dgm:t>
        <a:bodyPr/>
        <a:lstStyle/>
        <a:p>
          <a:endParaRPr lang="zh-CN" altLang="en-US"/>
        </a:p>
      </dgm:t>
    </dgm:pt>
    <dgm:pt modelId="{C2AD54F1-0B0D-4D98-A464-07900CC7F8E4}">
      <dgm:prSet/>
      <dgm:spPr/>
      <dgm:t>
        <a:bodyPr/>
        <a:lstStyle/>
        <a:p>
          <a:r>
            <a:rPr lang="zh-CN" altLang="en-US" dirty="0"/>
            <a:t>项目的定义与特点</a:t>
          </a:r>
        </a:p>
      </dgm:t>
    </dgm:pt>
    <dgm:pt modelId="{09150DEB-0995-4039-93E5-D39CD4A9F9B9}" cxnId="{B17D8BB6-C4EE-484F-8891-7BF7D75A9B55}" type="parTrans">
      <dgm:prSet/>
      <dgm:spPr/>
      <dgm:t>
        <a:bodyPr/>
        <a:lstStyle/>
        <a:p>
          <a:endParaRPr lang="zh-CN" altLang="en-US"/>
        </a:p>
      </dgm:t>
    </dgm:pt>
    <dgm:pt modelId="{A2CE6C12-1F3C-4D11-B69C-8FC8DCAD04A1}" cxnId="{B17D8BB6-C4EE-484F-8891-7BF7D75A9B55}" type="sibTrans">
      <dgm:prSet/>
      <dgm:spPr/>
      <dgm:t>
        <a:bodyPr/>
        <a:lstStyle/>
        <a:p>
          <a:endParaRPr lang="zh-CN" altLang="en-US"/>
        </a:p>
      </dgm:t>
    </dgm:pt>
    <dgm:pt modelId="{33D71B9C-5693-404D-AECE-D23912DB9D27}">
      <dgm:prSet/>
      <dgm:spPr/>
      <dgm:t>
        <a:bodyPr/>
        <a:lstStyle/>
        <a:p>
          <a:r>
            <a:rPr lang="zh-CN" altLang="en-US" dirty="0"/>
            <a:t>项目相关方的角色与影响</a:t>
          </a:r>
        </a:p>
      </dgm:t>
    </dgm:pt>
    <dgm:pt modelId="{8475E35D-2A71-458F-A4AC-A31F7E10AC5F}" cxnId="{ED4153FE-B5B3-4AFC-84D6-565A7EEEA2B0}" type="parTrans">
      <dgm:prSet/>
      <dgm:spPr/>
      <dgm:t>
        <a:bodyPr/>
        <a:lstStyle/>
        <a:p>
          <a:endParaRPr lang="zh-CN" altLang="en-US"/>
        </a:p>
      </dgm:t>
    </dgm:pt>
    <dgm:pt modelId="{DBF14952-162D-45A1-95A1-25CEE01538C5}" cxnId="{ED4153FE-B5B3-4AFC-84D6-565A7EEEA2B0}" type="sibTrans">
      <dgm:prSet/>
      <dgm:spPr/>
      <dgm:t>
        <a:bodyPr/>
        <a:lstStyle/>
        <a:p>
          <a:endParaRPr lang="zh-CN" altLang="en-US"/>
        </a:p>
      </dgm:t>
    </dgm:pt>
    <dgm:pt modelId="{8E16D7F1-79F4-444F-BD75-FF26C5371886}">
      <dgm:prSet/>
      <dgm:spPr/>
      <dgm:t>
        <a:bodyPr/>
        <a:lstStyle/>
        <a:p>
          <a:r>
            <a:rPr lang="zh-CN" altLang="en-US" dirty="0"/>
            <a:t>项目三角形：范围、时间、成本</a:t>
          </a:r>
        </a:p>
      </dgm:t>
    </dgm:pt>
    <dgm:pt modelId="{CC30C505-BA3E-42D1-A662-2151DEA02B05}" cxnId="{8FC19421-BAE4-4EA4-BDE2-34B8B4D2AC4D}" type="parTrans">
      <dgm:prSet/>
      <dgm:spPr/>
      <dgm:t>
        <a:bodyPr/>
        <a:lstStyle/>
        <a:p>
          <a:endParaRPr lang="zh-CN" altLang="en-US"/>
        </a:p>
      </dgm:t>
    </dgm:pt>
    <dgm:pt modelId="{964AC231-6D91-44E2-857D-D422754DDC0C}" cxnId="{8FC19421-BAE4-4EA4-BDE2-34B8B4D2AC4D}" type="sibTrans">
      <dgm:prSet/>
      <dgm:spPr/>
      <dgm:t>
        <a:bodyPr/>
        <a:lstStyle/>
        <a:p>
          <a:endParaRPr lang="zh-CN" altLang="en-US"/>
        </a:p>
      </dgm:t>
    </dgm:pt>
    <dgm:pt modelId="{1775BD14-B130-4DCD-A1D3-33E5F9D363E1}">
      <dgm:prSet/>
      <dgm:spPr/>
      <dgm:t>
        <a:bodyPr/>
        <a:lstStyle/>
        <a:p>
          <a:r>
            <a:rPr lang="en-US" altLang="en-US" dirty="0"/>
            <a:t>3. </a:t>
          </a:r>
          <a:r>
            <a:rPr lang="zh-CN" altLang="en-US" dirty="0"/>
            <a:t>项目管理流程与结构</a:t>
          </a:r>
        </a:p>
      </dgm:t>
    </dgm:pt>
    <dgm:pt modelId="{CF5B1EB1-7F9A-4E54-B187-2B5E1E154EC3}" cxnId="{C652F4F5-A653-42A4-857E-1CC2D4F19DFD}" type="parTrans">
      <dgm:prSet/>
      <dgm:spPr/>
      <dgm:t>
        <a:bodyPr/>
        <a:lstStyle/>
        <a:p>
          <a:endParaRPr lang="zh-CN" altLang="en-US"/>
        </a:p>
      </dgm:t>
    </dgm:pt>
    <dgm:pt modelId="{A74E407F-A65C-44CC-B68B-9B66AEE3302C}" cxnId="{C652F4F5-A653-42A4-857E-1CC2D4F19DFD}" type="sibTrans">
      <dgm:prSet/>
      <dgm:spPr/>
      <dgm:t>
        <a:bodyPr/>
        <a:lstStyle/>
        <a:p>
          <a:endParaRPr lang="zh-CN" altLang="en-US"/>
        </a:p>
      </dgm:t>
    </dgm:pt>
    <dgm:pt modelId="{C694D2FA-AD1E-4200-BCB5-1009F4DDF171}">
      <dgm:prSet/>
      <dgm:spPr/>
      <dgm:t>
        <a:bodyPr/>
        <a:lstStyle/>
        <a:p>
          <a:r>
            <a:rPr lang="zh-CN" altLang="en-US" dirty="0"/>
            <a:t>项目管理知识体系概述</a:t>
          </a:r>
        </a:p>
      </dgm:t>
    </dgm:pt>
    <dgm:pt modelId="{D75C7E2F-1C12-4794-884E-2B60C561A393}" cxnId="{14D891AB-2F31-4A1D-AD88-88F4AC2D75E1}" type="parTrans">
      <dgm:prSet/>
      <dgm:spPr/>
      <dgm:t>
        <a:bodyPr/>
        <a:lstStyle/>
        <a:p>
          <a:endParaRPr lang="zh-CN" altLang="en-US"/>
        </a:p>
      </dgm:t>
    </dgm:pt>
    <dgm:pt modelId="{AB6C1409-313A-4B51-9006-FC9ECED08A4A}" cxnId="{14D891AB-2F31-4A1D-AD88-88F4AC2D75E1}" type="sibTrans">
      <dgm:prSet/>
      <dgm:spPr/>
      <dgm:t>
        <a:bodyPr/>
        <a:lstStyle/>
        <a:p>
          <a:endParaRPr lang="zh-CN" altLang="en-US"/>
        </a:p>
      </dgm:t>
    </dgm:pt>
    <dgm:pt modelId="{B3A0BEFB-1BDB-4040-8ED0-4172CFEE3322}">
      <dgm:prSet/>
      <dgm:spPr/>
      <dgm:t>
        <a:bodyPr/>
        <a:lstStyle/>
        <a:p>
          <a:r>
            <a:rPr lang="zh-CN" altLang="en-US" dirty="0"/>
            <a:t>项目管理流程的三个阶段：定义、计划、实施</a:t>
          </a:r>
        </a:p>
      </dgm:t>
    </dgm:pt>
    <dgm:pt modelId="{6718C9B8-04B9-4D31-99FD-ECD2CB213258}" cxnId="{C0C0ACF2-3484-4820-A6C6-09B477EC7EBF}" type="parTrans">
      <dgm:prSet/>
      <dgm:spPr/>
      <dgm:t>
        <a:bodyPr/>
        <a:lstStyle/>
        <a:p>
          <a:endParaRPr lang="zh-CN" altLang="en-US"/>
        </a:p>
      </dgm:t>
    </dgm:pt>
    <dgm:pt modelId="{50F0EC66-8518-4F21-9FEB-E18AECC18B40}" cxnId="{C0C0ACF2-3484-4820-A6C6-09B477EC7EBF}" type="sibTrans">
      <dgm:prSet/>
      <dgm:spPr/>
      <dgm:t>
        <a:bodyPr/>
        <a:lstStyle/>
        <a:p>
          <a:endParaRPr lang="zh-CN" altLang="en-US"/>
        </a:p>
      </dgm:t>
    </dgm:pt>
    <dgm:pt modelId="{ADE455D4-96B6-48DC-AE97-B15A5CC5572E}">
      <dgm:prSet/>
      <dgm:spPr/>
      <dgm:t>
        <a:bodyPr/>
        <a:lstStyle/>
        <a:p>
          <a:r>
            <a:rPr lang="zh-CN" altLang="en-US" dirty="0"/>
            <a:t>项目生命周期与方法论</a:t>
          </a:r>
        </a:p>
      </dgm:t>
    </dgm:pt>
    <dgm:pt modelId="{D0E59CC0-F93F-401F-BCB7-F0F473D8A340}" cxnId="{0D43AEB6-BD49-45A3-A28D-CD8619A7669F}" type="parTrans">
      <dgm:prSet/>
      <dgm:spPr/>
      <dgm:t>
        <a:bodyPr/>
        <a:lstStyle/>
        <a:p>
          <a:endParaRPr lang="zh-CN" altLang="en-US"/>
        </a:p>
      </dgm:t>
    </dgm:pt>
    <dgm:pt modelId="{484B1C20-AE08-4937-84A8-5D9CDC3F12B2}" cxnId="{0D43AEB6-BD49-45A3-A28D-CD8619A7669F}" type="sibTrans">
      <dgm:prSet/>
      <dgm:spPr/>
      <dgm:t>
        <a:bodyPr/>
        <a:lstStyle/>
        <a:p>
          <a:endParaRPr lang="zh-CN" altLang="en-US"/>
        </a:p>
      </dgm:t>
    </dgm:pt>
    <dgm:pt modelId="{5F46FDB2-8B9C-46FC-9C0A-FAC1A460E9CE}">
      <dgm:prSet/>
      <dgm:spPr/>
      <dgm:t>
        <a:bodyPr/>
        <a:lstStyle/>
        <a:p>
          <a:r>
            <a:rPr lang="en-US" altLang="en-US" dirty="0"/>
            <a:t>4. </a:t>
          </a:r>
          <a:r>
            <a:rPr lang="zh-CN" altLang="en-US" dirty="0"/>
            <a:t>启动阶段</a:t>
          </a:r>
        </a:p>
      </dgm:t>
    </dgm:pt>
    <dgm:pt modelId="{1617B4BB-71D7-47C2-BB7C-9F0AF97AD68F}" cxnId="{2A4CA83E-4DA2-44AE-BE50-D452EF1970AA}" type="parTrans">
      <dgm:prSet/>
      <dgm:spPr/>
      <dgm:t>
        <a:bodyPr/>
        <a:lstStyle/>
        <a:p>
          <a:endParaRPr lang="zh-CN" altLang="en-US"/>
        </a:p>
      </dgm:t>
    </dgm:pt>
    <dgm:pt modelId="{19958ED8-BBF4-4E58-B560-C45FA99BA6FE}" cxnId="{2A4CA83E-4DA2-44AE-BE50-D452EF1970AA}" type="sibTrans">
      <dgm:prSet/>
      <dgm:spPr/>
      <dgm:t>
        <a:bodyPr/>
        <a:lstStyle/>
        <a:p>
          <a:endParaRPr lang="zh-CN" altLang="en-US"/>
        </a:p>
      </dgm:t>
    </dgm:pt>
    <dgm:pt modelId="{AABBE0A4-9943-4BF2-B71E-191309CC95E3}">
      <dgm:prSet/>
      <dgm:spPr/>
      <dgm:t>
        <a:bodyPr/>
        <a:lstStyle/>
        <a:p>
          <a:r>
            <a:rPr lang="zh-CN" altLang="en-US" dirty="0"/>
            <a:t>项目目标的</a:t>
          </a:r>
          <a:r>
            <a:rPr lang="en-US" altLang="en-US" dirty="0"/>
            <a:t>SMART</a:t>
          </a:r>
          <a:r>
            <a:rPr lang="zh-CN" altLang="en-US" dirty="0"/>
            <a:t>原则</a:t>
          </a:r>
        </a:p>
      </dgm:t>
    </dgm:pt>
    <dgm:pt modelId="{1C96CB9B-9AD6-4306-8417-201BAE32F872}" cxnId="{14B61186-B463-4BCB-90B0-E5DB078E45FE}" type="parTrans">
      <dgm:prSet/>
      <dgm:spPr/>
      <dgm:t>
        <a:bodyPr/>
        <a:lstStyle/>
        <a:p>
          <a:endParaRPr lang="zh-CN" altLang="en-US"/>
        </a:p>
      </dgm:t>
    </dgm:pt>
    <dgm:pt modelId="{4AEBA3C7-2F6B-4C72-9441-35AE37F9E6D7}" cxnId="{14B61186-B463-4BCB-90B0-E5DB078E45FE}" type="sibTrans">
      <dgm:prSet/>
      <dgm:spPr/>
      <dgm:t>
        <a:bodyPr/>
        <a:lstStyle/>
        <a:p>
          <a:endParaRPr lang="zh-CN" altLang="en-US"/>
        </a:p>
      </dgm:t>
    </dgm:pt>
    <dgm:pt modelId="{9E6830FF-4519-4F9D-BBF1-2FFEB414CC9D}">
      <dgm:prSet/>
      <dgm:spPr/>
      <dgm:t>
        <a:bodyPr/>
        <a:lstStyle/>
        <a:p>
          <a:r>
            <a:rPr lang="zh-CN" altLang="en-US" dirty="0"/>
            <a:t>工作分解结构（</a:t>
          </a:r>
          <a:r>
            <a:rPr lang="en-US" altLang="en-US" dirty="0"/>
            <a:t>WBS</a:t>
          </a:r>
          <a:r>
            <a:rPr lang="zh-CN" altLang="en-US" dirty="0"/>
            <a:t>）的创建与验证</a:t>
          </a:r>
        </a:p>
      </dgm:t>
    </dgm:pt>
    <dgm:pt modelId="{AA29ACB3-55FA-4E4E-A473-453927517240}" cxnId="{47DDB68A-5E68-4200-9644-D87243D36D83}" type="parTrans">
      <dgm:prSet/>
      <dgm:spPr/>
      <dgm:t>
        <a:bodyPr/>
        <a:lstStyle/>
        <a:p>
          <a:endParaRPr lang="zh-CN" altLang="en-US"/>
        </a:p>
      </dgm:t>
    </dgm:pt>
    <dgm:pt modelId="{CD6213DC-62C0-4FD9-AEDC-F47DB8212F13}" cxnId="{47DDB68A-5E68-4200-9644-D87243D36D83}" type="sibTrans">
      <dgm:prSet/>
      <dgm:spPr/>
      <dgm:t>
        <a:bodyPr/>
        <a:lstStyle/>
        <a:p>
          <a:endParaRPr lang="zh-CN" altLang="en-US"/>
        </a:p>
      </dgm:t>
    </dgm:pt>
    <dgm:pt modelId="{F8EA75DB-460A-4165-B925-D4E4EB0C2E01}">
      <dgm:prSet/>
      <dgm:spPr/>
      <dgm:t>
        <a:bodyPr/>
        <a:lstStyle/>
        <a:p>
          <a:r>
            <a:rPr lang="zh-CN" altLang="en-US" dirty="0"/>
            <a:t>子项目与复杂项目的管理</a:t>
          </a:r>
        </a:p>
      </dgm:t>
    </dgm:pt>
    <dgm:pt modelId="{F21CE7E1-86B6-417E-A427-F94D8FFD2610}" cxnId="{247CB5FC-4E01-4C24-B9B6-5A41CCC66954}" type="parTrans">
      <dgm:prSet/>
      <dgm:spPr/>
      <dgm:t>
        <a:bodyPr/>
        <a:lstStyle/>
        <a:p>
          <a:endParaRPr lang="zh-CN" altLang="en-US"/>
        </a:p>
      </dgm:t>
    </dgm:pt>
    <dgm:pt modelId="{0C4890C1-93FE-4449-8B57-2FEFAC28901E}" cxnId="{247CB5FC-4E01-4C24-B9B6-5A41CCC66954}" type="sibTrans">
      <dgm:prSet/>
      <dgm:spPr/>
      <dgm:t>
        <a:bodyPr/>
        <a:lstStyle/>
        <a:p>
          <a:endParaRPr lang="zh-CN" altLang="en-US"/>
        </a:p>
      </dgm:t>
    </dgm:pt>
    <dgm:pt modelId="{AA49655E-AC21-4D52-9AE5-876E3DB89758}">
      <dgm:prSet/>
      <dgm:spPr/>
      <dgm:t>
        <a:bodyPr/>
        <a:lstStyle/>
        <a:p>
          <a:r>
            <a:rPr lang="en-US" altLang="en-US" dirty="0"/>
            <a:t>5. </a:t>
          </a:r>
          <a:r>
            <a:rPr lang="zh-CN" altLang="en-US" dirty="0"/>
            <a:t>规划阶段</a:t>
          </a:r>
        </a:p>
      </dgm:t>
    </dgm:pt>
    <dgm:pt modelId="{689985CF-898D-4169-81A1-0BAB3132A57C}" cxnId="{8D9BAEA4-28A2-4661-A978-69A050942F07}" type="parTrans">
      <dgm:prSet/>
      <dgm:spPr/>
      <dgm:t>
        <a:bodyPr/>
        <a:lstStyle/>
        <a:p>
          <a:endParaRPr lang="zh-CN" altLang="en-US"/>
        </a:p>
      </dgm:t>
    </dgm:pt>
    <dgm:pt modelId="{E2772ACF-DB3B-4737-B5F5-7B60BD939A8B}" cxnId="{8D9BAEA4-28A2-4661-A978-69A050942F07}" type="sibTrans">
      <dgm:prSet/>
      <dgm:spPr/>
      <dgm:t>
        <a:bodyPr/>
        <a:lstStyle/>
        <a:p>
          <a:endParaRPr lang="zh-CN" altLang="en-US"/>
        </a:p>
      </dgm:t>
    </dgm:pt>
    <dgm:pt modelId="{DFA681E0-BB81-405D-B376-D5EDAA1AE6DB}">
      <dgm:prSet/>
      <dgm:spPr/>
      <dgm:t>
        <a:bodyPr/>
        <a:lstStyle/>
        <a:p>
          <a:r>
            <a:rPr lang="zh-CN" altLang="en-US" dirty="0"/>
            <a:t>项目目标与项目计划的制定</a:t>
          </a:r>
        </a:p>
      </dgm:t>
    </dgm:pt>
    <dgm:pt modelId="{D0E3BD71-FA8F-4CF0-8287-A1AE26266207}" cxnId="{27DB02DA-3EE9-4878-9DEE-DD21D38CDD5B}" type="parTrans">
      <dgm:prSet/>
      <dgm:spPr/>
      <dgm:t>
        <a:bodyPr/>
        <a:lstStyle/>
        <a:p>
          <a:endParaRPr lang="zh-CN" altLang="en-US"/>
        </a:p>
      </dgm:t>
    </dgm:pt>
    <dgm:pt modelId="{F25704E0-CAB9-445A-9FAC-AC4D3B51C2F4}" cxnId="{27DB02DA-3EE9-4878-9DEE-DD21D38CDD5B}" type="sibTrans">
      <dgm:prSet/>
      <dgm:spPr/>
      <dgm:t>
        <a:bodyPr/>
        <a:lstStyle/>
        <a:p>
          <a:endParaRPr lang="zh-CN" altLang="en-US"/>
        </a:p>
      </dgm:t>
    </dgm:pt>
    <dgm:pt modelId="{1A0BEEE9-93B0-4173-B885-F24619DC3462}">
      <dgm:prSet/>
      <dgm:spPr/>
      <dgm:t>
        <a:bodyPr/>
        <a:lstStyle/>
        <a:p>
          <a:r>
            <a:rPr lang="zh-CN" altLang="en-US" dirty="0"/>
            <a:t>资源计划与成本核算</a:t>
          </a:r>
        </a:p>
      </dgm:t>
    </dgm:pt>
    <dgm:pt modelId="{822237F9-EE47-4A82-9CA3-BFF6E75F62A5}" cxnId="{C12F5D14-202D-4DF7-8836-FCF69400C455}" type="parTrans">
      <dgm:prSet/>
      <dgm:spPr/>
      <dgm:t>
        <a:bodyPr/>
        <a:lstStyle/>
        <a:p>
          <a:endParaRPr lang="zh-CN" altLang="en-US"/>
        </a:p>
      </dgm:t>
    </dgm:pt>
    <dgm:pt modelId="{027F515C-B04D-4CB6-8BCE-0F435E6594E4}" cxnId="{C12F5D14-202D-4DF7-8836-FCF69400C455}" type="sibTrans">
      <dgm:prSet/>
      <dgm:spPr/>
      <dgm:t>
        <a:bodyPr/>
        <a:lstStyle/>
        <a:p>
          <a:endParaRPr lang="zh-CN" altLang="en-US"/>
        </a:p>
      </dgm:t>
    </dgm:pt>
    <dgm:pt modelId="{7007D68C-5684-4A85-9642-EAC96A467240}">
      <dgm:prSet/>
      <dgm:spPr/>
      <dgm:t>
        <a:bodyPr/>
        <a:lstStyle/>
        <a:p>
          <a:r>
            <a:rPr lang="zh-CN" altLang="en-US" dirty="0"/>
            <a:t>工作顺序与网络图的绘制</a:t>
          </a:r>
        </a:p>
      </dgm:t>
    </dgm:pt>
    <dgm:pt modelId="{1DD66DFC-DCEA-49FA-A810-C7C002C36F15}" cxnId="{491EA417-7FC7-435F-B48F-A13D4EAE9FEE}" type="parTrans">
      <dgm:prSet/>
      <dgm:spPr/>
      <dgm:t>
        <a:bodyPr/>
        <a:lstStyle/>
        <a:p>
          <a:endParaRPr lang="zh-CN" altLang="en-US"/>
        </a:p>
      </dgm:t>
    </dgm:pt>
    <dgm:pt modelId="{D7D8A410-49C3-41A4-91C7-942E8DE8D9A7}" cxnId="{491EA417-7FC7-435F-B48F-A13D4EAE9FEE}" type="sibTrans">
      <dgm:prSet/>
      <dgm:spPr/>
      <dgm:t>
        <a:bodyPr/>
        <a:lstStyle/>
        <a:p>
          <a:endParaRPr lang="zh-CN" altLang="en-US"/>
        </a:p>
      </dgm:t>
    </dgm:pt>
    <dgm:pt modelId="{2AA38D31-B8B1-4B45-85B3-183BE455B6E6}">
      <dgm:prSet/>
      <dgm:spPr/>
      <dgm:t>
        <a:bodyPr/>
        <a:lstStyle/>
        <a:p>
          <a:r>
            <a:rPr lang="zh-CN" altLang="en-US" dirty="0"/>
            <a:t>关键路径的识别与分析</a:t>
          </a:r>
        </a:p>
      </dgm:t>
    </dgm:pt>
    <dgm:pt modelId="{ECCB906D-0E6D-4663-B8ED-C4AFC60B79D7}" cxnId="{9677F3FB-80E5-4C0C-92EE-7B05E80BB7C0}" type="parTrans">
      <dgm:prSet/>
      <dgm:spPr/>
      <dgm:t>
        <a:bodyPr/>
        <a:lstStyle/>
        <a:p>
          <a:endParaRPr lang="zh-CN" altLang="en-US"/>
        </a:p>
      </dgm:t>
    </dgm:pt>
    <dgm:pt modelId="{82C9DF18-7DD1-471B-8926-A5D5FB76B9DD}" cxnId="{9677F3FB-80E5-4C0C-92EE-7B05E80BB7C0}" type="sibTrans">
      <dgm:prSet/>
      <dgm:spPr/>
      <dgm:t>
        <a:bodyPr/>
        <a:lstStyle/>
        <a:p>
          <a:endParaRPr lang="zh-CN" altLang="en-US"/>
        </a:p>
      </dgm:t>
    </dgm:pt>
    <dgm:pt modelId="{54083B6D-96B2-4001-8014-CCBFD736493A}">
      <dgm:prSet/>
      <dgm:spPr/>
      <dgm:t>
        <a:bodyPr/>
        <a:lstStyle/>
        <a:p>
          <a:r>
            <a:rPr lang="zh-CN" altLang="en-US" dirty="0"/>
            <a:t>风险管理计划的制定与实施</a:t>
          </a:r>
        </a:p>
      </dgm:t>
    </dgm:pt>
    <dgm:pt modelId="{621D2103-E543-4471-9A7E-2D95BFEBE7A6}" cxnId="{97326442-F7DB-49BD-974D-3118AFF0DD9A}" type="parTrans">
      <dgm:prSet/>
      <dgm:spPr/>
      <dgm:t>
        <a:bodyPr/>
        <a:lstStyle/>
        <a:p>
          <a:endParaRPr lang="zh-CN" altLang="en-US"/>
        </a:p>
      </dgm:t>
    </dgm:pt>
    <dgm:pt modelId="{902B73B2-3A4E-4D35-AF0F-66C33101E6DF}" cxnId="{97326442-F7DB-49BD-974D-3118AFF0DD9A}" type="sibTrans">
      <dgm:prSet/>
      <dgm:spPr/>
      <dgm:t>
        <a:bodyPr/>
        <a:lstStyle/>
        <a:p>
          <a:endParaRPr lang="zh-CN" altLang="en-US"/>
        </a:p>
      </dgm:t>
    </dgm:pt>
    <dgm:pt modelId="{2D036551-9B83-4CC6-A86A-46554D8AEFF0}">
      <dgm:prSet/>
      <dgm:spPr/>
      <dgm:t>
        <a:bodyPr/>
        <a:lstStyle/>
        <a:p>
          <a:r>
            <a:rPr lang="zh-CN" altLang="en-US" dirty="0"/>
            <a:t>机会管理与潜在机会的发掘</a:t>
          </a:r>
        </a:p>
      </dgm:t>
    </dgm:pt>
    <dgm:pt modelId="{4C5AF63A-6F2F-4A23-8EAA-D9D682C2F0BB}" cxnId="{72535272-68B5-4DA9-B055-B4B975000ECC}" type="parTrans">
      <dgm:prSet/>
      <dgm:spPr/>
      <dgm:t>
        <a:bodyPr/>
        <a:lstStyle/>
        <a:p>
          <a:endParaRPr lang="zh-CN" altLang="en-US"/>
        </a:p>
      </dgm:t>
    </dgm:pt>
    <dgm:pt modelId="{8CC745F8-2D02-4FBA-BD9A-6BD308ECC9E9}" cxnId="{72535272-68B5-4DA9-B055-B4B975000ECC}" type="sibTrans">
      <dgm:prSet/>
      <dgm:spPr/>
      <dgm:t>
        <a:bodyPr/>
        <a:lstStyle/>
        <a:p>
          <a:endParaRPr lang="zh-CN" altLang="en-US"/>
        </a:p>
      </dgm:t>
    </dgm:pt>
    <dgm:pt modelId="{EBD6D830-231F-4719-BD03-702045224D23}" type="pres">
      <dgm:prSet presAssocID="{F615DB35-EEEE-4AB5-B56F-08FC4B41153E}" presName="linear" presStyleCnt="0">
        <dgm:presLayoutVars>
          <dgm:dir/>
          <dgm:animLvl val="lvl"/>
          <dgm:resizeHandles val="exact"/>
        </dgm:presLayoutVars>
      </dgm:prSet>
      <dgm:spPr/>
    </dgm:pt>
    <dgm:pt modelId="{4898F4E3-77FC-4255-A0CB-9AA40C8A47DE}" type="pres">
      <dgm:prSet presAssocID="{8CD2A057-4722-4F06-A13E-9D676106898D}" presName="parentLin" presStyleCnt="0"/>
      <dgm:spPr/>
    </dgm:pt>
    <dgm:pt modelId="{CC251DCA-05C4-4CF8-8BD0-CE17D998E79D}" type="pres">
      <dgm:prSet presAssocID="{8CD2A057-4722-4F06-A13E-9D676106898D}" presName="parentLeftMargin" presStyleLbl="node1" presStyleIdx="0" presStyleCnt="5"/>
      <dgm:spPr/>
    </dgm:pt>
    <dgm:pt modelId="{4BE67D07-2CEC-4DE8-AD5E-DDD7D322FC39}" type="pres">
      <dgm:prSet presAssocID="{8CD2A057-4722-4F06-A13E-9D676106898D}" presName="parentText" presStyleLbl="node1" presStyleIdx="0" presStyleCnt="5">
        <dgm:presLayoutVars>
          <dgm:chMax val="0"/>
          <dgm:bulletEnabled val="1"/>
        </dgm:presLayoutVars>
      </dgm:prSet>
      <dgm:spPr/>
    </dgm:pt>
    <dgm:pt modelId="{1EE6069A-D68D-4449-BECF-13D379ECA212}" type="pres">
      <dgm:prSet presAssocID="{8CD2A057-4722-4F06-A13E-9D676106898D}" presName="negativeSpace" presStyleCnt="0"/>
      <dgm:spPr/>
    </dgm:pt>
    <dgm:pt modelId="{211E9F1F-E4DF-43C2-8351-BB16DBEE3A92}" type="pres">
      <dgm:prSet presAssocID="{8CD2A057-4722-4F06-A13E-9D676106898D}" presName="childText" presStyleLbl="conFgAcc1" presStyleIdx="0" presStyleCnt="5">
        <dgm:presLayoutVars>
          <dgm:bulletEnabled val="1"/>
        </dgm:presLayoutVars>
      </dgm:prSet>
      <dgm:spPr/>
    </dgm:pt>
    <dgm:pt modelId="{4A8903DE-E144-4347-A2A4-A31B3D571E06}" type="pres">
      <dgm:prSet presAssocID="{84BC8DC8-1CA1-403A-B58C-A304131E35E7}" presName="spaceBetweenRectangles" presStyleCnt="0"/>
      <dgm:spPr/>
    </dgm:pt>
    <dgm:pt modelId="{D196754B-ABEA-494F-B2E4-DDBA2E8E3053}" type="pres">
      <dgm:prSet presAssocID="{4179305C-D9BC-4FA7-8BE0-C34BDE57E1FF}" presName="parentLin" presStyleCnt="0"/>
      <dgm:spPr/>
    </dgm:pt>
    <dgm:pt modelId="{E944E18B-9F2F-4EA6-874B-D39F9F4B37E9}" type="pres">
      <dgm:prSet presAssocID="{4179305C-D9BC-4FA7-8BE0-C34BDE57E1FF}" presName="parentLeftMargin" presStyleLbl="node1" presStyleIdx="0" presStyleCnt="5"/>
      <dgm:spPr/>
    </dgm:pt>
    <dgm:pt modelId="{5FB0413C-35B7-4DCF-9F0C-E2FE058FDE6A}" type="pres">
      <dgm:prSet presAssocID="{4179305C-D9BC-4FA7-8BE0-C34BDE57E1FF}" presName="parentText" presStyleLbl="node1" presStyleIdx="1" presStyleCnt="5">
        <dgm:presLayoutVars>
          <dgm:chMax val="0"/>
          <dgm:bulletEnabled val="1"/>
        </dgm:presLayoutVars>
      </dgm:prSet>
      <dgm:spPr/>
    </dgm:pt>
    <dgm:pt modelId="{E57E88E9-64BC-4544-A04D-4BF741EC0CDC}" type="pres">
      <dgm:prSet presAssocID="{4179305C-D9BC-4FA7-8BE0-C34BDE57E1FF}" presName="negativeSpace" presStyleCnt="0"/>
      <dgm:spPr/>
    </dgm:pt>
    <dgm:pt modelId="{B899DC30-F1C2-42B2-A49E-40C00661E4B3}" type="pres">
      <dgm:prSet presAssocID="{4179305C-D9BC-4FA7-8BE0-C34BDE57E1FF}" presName="childText" presStyleLbl="conFgAcc1" presStyleIdx="1" presStyleCnt="5">
        <dgm:presLayoutVars>
          <dgm:bulletEnabled val="1"/>
        </dgm:presLayoutVars>
      </dgm:prSet>
      <dgm:spPr/>
    </dgm:pt>
    <dgm:pt modelId="{009DC45A-BB8D-41F0-98F5-4B4E079D90EE}" type="pres">
      <dgm:prSet presAssocID="{1B43BF01-CEC1-46F4-A388-722B2A27ED92}" presName="spaceBetweenRectangles" presStyleCnt="0"/>
      <dgm:spPr/>
    </dgm:pt>
    <dgm:pt modelId="{BBF03AFC-04A8-4674-8CD0-76E9778B8EA9}" type="pres">
      <dgm:prSet presAssocID="{1775BD14-B130-4DCD-A1D3-33E5F9D363E1}" presName="parentLin" presStyleCnt="0"/>
      <dgm:spPr/>
    </dgm:pt>
    <dgm:pt modelId="{B7D937EC-2021-4780-AC20-DBD121B3B6EF}" type="pres">
      <dgm:prSet presAssocID="{1775BD14-B130-4DCD-A1D3-33E5F9D363E1}" presName="parentLeftMargin" presStyleLbl="node1" presStyleIdx="1" presStyleCnt="5"/>
      <dgm:spPr/>
    </dgm:pt>
    <dgm:pt modelId="{98AD5124-3CF6-49F7-AC15-58BB2ECB7519}" type="pres">
      <dgm:prSet presAssocID="{1775BD14-B130-4DCD-A1D3-33E5F9D363E1}" presName="parentText" presStyleLbl="node1" presStyleIdx="2" presStyleCnt="5">
        <dgm:presLayoutVars>
          <dgm:chMax val="0"/>
          <dgm:bulletEnabled val="1"/>
        </dgm:presLayoutVars>
      </dgm:prSet>
      <dgm:spPr/>
    </dgm:pt>
    <dgm:pt modelId="{73F500A0-C081-4607-B5B6-D411E4371495}" type="pres">
      <dgm:prSet presAssocID="{1775BD14-B130-4DCD-A1D3-33E5F9D363E1}" presName="negativeSpace" presStyleCnt="0"/>
      <dgm:spPr/>
    </dgm:pt>
    <dgm:pt modelId="{DA89A198-BD03-417D-B8D8-F7EFC21869EA}" type="pres">
      <dgm:prSet presAssocID="{1775BD14-B130-4DCD-A1D3-33E5F9D363E1}" presName="childText" presStyleLbl="conFgAcc1" presStyleIdx="2" presStyleCnt="5">
        <dgm:presLayoutVars>
          <dgm:bulletEnabled val="1"/>
        </dgm:presLayoutVars>
      </dgm:prSet>
      <dgm:spPr/>
    </dgm:pt>
    <dgm:pt modelId="{97503A2C-CE2F-4C3D-87D5-49FC10B13DFE}" type="pres">
      <dgm:prSet presAssocID="{A74E407F-A65C-44CC-B68B-9B66AEE3302C}" presName="spaceBetweenRectangles" presStyleCnt="0"/>
      <dgm:spPr/>
    </dgm:pt>
    <dgm:pt modelId="{BAA004FF-C0B0-4AFB-AA97-B9EBE3DDA174}" type="pres">
      <dgm:prSet presAssocID="{5F46FDB2-8B9C-46FC-9C0A-FAC1A460E9CE}" presName="parentLin" presStyleCnt="0"/>
      <dgm:spPr/>
    </dgm:pt>
    <dgm:pt modelId="{432DF25F-3A95-4D33-8C20-7F68E409A3AD}" type="pres">
      <dgm:prSet presAssocID="{5F46FDB2-8B9C-46FC-9C0A-FAC1A460E9CE}" presName="parentLeftMargin" presStyleLbl="node1" presStyleIdx="2" presStyleCnt="5"/>
      <dgm:spPr/>
    </dgm:pt>
    <dgm:pt modelId="{32643C36-3F64-498C-8C0D-B7F3E31E4C1E}" type="pres">
      <dgm:prSet presAssocID="{5F46FDB2-8B9C-46FC-9C0A-FAC1A460E9CE}" presName="parentText" presStyleLbl="node1" presStyleIdx="3" presStyleCnt="5">
        <dgm:presLayoutVars>
          <dgm:chMax val="0"/>
          <dgm:bulletEnabled val="1"/>
        </dgm:presLayoutVars>
      </dgm:prSet>
      <dgm:spPr/>
    </dgm:pt>
    <dgm:pt modelId="{636BF5F7-BB86-4AD8-B50B-899CC5B3B2FC}" type="pres">
      <dgm:prSet presAssocID="{5F46FDB2-8B9C-46FC-9C0A-FAC1A460E9CE}" presName="negativeSpace" presStyleCnt="0"/>
      <dgm:spPr/>
    </dgm:pt>
    <dgm:pt modelId="{CC747699-772A-46CD-813C-CF194BD9B24B}" type="pres">
      <dgm:prSet presAssocID="{5F46FDB2-8B9C-46FC-9C0A-FAC1A460E9CE}" presName="childText" presStyleLbl="conFgAcc1" presStyleIdx="3" presStyleCnt="5">
        <dgm:presLayoutVars>
          <dgm:bulletEnabled val="1"/>
        </dgm:presLayoutVars>
      </dgm:prSet>
      <dgm:spPr/>
    </dgm:pt>
    <dgm:pt modelId="{B25047B6-B165-4119-BBD6-A691D2CB0670}" type="pres">
      <dgm:prSet presAssocID="{19958ED8-BBF4-4E58-B560-C45FA99BA6FE}" presName="spaceBetweenRectangles" presStyleCnt="0"/>
      <dgm:spPr/>
    </dgm:pt>
    <dgm:pt modelId="{93BD06D9-07E2-4928-B160-972175A1DF37}" type="pres">
      <dgm:prSet presAssocID="{AA49655E-AC21-4D52-9AE5-876E3DB89758}" presName="parentLin" presStyleCnt="0"/>
      <dgm:spPr/>
    </dgm:pt>
    <dgm:pt modelId="{28A3FD51-86D7-40D6-9D50-220B99F68E83}" type="pres">
      <dgm:prSet presAssocID="{AA49655E-AC21-4D52-9AE5-876E3DB89758}" presName="parentLeftMargin" presStyleLbl="node1" presStyleIdx="3" presStyleCnt="5"/>
      <dgm:spPr/>
    </dgm:pt>
    <dgm:pt modelId="{179E6E21-51F0-484A-874B-F439FDB7A343}" type="pres">
      <dgm:prSet presAssocID="{AA49655E-AC21-4D52-9AE5-876E3DB89758}" presName="parentText" presStyleLbl="node1" presStyleIdx="4" presStyleCnt="5">
        <dgm:presLayoutVars>
          <dgm:chMax val="0"/>
          <dgm:bulletEnabled val="1"/>
        </dgm:presLayoutVars>
      </dgm:prSet>
      <dgm:spPr/>
    </dgm:pt>
    <dgm:pt modelId="{802E2DF7-A985-4320-A060-465BAA46A157}" type="pres">
      <dgm:prSet presAssocID="{AA49655E-AC21-4D52-9AE5-876E3DB89758}" presName="negativeSpace" presStyleCnt="0"/>
      <dgm:spPr/>
    </dgm:pt>
    <dgm:pt modelId="{398923F3-BF23-43A2-B30F-1E245ED93CBB}" type="pres">
      <dgm:prSet presAssocID="{AA49655E-AC21-4D52-9AE5-876E3DB89758}" presName="childText" presStyleLbl="conFgAcc1" presStyleIdx="4" presStyleCnt="5">
        <dgm:presLayoutVars>
          <dgm:bulletEnabled val="1"/>
        </dgm:presLayoutVars>
      </dgm:prSet>
      <dgm:spPr/>
    </dgm:pt>
  </dgm:ptLst>
  <dgm:cxnLst>
    <dgm:cxn modelId="{8D6C5506-39F6-4804-AC08-FDF38FC4A7C3}" type="presOf" srcId="{AA49655E-AC21-4D52-9AE5-876E3DB89758}" destId="{28A3FD51-86D7-40D6-9D50-220B99F68E83}" srcOrd="0" destOrd="0" presId="urn:microsoft.com/office/officeart/2005/8/layout/list1"/>
    <dgm:cxn modelId="{C12F5D14-202D-4DF7-8836-FCF69400C455}" srcId="{AA49655E-AC21-4D52-9AE5-876E3DB89758}" destId="{1A0BEEE9-93B0-4173-B885-F24619DC3462}" srcOrd="1" destOrd="0" parTransId="{822237F9-EE47-4A82-9CA3-BFF6E75F62A5}" sibTransId="{027F515C-B04D-4CB6-8BCE-0F435E6594E4}"/>
    <dgm:cxn modelId="{491EA417-7FC7-435F-B48F-A13D4EAE9FEE}" srcId="{AA49655E-AC21-4D52-9AE5-876E3DB89758}" destId="{7007D68C-5684-4A85-9642-EAC96A467240}" srcOrd="2" destOrd="0" parTransId="{1DD66DFC-DCEA-49FA-A810-C7C002C36F15}" sibTransId="{D7D8A410-49C3-41A4-91C7-942E8DE8D9A7}"/>
    <dgm:cxn modelId="{06483E18-C655-4FD1-A49B-C06DDF8D19BE}" srcId="{8CD2A057-4722-4F06-A13E-9D676106898D}" destId="{CFEB4A4B-0749-4675-AC39-B6BEBA1FB6A1}" srcOrd="1" destOrd="0" parTransId="{4B91D0A0-73BB-416F-AA07-4EBEAF2CBDFE}" sibTransId="{295A1BC5-C232-4D48-B2C3-589735394B4B}"/>
    <dgm:cxn modelId="{45D45A1E-6659-4FA1-A54F-E5FE8CE06006}" type="presOf" srcId="{1775BD14-B130-4DCD-A1D3-33E5F9D363E1}" destId="{98AD5124-3CF6-49F7-AC15-58BB2ECB7519}" srcOrd="1" destOrd="0" presId="urn:microsoft.com/office/officeart/2005/8/layout/list1"/>
    <dgm:cxn modelId="{A7A3BD1E-43B5-4B7C-915E-213584825F36}" type="presOf" srcId="{54083B6D-96B2-4001-8014-CCBFD736493A}" destId="{398923F3-BF23-43A2-B30F-1E245ED93CBB}" srcOrd="0" destOrd="4" presId="urn:microsoft.com/office/officeart/2005/8/layout/list1"/>
    <dgm:cxn modelId="{8FC19421-BAE4-4EA4-BDE2-34B8B4D2AC4D}" srcId="{4179305C-D9BC-4FA7-8BE0-C34BDE57E1FF}" destId="{8E16D7F1-79F4-444F-BD75-FF26C5371886}" srcOrd="2" destOrd="0" parTransId="{CC30C505-BA3E-42D1-A662-2151DEA02B05}" sibTransId="{964AC231-6D91-44E2-857D-D422754DDC0C}"/>
    <dgm:cxn modelId="{9D1E403D-5D44-4664-8A29-5E8B75B6E27D}" type="presOf" srcId="{C694D2FA-AD1E-4200-BCB5-1009F4DDF171}" destId="{DA89A198-BD03-417D-B8D8-F7EFC21869EA}" srcOrd="0" destOrd="0" presId="urn:microsoft.com/office/officeart/2005/8/layout/list1"/>
    <dgm:cxn modelId="{2A4CA83E-4DA2-44AE-BE50-D452EF1970AA}" srcId="{F615DB35-EEEE-4AB5-B56F-08FC4B41153E}" destId="{5F46FDB2-8B9C-46FC-9C0A-FAC1A460E9CE}" srcOrd="3" destOrd="0" parTransId="{1617B4BB-71D7-47C2-BB7C-9F0AF97AD68F}" sibTransId="{19958ED8-BBF4-4E58-B560-C45FA99BA6FE}"/>
    <dgm:cxn modelId="{9380673F-CA78-4E2C-A680-CCE48F323484}" srcId="{F615DB35-EEEE-4AB5-B56F-08FC4B41153E}" destId="{8CD2A057-4722-4F06-A13E-9D676106898D}" srcOrd="0" destOrd="0" parTransId="{3430EABE-77C1-45F5-A273-D84557BFF0FA}" sibTransId="{84BC8DC8-1CA1-403A-B58C-A304131E35E7}"/>
    <dgm:cxn modelId="{A36ECA3F-AAE7-45CD-9243-51E7336C42C2}" type="presOf" srcId="{5F46FDB2-8B9C-46FC-9C0A-FAC1A460E9CE}" destId="{432DF25F-3A95-4D33-8C20-7F68E409A3AD}" srcOrd="0" destOrd="0" presId="urn:microsoft.com/office/officeart/2005/8/layout/list1"/>
    <dgm:cxn modelId="{CFE6195E-A8E7-4FB9-AA4E-01F30CB76B54}" type="presOf" srcId="{DFA681E0-BB81-405D-B376-D5EDAA1AE6DB}" destId="{398923F3-BF23-43A2-B30F-1E245ED93CBB}" srcOrd="0" destOrd="0" presId="urn:microsoft.com/office/officeart/2005/8/layout/list1"/>
    <dgm:cxn modelId="{F38CAF41-A16A-47C3-9993-EFEE97F0709A}" type="presOf" srcId="{8E16D7F1-79F4-444F-BD75-FF26C5371886}" destId="{B899DC30-F1C2-42B2-A49E-40C00661E4B3}" srcOrd="0" destOrd="2" presId="urn:microsoft.com/office/officeart/2005/8/layout/list1"/>
    <dgm:cxn modelId="{97326442-F7DB-49BD-974D-3118AFF0DD9A}" srcId="{AA49655E-AC21-4D52-9AE5-876E3DB89758}" destId="{54083B6D-96B2-4001-8014-CCBFD736493A}" srcOrd="4" destOrd="0" parTransId="{621D2103-E543-4471-9A7E-2D95BFEBE7A6}" sibTransId="{902B73B2-3A4E-4D35-AF0F-66C33101E6DF}"/>
    <dgm:cxn modelId="{E85FDB47-CFA8-4450-B02B-E53D3B38517B}" type="presOf" srcId="{9E6830FF-4519-4F9D-BBF1-2FFEB414CC9D}" destId="{CC747699-772A-46CD-813C-CF194BD9B24B}" srcOrd="0" destOrd="1" presId="urn:microsoft.com/office/officeart/2005/8/layout/list1"/>
    <dgm:cxn modelId="{A2E84C4A-19E4-4835-BD76-4DC42335672D}" type="presOf" srcId="{2D036551-9B83-4CC6-A86A-46554D8AEFF0}" destId="{398923F3-BF23-43A2-B30F-1E245ED93CBB}" srcOrd="0" destOrd="5" presId="urn:microsoft.com/office/officeart/2005/8/layout/list1"/>
    <dgm:cxn modelId="{B4A1544A-B2F1-418E-BC20-E4EDC80518EA}" type="presOf" srcId="{5F46FDB2-8B9C-46FC-9C0A-FAC1A460E9CE}" destId="{32643C36-3F64-498C-8C0D-B7F3E31E4C1E}" srcOrd="1" destOrd="0" presId="urn:microsoft.com/office/officeart/2005/8/layout/list1"/>
    <dgm:cxn modelId="{94887C6C-B530-4AE8-A30B-1AAE8D56A285}" type="presOf" srcId="{ADE455D4-96B6-48DC-AE97-B15A5CC5572E}" destId="{DA89A198-BD03-417D-B8D8-F7EFC21869EA}" srcOrd="0" destOrd="2" presId="urn:microsoft.com/office/officeart/2005/8/layout/list1"/>
    <dgm:cxn modelId="{DDD5764E-3BDC-49E0-9C42-DCCBDD020223}" type="presOf" srcId="{AA49655E-AC21-4D52-9AE5-876E3DB89758}" destId="{179E6E21-51F0-484A-874B-F439FDB7A343}" srcOrd="1" destOrd="0" presId="urn:microsoft.com/office/officeart/2005/8/layout/list1"/>
    <dgm:cxn modelId="{72535272-68B5-4DA9-B055-B4B975000ECC}" srcId="{AA49655E-AC21-4D52-9AE5-876E3DB89758}" destId="{2D036551-9B83-4CC6-A86A-46554D8AEFF0}" srcOrd="5" destOrd="0" parTransId="{4C5AF63A-6F2F-4A23-8EAA-D9D682C2F0BB}" sibTransId="{8CC745F8-2D02-4FBA-BD9A-6BD308ECC9E9}"/>
    <dgm:cxn modelId="{7522BB72-E75C-4E09-B006-1DC849325EDD}" type="presOf" srcId="{8CD2A057-4722-4F06-A13E-9D676106898D}" destId="{CC251DCA-05C4-4CF8-8BD0-CE17D998E79D}" srcOrd="0" destOrd="0" presId="urn:microsoft.com/office/officeart/2005/8/layout/list1"/>
    <dgm:cxn modelId="{419F4F55-78D1-41F8-B21A-3CD183CF2F61}" type="presOf" srcId="{F8EA75DB-460A-4165-B925-D4E4EB0C2E01}" destId="{CC747699-772A-46CD-813C-CF194BD9B24B}" srcOrd="0" destOrd="2" presId="urn:microsoft.com/office/officeart/2005/8/layout/list1"/>
    <dgm:cxn modelId="{14B61186-B463-4BCB-90B0-E5DB078E45FE}" srcId="{5F46FDB2-8B9C-46FC-9C0A-FAC1A460E9CE}" destId="{AABBE0A4-9943-4BF2-B71E-191309CC95E3}" srcOrd="0" destOrd="0" parTransId="{1C96CB9B-9AD6-4306-8417-201BAE32F872}" sibTransId="{4AEBA3C7-2F6B-4C72-9441-35AE37F9E6D7}"/>
    <dgm:cxn modelId="{47DDB68A-5E68-4200-9644-D87243D36D83}" srcId="{5F46FDB2-8B9C-46FC-9C0A-FAC1A460E9CE}" destId="{9E6830FF-4519-4F9D-BBF1-2FFEB414CC9D}" srcOrd="1" destOrd="0" parTransId="{AA29ACB3-55FA-4E4E-A473-453927517240}" sibTransId="{CD6213DC-62C0-4FD9-AEDC-F47DB8212F13}"/>
    <dgm:cxn modelId="{512C6992-A87B-4698-AA75-2670BF3655AC}" type="presOf" srcId="{4179305C-D9BC-4FA7-8BE0-C34BDE57E1FF}" destId="{5FB0413C-35B7-4DCF-9F0C-E2FE058FDE6A}" srcOrd="1" destOrd="0" presId="urn:microsoft.com/office/officeart/2005/8/layout/list1"/>
    <dgm:cxn modelId="{5CAEC59C-F6C6-40A8-8134-9031BD83A745}" type="presOf" srcId="{1A0BEEE9-93B0-4173-B885-F24619DC3462}" destId="{398923F3-BF23-43A2-B30F-1E245ED93CBB}" srcOrd="0" destOrd="1" presId="urn:microsoft.com/office/officeart/2005/8/layout/list1"/>
    <dgm:cxn modelId="{A2F37DA3-F176-4A43-86FD-A9214C11E5B1}" type="presOf" srcId="{CFEB4A4B-0749-4675-AC39-B6BEBA1FB6A1}" destId="{211E9F1F-E4DF-43C2-8351-BB16DBEE3A92}" srcOrd="0" destOrd="1" presId="urn:microsoft.com/office/officeart/2005/8/layout/list1"/>
    <dgm:cxn modelId="{8D9BAEA4-28A2-4661-A978-69A050942F07}" srcId="{F615DB35-EEEE-4AB5-B56F-08FC4B41153E}" destId="{AA49655E-AC21-4D52-9AE5-876E3DB89758}" srcOrd="4" destOrd="0" parTransId="{689985CF-898D-4169-81A1-0BAB3132A57C}" sibTransId="{E2772ACF-DB3B-4737-B5F5-7B60BD939A8B}"/>
    <dgm:cxn modelId="{37DFEEA4-C447-4C14-83A6-E1CDC439A384}" type="presOf" srcId="{7007D68C-5684-4A85-9642-EAC96A467240}" destId="{398923F3-BF23-43A2-B30F-1E245ED93CBB}" srcOrd="0" destOrd="2" presId="urn:microsoft.com/office/officeart/2005/8/layout/list1"/>
    <dgm:cxn modelId="{18D817A8-5BDC-4E40-A47B-4530038A5FFC}" type="presOf" srcId="{4179305C-D9BC-4FA7-8BE0-C34BDE57E1FF}" destId="{E944E18B-9F2F-4EA6-874B-D39F9F4B37E9}" srcOrd="0" destOrd="0" presId="urn:microsoft.com/office/officeart/2005/8/layout/list1"/>
    <dgm:cxn modelId="{14D891AB-2F31-4A1D-AD88-88F4AC2D75E1}" srcId="{1775BD14-B130-4DCD-A1D3-33E5F9D363E1}" destId="{C694D2FA-AD1E-4200-BCB5-1009F4DDF171}" srcOrd="0" destOrd="0" parTransId="{D75C7E2F-1C12-4794-884E-2B60C561A393}" sibTransId="{AB6C1409-313A-4B51-9006-FC9ECED08A4A}"/>
    <dgm:cxn modelId="{B861C8AB-ECC5-4635-9726-47EDB2CD7E6A}" type="presOf" srcId="{AABBE0A4-9943-4BF2-B71E-191309CC95E3}" destId="{CC747699-772A-46CD-813C-CF194BD9B24B}" srcOrd="0" destOrd="0" presId="urn:microsoft.com/office/officeart/2005/8/layout/list1"/>
    <dgm:cxn modelId="{F57ECCAD-E3AE-4B71-B46D-A6805307B534}" type="presOf" srcId="{F615DB35-EEEE-4AB5-B56F-08FC4B41153E}" destId="{EBD6D830-231F-4719-BD03-702045224D23}" srcOrd="0" destOrd="0" presId="urn:microsoft.com/office/officeart/2005/8/layout/list1"/>
    <dgm:cxn modelId="{0EEFF6AE-FA48-4659-9A2C-B37D957FE833}" type="presOf" srcId="{8CD2A057-4722-4F06-A13E-9D676106898D}" destId="{4BE67D07-2CEC-4DE8-AD5E-DDD7D322FC39}" srcOrd="1" destOrd="0" presId="urn:microsoft.com/office/officeart/2005/8/layout/list1"/>
    <dgm:cxn modelId="{1CA1E6B4-24B0-4966-B408-2A2CAC444108}" type="presOf" srcId="{2AA38D31-B8B1-4B45-85B3-183BE455B6E6}" destId="{398923F3-BF23-43A2-B30F-1E245ED93CBB}" srcOrd="0" destOrd="3" presId="urn:microsoft.com/office/officeart/2005/8/layout/list1"/>
    <dgm:cxn modelId="{B17D8BB6-C4EE-484F-8891-7BF7D75A9B55}" srcId="{4179305C-D9BC-4FA7-8BE0-C34BDE57E1FF}" destId="{C2AD54F1-0B0D-4D98-A464-07900CC7F8E4}" srcOrd="0" destOrd="0" parTransId="{09150DEB-0995-4039-93E5-D39CD4A9F9B9}" sibTransId="{A2CE6C12-1F3C-4D11-B69C-8FC8DCAD04A1}"/>
    <dgm:cxn modelId="{0D43AEB6-BD49-45A3-A28D-CD8619A7669F}" srcId="{1775BD14-B130-4DCD-A1D3-33E5F9D363E1}" destId="{ADE455D4-96B6-48DC-AE97-B15A5CC5572E}" srcOrd="2" destOrd="0" parTransId="{D0E59CC0-F93F-401F-BCB7-F0F473D8A340}" sibTransId="{484B1C20-AE08-4937-84A8-5D9CDC3F12B2}"/>
    <dgm:cxn modelId="{796F0BBD-4095-4B15-84A1-DF7E8BED1B95}" type="presOf" srcId="{1775BD14-B130-4DCD-A1D3-33E5F9D363E1}" destId="{B7D937EC-2021-4780-AC20-DBD121B3B6EF}" srcOrd="0" destOrd="0" presId="urn:microsoft.com/office/officeart/2005/8/layout/list1"/>
    <dgm:cxn modelId="{C5E745D5-4394-47EE-AC0F-9ABFBA36FD78}" type="presOf" srcId="{B3A0BEFB-1BDB-4040-8ED0-4172CFEE3322}" destId="{DA89A198-BD03-417D-B8D8-F7EFC21869EA}" srcOrd="0" destOrd="1" presId="urn:microsoft.com/office/officeart/2005/8/layout/list1"/>
    <dgm:cxn modelId="{A0FED7D6-D4F6-47A3-BF64-DDEC8287FCE7}" srcId="{8CD2A057-4722-4F06-A13E-9D676106898D}" destId="{155DAACA-3553-4AB4-941D-1613E6C6AC97}" srcOrd="0" destOrd="0" parTransId="{2D3C364C-0194-4109-9E66-5628BEB6E774}" sibTransId="{B864D8B1-D2AD-4BD8-9BA8-D3FF000EC55B}"/>
    <dgm:cxn modelId="{27DB02DA-3EE9-4878-9DEE-DD21D38CDD5B}" srcId="{AA49655E-AC21-4D52-9AE5-876E3DB89758}" destId="{DFA681E0-BB81-405D-B376-D5EDAA1AE6DB}" srcOrd="0" destOrd="0" parTransId="{D0E3BD71-FA8F-4CF0-8287-A1AE26266207}" sibTransId="{F25704E0-CAB9-445A-9FAC-AC4D3B51C2F4}"/>
    <dgm:cxn modelId="{E19FB6E0-7005-4E32-B2E5-D0E7D646613A}" type="presOf" srcId="{155DAACA-3553-4AB4-941D-1613E6C6AC97}" destId="{211E9F1F-E4DF-43C2-8351-BB16DBEE3A92}" srcOrd="0" destOrd="0" presId="urn:microsoft.com/office/officeart/2005/8/layout/list1"/>
    <dgm:cxn modelId="{1BF4E0E0-6726-4259-A40C-93B8972348E6}" type="presOf" srcId="{C2AD54F1-0B0D-4D98-A464-07900CC7F8E4}" destId="{B899DC30-F1C2-42B2-A49E-40C00661E4B3}" srcOrd="0" destOrd="0" presId="urn:microsoft.com/office/officeart/2005/8/layout/list1"/>
    <dgm:cxn modelId="{7C8C5DEB-319E-4028-8796-61162CA94FF9}" srcId="{F615DB35-EEEE-4AB5-B56F-08FC4B41153E}" destId="{4179305C-D9BC-4FA7-8BE0-C34BDE57E1FF}" srcOrd="1" destOrd="0" parTransId="{491C8FDE-D629-471E-A867-DC3FD886965A}" sibTransId="{1B43BF01-CEC1-46F4-A388-722B2A27ED92}"/>
    <dgm:cxn modelId="{AFFBD0EB-A5DC-4B84-97F4-F063270A804A}" type="presOf" srcId="{33D71B9C-5693-404D-AECE-D23912DB9D27}" destId="{B899DC30-F1C2-42B2-A49E-40C00661E4B3}" srcOrd="0" destOrd="1" presId="urn:microsoft.com/office/officeart/2005/8/layout/list1"/>
    <dgm:cxn modelId="{C0C0ACF2-3484-4820-A6C6-09B477EC7EBF}" srcId="{1775BD14-B130-4DCD-A1D3-33E5F9D363E1}" destId="{B3A0BEFB-1BDB-4040-8ED0-4172CFEE3322}" srcOrd="1" destOrd="0" parTransId="{6718C9B8-04B9-4D31-99FD-ECD2CB213258}" sibTransId="{50F0EC66-8518-4F21-9FEB-E18AECC18B40}"/>
    <dgm:cxn modelId="{C652F4F5-A653-42A4-857E-1CC2D4F19DFD}" srcId="{F615DB35-EEEE-4AB5-B56F-08FC4B41153E}" destId="{1775BD14-B130-4DCD-A1D3-33E5F9D363E1}" srcOrd="2" destOrd="0" parTransId="{CF5B1EB1-7F9A-4E54-B187-2B5E1E154EC3}" sibTransId="{A74E407F-A65C-44CC-B68B-9B66AEE3302C}"/>
    <dgm:cxn modelId="{9677F3FB-80E5-4C0C-92EE-7B05E80BB7C0}" srcId="{AA49655E-AC21-4D52-9AE5-876E3DB89758}" destId="{2AA38D31-B8B1-4B45-85B3-183BE455B6E6}" srcOrd="3" destOrd="0" parTransId="{ECCB906D-0E6D-4663-B8ED-C4AFC60B79D7}" sibTransId="{82C9DF18-7DD1-471B-8926-A5D5FB76B9DD}"/>
    <dgm:cxn modelId="{247CB5FC-4E01-4C24-B9B6-5A41CCC66954}" srcId="{5F46FDB2-8B9C-46FC-9C0A-FAC1A460E9CE}" destId="{F8EA75DB-460A-4165-B925-D4E4EB0C2E01}" srcOrd="2" destOrd="0" parTransId="{F21CE7E1-86B6-417E-A427-F94D8FFD2610}" sibTransId="{0C4890C1-93FE-4449-8B57-2FEFAC28901E}"/>
    <dgm:cxn modelId="{ED4153FE-B5B3-4AFC-84D6-565A7EEEA2B0}" srcId="{4179305C-D9BC-4FA7-8BE0-C34BDE57E1FF}" destId="{33D71B9C-5693-404D-AECE-D23912DB9D27}" srcOrd="1" destOrd="0" parTransId="{8475E35D-2A71-458F-A4AC-A31F7E10AC5F}" sibTransId="{DBF14952-162D-45A1-95A1-25CEE01538C5}"/>
    <dgm:cxn modelId="{D533FC89-4CD0-4FC4-878C-497412A11FFE}" type="presParOf" srcId="{EBD6D830-231F-4719-BD03-702045224D23}" destId="{4898F4E3-77FC-4255-A0CB-9AA40C8A47DE}" srcOrd="0" destOrd="0" presId="urn:microsoft.com/office/officeart/2005/8/layout/list1"/>
    <dgm:cxn modelId="{83FBEF99-33A7-481B-874F-2DE7C5524EB2}" type="presParOf" srcId="{4898F4E3-77FC-4255-A0CB-9AA40C8A47DE}" destId="{CC251DCA-05C4-4CF8-8BD0-CE17D998E79D}" srcOrd="0" destOrd="0" presId="urn:microsoft.com/office/officeart/2005/8/layout/list1"/>
    <dgm:cxn modelId="{A3480085-156E-41DD-B44E-8923B490140C}" type="presParOf" srcId="{4898F4E3-77FC-4255-A0CB-9AA40C8A47DE}" destId="{4BE67D07-2CEC-4DE8-AD5E-DDD7D322FC39}" srcOrd="1" destOrd="0" presId="urn:microsoft.com/office/officeart/2005/8/layout/list1"/>
    <dgm:cxn modelId="{C74DF56C-ED9B-4702-9B7A-50A7884A7592}" type="presParOf" srcId="{EBD6D830-231F-4719-BD03-702045224D23}" destId="{1EE6069A-D68D-4449-BECF-13D379ECA212}" srcOrd="1" destOrd="0" presId="urn:microsoft.com/office/officeart/2005/8/layout/list1"/>
    <dgm:cxn modelId="{5AFF0886-911D-4F03-B54C-E284F18F38DB}" type="presParOf" srcId="{EBD6D830-231F-4719-BD03-702045224D23}" destId="{211E9F1F-E4DF-43C2-8351-BB16DBEE3A92}" srcOrd="2" destOrd="0" presId="urn:microsoft.com/office/officeart/2005/8/layout/list1"/>
    <dgm:cxn modelId="{BEF04221-2B0D-4D9A-AEC8-5F94A8350F95}" type="presParOf" srcId="{EBD6D830-231F-4719-BD03-702045224D23}" destId="{4A8903DE-E144-4347-A2A4-A31B3D571E06}" srcOrd="3" destOrd="0" presId="urn:microsoft.com/office/officeart/2005/8/layout/list1"/>
    <dgm:cxn modelId="{E1A7C986-6F30-438A-B42A-FA733CF11ED6}" type="presParOf" srcId="{EBD6D830-231F-4719-BD03-702045224D23}" destId="{D196754B-ABEA-494F-B2E4-DDBA2E8E3053}" srcOrd="4" destOrd="0" presId="urn:microsoft.com/office/officeart/2005/8/layout/list1"/>
    <dgm:cxn modelId="{82FBFE90-1E62-45BA-A809-6A79E77A0FA0}" type="presParOf" srcId="{D196754B-ABEA-494F-B2E4-DDBA2E8E3053}" destId="{E944E18B-9F2F-4EA6-874B-D39F9F4B37E9}" srcOrd="0" destOrd="0" presId="urn:microsoft.com/office/officeart/2005/8/layout/list1"/>
    <dgm:cxn modelId="{3B04B61B-5A42-48FA-BC7D-5FAAF7B02CF3}" type="presParOf" srcId="{D196754B-ABEA-494F-B2E4-DDBA2E8E3053}" destId="{5FB0413C-35B7-4DCF-9F0C-E2FE058FDE6A}" srcOrd="1" destOrd="0" presId="urn:microsoft.com/office/officeart/2005/8/layout/list1"/>
    <dgm:cxn modelId="{F1A15599-817F-4696-9066-9745F5BCB9D0}" type="presParOf" srcId="{EBD6D830-231F-4719-BD03-702045224D23}" destId="{E57E88E9-64BC-4544-A04D-4BF741EC0CDC}" srcOrd="5" destOrd="0" presId="urn:microsoft.com/office/officeart/2005/8/layout/list1"/>
    <dgm:cxn modelId="{AC162E5B-F450-498F-BB79-6606A90A747A}" type="presParOf" srcId="{EBD6D830-231F-4719-BD03-702045224D23}" destId="{B899DC30-F1C2-42B2-A49E-40C00661E4B3}" srcOrd="6" destOrd="0" presId="urn:microsoft.com/office/officeart/2005/8/layout/list1"/>
    <dgm:cxn modelId="{5CF534E5-D0E4-4020-A73B-782969F60733}" type="presParOf" srcId="{EBD6D830-231F-4719-BD03-702045224D23}" destId="{009DC45A-BB8D-41F0-98F5-4B4E079D90EE}" srcOrd="7" destOrd="0" presId="urn:microsoft.com/office/officeart/2005/8/layout/list1"/>
    <dgm:cxn modelId="{5F48E7B6-4A3C-43B5-98D2-49972F8F5F8D}" type="presParOf" srcId="{EBD6D830-231F-4719-BD03-702045224D23}" destId="{BBF03AFC-04A8-4674-8CD0-76E9778B8EA9}" srcOrd="8" destOrd="0" presId="urn:microsoft.com/office/officeart/2005/8/layout/list1"/>
    <dgm:cxn modelId="{5BCBFEE6-53D5-4742-B99F-79FFD750FF9E}" type="presParOf" srcId="{BBF03AFC-04A8-4674-8CD0-76E9778B8EA9}" destId="{B7D937EC-2021-4780-AC20-DBD121B3B6EF}" srcOrd="0" destOrd="0" presId="urn:microsoft.com/office/officeart/2005/8/layout/list1"/>
    <dgm:cxn modelId="{774AB8C8-ED93-4ABB-B883-244F71A4243F}" type="presParOf" srcId="{BBF03AFC-04A8-4674-8CD0-76E9778B8EA9}" destId="{98AD5124-3CF6-49F7-AC15-58BB2ECB7519}" srcOrd="1" destOrd="0" presId="urn:microsoft.com/office/officeart/2005/8/layout/list1"/>
    <dgm:cxn modelId="{417DFC6B-CA81-4DA9-86E5-B1E5851B36D2}" type="presParOf" srcId="{EBD6D830-231F-4719-BD03-702045224D23}" destId="{73F500A0-C081-4607-B5B6-D411E4371495}" srcOrd="9" destOrd="0" presId="urn:microsoft.com/office/officeart/2005/8/layout/list1"/>
    <dgm:cxn modelId="{6A15EAE5-5F5E-41E4-A1D1-FF98988A9E04}" type="presParOf" srcId="{EBD6D830-231F-4719-BD03-702045224D23}" destId="{DA89A198-BD03-417D-B8D8-F7EFC21869EA}" srcOrd="10" destOrd="0" presId="urn:microsoft.com/office/officeart/2005/8/layout/list1"/>
    <dgm:cxn modelId="{9A89C1F1-9338-449E-B7AB-362962AC23EE}" type="presParOf" srcId="{EBD6D830-231F-4719-BD03-702045224D23}" destId="{97503A2C-CE2F-4C3D-87D5-49FC10B13DFE}" srcOrd="11" destOrd="0" presId="urn:microsoft.com/office/officeart/2005/8/layout/list1"/>
    <dgm:cxn modelId="{B1484A5A-6918-4E58-861E-4E22CDA7802D}" type="presParOf" srcId="{EBD6D830-231F-4719-BD03-702045224D23}" destId="{BAA004FF-C0B0-4AFB-AA97-B9EBE3DDA174}" srcOrd="12" destOrd="0" presId="urn:microsoft.com/office/officeart/2005/8/layout/list1"/>
    <dgm:cxn modelId="{A5B59996-B547-49B2-BE53-AD884C3DF386}" type="presParOf" srcId="{BAA004FF-C0B0-4AFB-AA97-B9EBE3DDA174}" destId="{432DF25F-3A95-4D33-8C20-7F68E409A3AD}" srcOrd="0" destOrd="0" presId="urn:microsoft.com/office/officeart/2005/8/layout/list1"/>
    <dgm:cxn modelId="{117ADE97-EAA4-41A6-9355-2256086572D6}" type="presParOf" srcId="{BAA004FF-C0B0-4AFB-AA97-B9EBE3DDA174}" destId="{32643C36-3F64-498C-8C0D-B7F3E31E4C1E}" srcOrd="1" destOrd="0" presId="urn:microsoft.com/office/officeart/2005/8/layout/list1"/>
    <dgm:cxn modelId="{81F8C01C-DA5F-45D7-8972-5759FBB413F8}" type="presParOf" srcId="{EBD6D830-231F-4719-BD03-702045224D23}" destId="{636BF5F7-BB86-4AD8-B50B-899CC5B3B2FC}" srcOrd="13" destOrd="0" presId="urn:microsoft.com/office/officeart/2005/8/layout/list1"/>
    <dgm:cxn modelId="{8E2F80EA-9517-4D43-BDF3-21F7810E79AB}" type="presParOf" srcId="{EBD6D830-231F-4719-BD03-702045224D23}" destId="{CC747699-772A-46CD-813C-CF194BD9B24B}" srcOrd="14" destOrd="0" presId="urn:microsoft.com/office/officeart/2005/8/layout/list1"/>
    <dgm:cxn modelId="{E8390677-F298-40AD-8B15-6072522A513B}" type="presParOf" srcId="{EBD6D830-231F-4719-BD03-702045224D23}" destId="{B25047B6-B165-4119-BBD6-A691D2CB0670}" srcOrd="15" destOrd="0" presId="urn:microsoft.com/office/officeart/2005/8/layout/list1"/>
    <dgm:cxn modelId="{B2675E9F-357A-486B-84CC-DE3DB3464C4C}" type="presParOf" srcId="{EBD6D830-231F-4719-BD03-702045224D23}" destId="{93BD06D9-07E2-4928-B160-972175A1DF37}" srcOrd="16" destOrd="0" presId="urn:microsoft.com/office/officeart/2005/8/layout/list1"/>
    <dgm:cxn modelId="{A14297D9-4ECD-4A45-9DB3-E30B39D9CBD3}" type="presParOf" srcId="{93BD06D9-07E2-4928-B160-972175A1DF37}" destId="{28A3FD51-86D7-40D6-9D50-220B99F68E83}" srcOrd="0" destOrd="0" presId="urn:microsoft.com/office/officeart/2005/8/layout/list1"/>
    <dgm:cxn modelId="{05E594B6-6643-450C-AA96-185964D8AA5E}" type="presParOf" srcId="{93BD06D9-07E2-4928-B160-972175A1DF37}" destId="{179E6E21-51F0-484A-874B-F439FDB7A343}" srcOrd="1" destOrd="0" presId="urn:microsoft.com/office/officeart/2005/8/layout/list1"/>
    <dgm:cxn modelId="{D9C3327E-0C0C-4D2B-8C50-161193E75F13}" type="presParOf" srcId="{EBD6D830-231F-4719-BD03-702045224D23}" destId="{802E2DF7-A985-4320-A060-465BAA46A157}" srcOrd="17" destOrd="0" presId="urn:microsoft.com/office/officeart/2005/8/layout/list1"/>
    <dgm:cxn modelId="{A6E82303-6A05-45C4-B1E5-A78F5BE5E6BB}" type="presParOf" srcId="{EBD6D830-231F-4719-BD03-702045224D23}" destId="{398923F3-BF23-43A2-B30F-1E245ED93CBB}" srcOrd="18" destOrd="0" presId="urn:microsoft.com/office/officeart/2005/8/layout/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726BA73B-0847-4769-945C-DF9C876B2F3A}" type="doc">
      <dgm:prSet loTypeId="urn:microsoft.com/office/officeart/2005/8/layout/list1" loCatId="list" qsTypeId="urn:microsoft.com/office/officeart/2005/8/quickstyle/simple1" qsCatId="simple" csTypeId="urn:microsoft.com/office/officeart/2005/8/colors/colorful2" csCatId="colorful" phldr="1"/>
      <dgm:spPr/>
      <dgm:t>
        <a:bodyPr/>
        <a:lstStyle/>
        <a:p>
          <a:endParaRPr lang="zh-CN" altLang="en-US"/>
        </a:p>
      </dgm:t>
    </dgm:pt>
    <dgm:pt modelId="{C0DEDDF9-DEA5-4D95-8CAD-3C9279CF9CE4}">
      <dgm:prSet phldrT="[文本]"/>
      <dgm:spPr/>
      <dgm:t>
        <a:bodyPr/>
        <a:lstStyle/>
        <a:p>
          <a:r>
            <a:rPr lang="en-US" altLang="en-US"/>
            <a:t>6. </a:t>
          </a:r>
          <a:r>
            <a:rPr lang="zh-CN" altLang="en-US"/>
            <a:t>沟通管理</a:t>
          </a:r>
          <a:endParaRPr lang="zh-CN" altLang="en-US" dirty="0"/>
        </a:p>
      </dgm:t>
    </dgm:pt>
    <dgm:pt modelId="{975DA8A4-1C54-48B4-B89D-70731BC9C764}" cxnId="{CA12FA64-66D8-4AA6-8641-A492E334C3A8}" type="parTrans">
      <dgm:prSet/>
      <dgm:spPr/>
      <dgm:t>
        <a:bodyPr/>
        <a:lstStyle/>
        <a:p>
          <a:endParaRPr lang="zh-CN" altLang="en-US"/>
        </a:p>
      </dgm:t>
    </dgm:pt>
    <dgm:pt modelId="{452B9154-9027-4015-A4F6-07255F1DE768}" cxnId="{CA12FA64-66D8-4AA6-8641-A492E334C3A8}" type="sibTrans">
      <dgm:prSet/>
      <dgm:spPr/>
      <dgm:t>
        <a:bodyPr/>
        <a:lstStyle/>
        <a:p>
          <a:endParaRPr lang="zh-CN" altLang="en-US"/>
        </a:p>
      </dgm:t>
    </dgm:pt>
    <dgm:pt modelId="{E9C3F5C6-5150-44F7-A5A7-2C38E000F2C1}">
      <dgm:prSet phldrT="[文本]"/>
      <dgm:spPr/>
      <dgm:t>
        <a:bodyPr/>
        <a:lstStyle/>
        <a:p>
          <a:r>
            <a:rPr lang="zh-CN" altLang="en-US" dirty="0"/>
            <a:t>沟通的重要性与沟通计划</a:t>
          </a:r>
        </a:p>
      </dgm:t>
    </dgm:pt>
    <dgm:pt modelId="{78CF18E6-4BFA-4104-9B99-EA0F47132B24}" cxnId="{4592F6DE-0C80-4E2A-AB2A-F928B0687714}" type="parTrans">
      <dgm:prSet/>
      <dgm:spPr/>
      <dgm:t>
        <a:bodyPr/>
        <a:lstStyle/>
        <a:p>
          <a:endParaRPr lang="zh-CN" altLang="en-US"/>
        </a:p>
      </dgm:t>
    </dgm:pt>
    <dgm:pt modelId="{7CDD35FA-596A-4844-BFED-7F77B248649B}" cxnId="{4592F6DE-0C80-4E2A-AB2A-F928B0687714}" type="sibTrans">
      <dgm:prSet/>
      <dgm:spPr/>
      <dgm:t>
        <a:bodyPr/>
        <a:lstStyle/>
        <a:p>
          <a:endParaRPr lang="zh-CN" altLang="en-US"/>
        </a:p>
      </dgm:t>
    </dgm:pt>
    <dgm:pt modelId="{0AEF5365-2F8C-4A12-8729-FE5B47946F2C}">
      <dgm:prSet phldrT="[文本]"/>
      <dgm:spPr/>
      <dgm:t>
        <a:bodyPr/>
        <a:lstStyle/>
        <a:p>
          <a:r>
            <a:rPr lang="zh-CN" altLang="en-US" dirty="0"/>
            <a:t>沟通方式的选择与应用</a:t>
          </a:r>
        </a:p>
      </dgm:t>
    </dgm:pt>
    <dgm:pt modelId="{7E700089-C0AD-4296-BC10-F09FC3FCC38D}" cxnId="{59D6D2BE-CD59-4A1F-A50F-E036E56369DE}" type="parTrans">
      <dgm:prSet/>
      <dgm:spPr/>
      <dgm:t>
        <a:bodyPr/>
        <a:lstStyle/>
        <a:p>
          <a:endParaRPr lang="zh-CN" altLang="en-US"/>
        </a:p>
      </dgm:t>
    </dgm:pt>
    <dgm:pt modelId="{A0A0592C-7918-49BC-AEA4-B35A0BDFE0E6}" cxnId="{59D6D2BE-CD59-4A1F-A50F-E036E56369DE}" type="sibTrans">
      <dgm:prSet/>
      <dgm:spPr/>
      <dgm:t>
        <a:bodyPr/>
        <a:lstStyle/>
        <a:p>
          <a:endParaRPr lang="zh-CN" altLang="en-US"/>
        </a:p>
      </dgm:t>
    </dgm:pt>
    <dgm:pt modelId="{4EA9B338-810B-466C-BE70-C7853C62213E}">
      <dgm:prSet phldrT="[文本]"/>
      <dgm:spPr/>
      <dgm:t>
        <a:bodyPr/>
        <a:lstStyle/>
        <a:p>
          <a:r>
            <a:rPr lang="zh-CN" altLang="en-US" dirty="0"/>
            <a:t>有效沟通的技巧与实践</a:t>
          </a:r>
        </a:p>
      </dgm:t>
    </dgm:pt>
    <dgm:pt modelId="{D079ECCC-49F4-425F-9AB6-CC20D7293A44}" cxnId="{2E855471-592D-43AE-8122-3B4FBB7A1D63}" type="parTrans">
      <dgm:prSet/>
      <dgm:spPr/>
      <dgm:t>
        <a:bodyPr/>
        <a:lstStyle/>
        <a:p>
          <a:endParaRPr lang="zh-CN" altLang="en-US"/>
        </a:p>
      </dgm:t>
    </dgm:pt>
    <dgm:pt modelId="{1233B9D8-B702-4723-8EC8-35F98B886A8D}" cxnId="{2E855471-592D-43AE-8122-3B4FBB7A1D63}" type="sibTrans">
      <dgm:prSet/>
      <dgm:spPr/>
      <dgm:t>
        <a:bodyPr/>
        <a:lstStyle/>
        <a:p>
          <a:endParaRPr lang="zh-CN" altLang="en-US"/>
        </a:p>
      </dgm:t>
    </dgm:pt>
    <dgm:pt modelId="{6D153B55-FB5E-40A1-B96A-6C48002FF2E7}">
      <dgm:prSet phldrT="[文本]"/>
      <dgm:spPr/>
      <dgm:t>
        <a:bodyPr/>
        <a:lstStyle/>
        <a:p>
          <a:r>
            <a:rPr lang="zh-CN" altLang="en-US" dirty="0"/>
            <a:t>本质洞察、条理、同理心</a:t>
          </a:r>
        </a:p>
      </dgm:t>
    </dgm:pt>
    <dgm:pt modelId="{534E9D79-42B5-4518-B546-CA9494CE790E}" cxnId="{1D2230CB-B683-44A1-93DE-3DF058A96A84}" type="parTrans">
      <dgm:prSet/>
      <dgm:spPr/>
      <dgm:t>
        <a:bodyPr/>
        <a:lstStyle/>
        <a:p>
          <a:endParaRPr lang="zh-CN" altLang="en-US"/>
        </a:p>
      </dgm:t>
    </dgm:pt>
    <dgm:pt modelId="{80C892B7-0BC0-448F-99D7-F4EA7B5ED60A}" cxnId="{1D2230CB-B683-44A1-93DE-3DF058A96A84}" type="sibTrans">
      <dgm:prSet/>
      <dgm:spPr/>
      <dgm:t>
        <a:bodyPr/>
        <a:lstStyle/>
        <a:p>
          <a:endParaRPr lang="zh-CN" altLang="en-US"/>
        </a:p>
      </dgm:t>
    </dgm:pt>
    <dgm:pt modelId="{2FA17A20-2CA9-4324-8861-7324C57CB7FC}">
      <dgm:prSet phldrT="[文本]"/>
      <dgm:spPr/>
      <dgm:t>
        <a:bodyPr/>
        <a:lstStyle/>
        <a:p>
          <a:r>
            <a:rPr lang="zh-CN" altLang="en-US" dirty="0"/>
            <a:t>问题升级与解决策略</a:t>
          </a:r>
        </a:p>
      </dgm:t>
    </dgm:pt>
    <dgm:pt modelId="{B4A08AC8-8DC8-4D7F-9E08-EB46E870606E}" cxnId="{AD841387-8A0A-41EE-839B-610CF9671F23}" type="parTrans">
      <dgm:prSet/>
      <dgm:spPr/>
      <dgm:t>
        <a:bodyPr/>
        <a:lstStyle/>
        <a:p>
          <a:endParaRPr lang="zh-CN" altLang="en-US"/>
        </a:p>
      </dgm:t>
    </dgm:pt>
    <dgm:pt modelId="{47C56123-24C7-4571-BFD0-56C25D01D2AA}" cxnId="{AD841387-8A0A-41EE-839B-610CF9671F23}" type="sibTrans">
      <dgm:prSet/>
      <dgm:spPr/>
      <dgm:t>
        <a:bodyPr/>
        <a:lstStyle/>
        <a:p>
          <a:endParaRPr lang="zh-CN" altLang="en-US"/>
        </a:p>
      </dgm:t>
    </dgm:pt>
    <dgm:pt modelId="{78528498-C01A-4042-A7A5-7D4ABD78BF0B}">
      <dgm:prSet phldrT="[文本]"/>
      <dgm:spPr/>
      <dgm:t>
        <a:bodyPr/>
        <a:lstStyle/>
        <a:p>
          <a:r>
            <a:rPr lang="en-US" altLang="en-US" dirty="0"/>
            <a:t>7. </a:t>
          </a:r>
          <a:r>
            <a:rPr lang="zh-CN" altLang="en-US" dirty="0"/>
            <a:t>执行阶段</a:t>
          </a:r>
        </a:p>
      </dgm:t>
    </dgm:pt>
    <dgm:pt modelId="{820E0AC6-C2B6-4D16-85BD-1C95A9BAEFBB}" cxnId="{1CC4FCCF-55EE-44E5-86F7-E1F2CFD1B9CD}" type="parTrans">
      <dgm:prSet/>
      <dgm:spPr/>
      <dgm:t>
        <a:bodyPr/>
        <a:lstStyle/>
        <a:p>
          <a:endParaRPr lang="zh-CN" altLang="en-US"/>
        </a:p>
      </dgm:t>
    </dgm:pt>
    <dgm:pt modelId="{2FF08B2D-73FE-4743-9FE9-683C87224EA9}" cxnId="{1CC4FCCF-55EE-44E5-86F7-E1F2CFD1B9CD}" type="sibTrans">
      <dgm:prSet/>
      <dgm:spPr/>
      <dgm:t>
        <a:bodyPr/>
        <a:lstStyle/>
        <a:p>
          <a:endParaRPr lang="zh-CN" altLang="en-US"/>
        </a:p>
      </dgm:t>
    </dgm:pt>
    <dgm:pt modelId="{EFEC1319-70FF-494C-A54F-3BE969ECD638}">
      <dgm:prSet/>
      <dgm:spPr/>
      <dgm:t>
        <a:bodyPr/>
        <a:lstStyle/>
        <a:p>
          <a:r>
            <a:rPr lang="zh-CN" altLang="en-US" dirty="0"/>
            <a:t>团队建设与沟通管理</a:t>
          </a:r>
        </a:p>
      </dgm:t>
    </dgm:pt>
    <dgm:pt modelId="{400A3550-22E4-4418-95E7-B6271A49E15D}" cxnId="{BEB8F460-B348-4815-B998-DD433F2417F1}" type="parTrans">
      <dgm:prSet/>
      <dgm:spPr/>
      <dgm:t>
        <a:bodyPr/>
        <a:lstStyle/>
        <a:p>
          <a:endParaRPr lang="zh-CN" altLang="en-US"/>
        </a:p>
      </dgm:t>
    </dgm:pt>
    <dgm:pt modelId="{DD095508-D809-42B4-95F6-25BE9EE3EDE1}" cxnId="{BEB8F460-B348-4815-B998-DD433F2417F1}" type="sibTrans">
      <dgm:prSet/>
      <dgm:spPr/>
      <dgm:t>
        <a:bodyPr/>
        <a:lstStyle/>
        <a:p>
          <a:endParaRPr lang="zh-CN" altLang="en-US"/>
        </a:p>
      </dgm:t>
    </dgm:pt>
    <dgm:pt modelId="{BC1C54A0-3D5A-4B0E-87AE-E60AB30C2921}">
      <dgm:prSet/>
      <dgm:spPr/>
      <dgm:t>
        <a:bodyPr/>
        <a:lstStyle/>
        <a:p>
          <a:r>
            <a:rPr lang="zh-CN" altLang="en-US" dirty="0"/>
            <a:t>项目启动会议的组织与执行</a:t>
          </a:r>
        </a:p>
      </dgm:t>
    </dgm:pt>
    <dgm:pt modelId="{17CDE3A4-A463-4D9C-A685-064C31D0B0E5}" cxnId="{CEAB17B9-72E3-4BB9-BFAA-1BF2537B9B8C}" type="parTrans">
      <dgm:prSet/>
      <dgm:spPr/>
      <dgm:t>
        <a:bodyPr/>
        <a:lstStyle/>
        <a:p>
          <a:endParaRPr lang="zh-CN" altLang="en-US"/>
        </a:p>
      </dgm:t>
    </dgm:pt>
    <dgm:pt modelId="{2B298EAC-C7A8-4505-9BC4-B16202CF90C7}" cxnId="{CEAB17B9-72E3-4BB9-BFAA-1BF2537B9B8C}" type="sibTrans">
      <dgm:prSet/>
      <dgm:spPr/>
      <dgm:t>
        <a:bodyPr/>
        <a:lstStyle/>
        <a:p>
          <a:endParaRPr lang="zh-CN" altLang="en-US"/>
        </a:p>
      </dgm:t>
    </dgm:pt>
    <dgm:pt modelId="{809CA9B1-E23F-4AF9-A77D-24ECA3C64079}">
      <dgm:prSet/>
      <dgm:spPr/>
      <dgm:t>
        <a:bodyPr/>
        <a:lstStyle/>
        <a:p>
          <a:r>
            <a:rPr lang="zh-CN" altLang="en-US" dirty="0"/>
            <a:t>变更管理的原则与实践</a:t>
          </a:r>
        </a:p>
      </dgm:t>
    </dgm:pt>
    <dgm:pt modelId="{EF791659-49E0-4FB1-BBD7-B2C7A488C2FE}" cxnId="{F3D5189E-F984-430B-92A5-47355341563C}" type="parTrans">
      <dgm:prSet/>
      <dgm:spPr/>
      <dgm:t>
        <a:bodyPr/>
        <a:lstStyle/>
        <a:p>
          <a:endParaRPr lang="zh-CN" altLang="en-US"/>
        </a:p>
      </dgm:t>
    </dgm:pt>
    <dgm:pt modelId="{780CF57C-85BC-45B1-9E1A-35FEBB08A614}" cxnId="{F3D5189E-F984-430B-92A5-47355341563C}" type="sibTrans">
      <dgm:prSet/>
      <dgm:spPr/>
      <dgm:t>
        <a:bodyPr/>
        <a:lstStyle/>
        <a:p>
          <a:endParaRPr lang="zh-CN" altLang="en-US"/>
        </a:p>
      </dgm:t>
    </dgm:pt>
    <dgm:pt modelId="{CF27870A-CD0C-4DB8-BFB6-A069709F1088}">
      <dgm:prSet/>
      <dgm:spPr/>
      <dgm:t>
        <a:bodyPr/>
        <a:lstStyle/>
        <a:p>
          <a:r>
            <a:rPr lang="zh-CN" altLang="en-US" dirty="0"/>
            <a:t>监督与控制项目进度</a:t>
          </a:r>
        </a:p>
      </dgm:t>
    </dgm:pt>
    <dgm:pt modelId="{A0692F95-C154-45F3-9B79-A0AA7B89EA11}" cxnId="{7300466C-D82C-4B5B-A45B-96598A02C790}" type="parTrans">
      <dgm:prSet/>
      <dgm:spPr/>
      <dgm:t>
        <a:bodyPr/>
        <a:lstStyle/>
        <a:p>
          <a:endParaRPr lang="zh-CN" altLang="en-US"/>
        </a:p>
      </dgm:t>
    </dgm:pt>
    <dgm:pt modelId="{D31523F2-DCDA-4694-A0C3-64D07FB3A4E5}" cxnId="{7300466C-D82C-4B5B-A45B-96598A02C790}" type="sibTrans">
      <dgm:prSet/>
      <dgm:spPr/>
      <dgm:t>
        <a:bodyPr/>
        <a:lstStyle/>
        <a:p>
          <a:endParaRPr lang="zh-CN" altLang="en-US"/>
        </a:p>
      </dgm:t>
    </dgm:pt>
    <dgm:pt modelId="{3614BEC8-9639-4B8A-B3CE-F05E641BD427}">
      <dgm:prSet/>
      <dgm:spPr/>
      <dgm:t>
        <a:bodyPr/>
        <a:lstStyle/>
        <a:p>
          <a:r>
            <a:rPr lang="zh-CN" altLang="en-US" dirty="0"/>
            <a:t>里程碑的设定与检查</a:t>
          </a:r>
        </a:p>
      </dgm:t>
    </dgm:pt>
    <dgm:pt modelId="{CBC1920F-0F18-4865-A527-D49322F8DA29}" cxnId="{4BD1CFDA-F9BD-486B-9F56-9C2DB4738544}" type="parTrans">
      <dgm:prSet/>
      <dgm:spPr/>
      <dgm:t>
        <a:bodyPr/>
        <a:lstStyle/>
        <a:p>
          <a:endParaRPr lang="zh-CN" altLang="en-US"/>
        </a:p>
      </dgm:t>
    </dgm:pt>
    <dgm:pt modelId="{ADF1B294-C016-482A-B1C4-1C2043479C9A}" cxnId="{4BD1CFDA-F9BD-486B-9F56-9C2DB4738544}" type="sibTrans">
      <dgm:prSet/>
      <dgm:spPr/>
      <dgm:t>
        <a:bodyPr/>
        <a:lstStyle/>
        <a:p>
          <a:endParaRPr lang="zh-CN" altLang="en-US"/>
        </a:p>
      </dgm:t>
    </dgm:pt>
    <dgm:pt modelId="{7BEC1970-4668-43FD-B298-CD6C067C3B9B}">
      <dgm:prSet/>
      <dgm:spPr/>
      <dgm:t>
        <a:bodyPr/>
        <a:lstStyle/>
        <a:p>
          <a:r>
            <a:rPr lang="zh-CN" altLang="en-US" dirty="0"/>
            <a:t>完工总结与经验教训的记录</a:t>
          </a:r>
        </a:p>
      </dgm:t>
    </dgm:pt>
    <dgm:pt modelId="{1A1A87F2-8D55-4B22-97B9-1D7B359BC125}" cxnId="{9680B3FE-7692-4EE1-B5BD-547BA5D87A86}" type="parTrans">
      <dgm:prSet/>
      <dgm:spPr/>
      <dgm:t>
        <a:bodyPr/>
        <a:lstStyle/>
        <a:p>
          <a:endParaRPr lang="zh-CN" altLang="en-US"/>
        </a:p>
      </dgm:t>
    </dgm:pt>
    <dgm:pt modelId="{1A84438E-678D-4726-8F70-509A17878752}" cxnId="{9680B3FE-7692-4EE1-B5BD-547BA5D87A86}" type="sibTrans">
      <dgm:prSet/>
      <dgm:spPr/>
      <dgm:t>
        <a:bodyPr/>
        <a:lstStyle/>
        <a:p>
          <a:endParaRPr lang="zh-CN" altLang="en-US"/>
        </a:p>
      </dgm:t>
    </dgm:pt>
    <dgm:pt modelId="{C0C3246C-0CB6-460E-93EA-500A768EA613}">
      <dgm:prSet/>
      <dgm:spPr/>
      <dgm:t>
        <a:bodyPr/>
        <a:lstStyle/>
        <a:p>
          <a:r>
            <a:rPr lang="en-US" altLang="en-US" dirty="0"/>
            <a:t>8. </a:t>
          </a:r>
          <a:r>
            <a:rPr lang="zh-CN" altLang="en-US" dirty="0"/>
            <a:t>案例分析与实践</a:t>
          </a:r>
        </a:p>
      </dgm:t>
    </dgm:pt>
    <dgm:pt modelId="{FDC18AE1-7D4F-4B9F-8100-1E79A7D2228C}" cxnId="{D6D8BE50-5DD9-499F-987E-1C74EB557FF0}" type="parTrans">
      <dgm:prSet/>
      <dgm:spPr/>
      <dgm:t>
        <a:bodyPr/>
        <a:lstStyle/>
        <a:p>
          <a:endParaRPr lang="zh-CN" altLang="en-US"/>
        </a:p>
      </dgm:t>
    </dgm:pt>
    <dgm:pt modelId="{BB21EAE5-0D98-4D41-B63A-14A3EEEC85B1}" cxnId="{D6D8BE50-5DD9-499F-987E-1C74EB557FF0}" type="sibTrans">
      <dgm:prSet/>
      <dgm:spPr/>
      <dgm:t>
        <a:bodyPr/>
        <a:lstStyle/>
        <a:p>
          <a:endParaRPr lang="zh-CN" altLang="en-US"/>
        </a:p>
      </dgm:t>
    </dgm:pt>
    <dgm:pt modelId="{E012A3CD-2747-418C-BA84-A8BB3D305D52}">
      <dgm:prSet/>
      <dgm:spPr/>
      <dgm:t>
        <a:bodyPr/>
        <a:lstStyle/>
        <a:p>
          <a:r>
            <a:rPr lang="zh-CN" altLang="en-US" dirty="0"/>
            <a:t>分析案例中项目管理的成功与失败因素</a:t>
          </a:r>
        </a:p>
      </dgm:t>
    </dgm:pt>
    <dgm:pt modelId="{64A675F0-8162-465A-962A-25079E4E0171}" cxnId="{02B434FE-BA4F-4709-AC26-C2145C546E34}" type="parTrans">
      <dgm:prSet/>
      <dgm:spPr/>
      <dgm:t>
        <a:bodyPr/>
        <a:lstStyle/>
        <a:p>
          <a:endParaRPr lang="zh-CN" altLang="en-US"/>
        </a:p>
      </dgm:t>
    </dgm:pt>
    <dgm:pt modelId="{FE084F23-D53C-43FD-B5AB-FAD0F654F528}" cxnId="{02B434FE-BA4F-4709-AC26-C2145C546E34}" type="sibTrans">
      <dgm:prSet/>
      <dgm:spPr/>
      <dgm:t>
        <a:bodyPr/>
        <a:lstStyle/>
        <a:p>
          <a:endParaRPr lang="zh-CN" altLang="en-US"/>
        </a:p>
      </dgm:t>
    </dgm:pt>
    <dgm:pt modelId="{B236FBE0-862F-4F3A-88B8-8A2F41ED1E91}">
      <dgm:prSet/>
      <dgm:spPr/>
      <dgm:t>
        <a:bodyPr/>
        <a:lstStyle/>
        <a:p>
          <a:r>
            <a:rPr lang="zh-CN" altLang="en-US" dirty="0"/>
            <a:t>讨论案例中的实践要点与改进措施</a:t>
          </a:r>
        </a:p>
      </dgm:t>
    </dgm:pt>
    <dgm:pt modelId="{4334C021-9198-4C1D-ABAD-55A3A1F6939D}" cxnId="{6DAA4BE3-0AF3-48DF-B2B1-B6EAB899B4D2}" type="parTrans">
      <dgm:prSet/>
      <dgm:spPr/>
      <dgm:t>
        <a:bodyPr/>
        <a:lstStyle/>
        <a:p>
          <a:endParaRPr lang="zh-CN" altLang="en-US"/>
        </a:p>
      </dgm:t>
    </dgm:pt>
    <dgm:pt modelId="{FDE785C7-6260-43D8-A18D-CFD0AB55B0DA}" cxnId="{6DAA4BE3-0AF3-48DF-B2B1-B6EAB899B4D2}" type="sibTrans">
      <dgm:prSet/>
      <dgm:spPr/>
      <dgm:t>
        <a:bodyPr/>
        <a:lstStyle/>
        <a:p>
          <a:endParaRPr lang="zh-CN" altLang="en-US"/>
        </a:p>
      </dgm:t>
    </dgm:pt>
    <dgm:pt modelId="{032C5F24-76DB-4632-BF13-E327BA6D0C5A}">
      <dgm:prSet/>
      <dgm:spPr/>
      <dgm:t>
        <a:bodyPr/>
        <a:lstStyle/>
        <a:p>
          <a:r>
            <a:rPr lang="en-US" altLang="en-US" dirty="0"/>
            <a:t>9. </a:t>
          </a:r>
          <a:r>
            <a:rPr lang="zh-CN" altLang="en-US" dirty="0"/>
            <a:t>课程总结和回顾</a:t>
          </a:r>
        </a:p>
      </dgm:t>
    </dgm:pt>
    <dgm:pt modelId="{3FF1706F-94F8-4C71-82E9-2315792ECDC6}" cxnId="{57738996-8084-472D-9C25-1CDBBF0C78FC}" type="parTrans">
      <dgm:prSet/>
      <dgm:spPr/>
      <dgm:t>
        <a:bodyPr/>
        <a:lstStyle/>
        <a:p>
          <a:endParaRPr lang="zh-CN" altLang="en-US"/>
        </a:p>
      </dgm:t>
    </dgm:pt>
    <dgm:pt modelId="{068B76D0-3AA1-4286-9A8F-1A05528128D2}" cxnId="{57738996-8084-472D-9C25-1CDBBF0C78FC}" type="sibTrans">
      <dgm:prSet/>
      <dgm:spPr/>
      <dgm:t>
        <a:bodyPr/>
        <a:lstStyle/>
        <a:p>
          <a:endParaRPr lang="zh-CN" altLang="en-US"/>
        </a:p>
      </dgm:t>
    </dgm:pt>
    <dgm:pt modelId="{2EDEB194-FD96-4768-BFD7-92174F5C3C22}">
      <dgm:prSet/>
      <dgm:spPr/>
      <dgm:t>
        <a:bodyPr/>
        <a:lstStyle/>
        <a:p>
          <a:r>
            <a:rPr lang="zh-CN" altLang="en-US" dirty="0"/>
            <a:t>回顾课程要点</a:t>
          </a:r>
        </a:p>
      </dgm:t>
    </dgm:pt>
    <dgm:pt modelId="{0C1D7DBE-61F5-41D2-8C42-47C5F5E58E69}" cxnId="{912039CF-FBCD-4A55-81C3-250E49A25AE4}" type="parTrans">
      <dgm:prSet/>
      <dgm:spPr/>
      <dgm:t>
        <a:bodyPr/>
        <a:lstStyle/>
        <a:p>
          <a:endParaRPr lang="zh-CN" altLang="en-US"/>
        </a:p>
      </dgm:t>
    </dgm:pt>
    <dgm:pt modelId="{967BE353-9D78-4A78-BDF8-CA4CBFC8DF68}" cxnId="{912039CF-FBCD-4A55-81C3-250E49A25AE4}" type="sibTrans">
      <dgm:prSet/>
      <dgm:spPr/>
      <dgm:t>
        <a:bodyPr/>
        <a:lstStyle/>
        <a:p>
          <a:endParaRPr lang="zh-CN" altLang="en-US"/>
        </a:p>
      </dgm:t>
    </dgm:pt>
    <dgm:pt modelId="{BD023DAA-69C6-4196-BAD0-9035656FF821}" type="pres">
      <dgm:prSet presAssocID="{726BA73B-0847-4769-945C-DF9C876B2F3A}" presName="linear" presStyleCnt="0">
        <dgm:presLayoutVars>
          <dgm:dir/>
          <dgm:animLvl val="lvl"/>
          <dgm:resizeHandles val="exact"/>
        </dgm:presLayoutVars>
      </dgm:prSet>
      <dgm:spPr/>
    </dgm:pt>
    <dgm:pt modelId="{45856193-C4B8-498D-B6BA-AC01DCBEE91E}" type="pres">
      <dgm:prSet presAssocID="{C0DEDDF9-DEA5-4D95-8CAD-3C9279CF9CE4}" presName="parentLin" presStyleCnt="0"/>
      <dgm:spPr/>
    </dgm:pt>
    <dgm:pt modelId="{4A3A7654-FA58-4D7B-B008-0995BB0FEDCD}" type="pres">
      <dgm:prSet presAssocID="{C0DEDDF9-DEA5-4D95-8CAD-3C9279CF9CE4}" presName="parentLeftMargin" presStyleLbl="node1" presStyleIdx="0" presStyleCnt="4"/>
      <dgm:spPr/>
    </dgm:pt>
    <dgm:pt modelId="{3755F6E4-575A-4E6A-B574-B611E150BA63}" type="pres">
      <dgm:prSet presAssocID="{C0DEDDF9-DEA5-4D95-8CAD-3C9279CF9CE4}" presName="parentText" presStyleLbl="node1" presStyleIdx="0" presStyleCnt="4">
        <dgm:presLayoutVars>
          <dgm:chMax val="0"/>
          <dgm:bulletEnabled val="1"/>
        </dgm:presLayoutVars>
      </dgm:prSet>
      <dgm:spPr/>
    </dgm:pt>
    <dgm:pt modelId="{DC48573C-2961-40EF-BC44-4229589C593B}" type="pres">
      <dgm:prSet presAssocID="{C0DEDDF9-DEA5-4D95-8CAD-3C9279CF9CE4}" presName="negativeSpace" presStyleCnt="0"/>
      <dgm:spPr/>
    </dgm:pt>
    <dgm:pt modelId="{53BC6CD0-A147-4782-BCB8-4CDB5986F7C0}" type="pres">
      <dgm:prSet presAssocID="{C0DEDDF9-DEA5-4D95-8CAD-3C9279CF9CE4}" presName="childText" presStyleLbl="conFgAcc1" presStyleIdx="0" presStyleCnt="4">
        <dgm:presLayoutVars>
          <dgm:bulletEnabled val="1"/>
        </dgm:presLayoutVars>
      </dgm:prSet>
      <dgm:spPr/>
    </dgm:pt>
    <dgm:pt modelId="{7AE9F5E0-6BC2-47A2-B3A1-0A2A1E7012A1}" type="pres">
      <dgm:prSet presAssocID="{452B9154-9027-4015-A4F6-07255F1DE768}" presName="spaceBetweenRectangles" presStyleCnt="0"/>
      <dgm:spPr/>
    </dgm:pt>
    <dgm:pt modelId="{9FC37D50-FCB9-4DD4-99C2-ABB03457F43F}" type="pres">
      <dgm:prSet presAssocID="{78528498-C01A-4042-A7A5-7D4ABD78BF0B}" presName="parentLin" presStyleCnt="0"/>
      <dgm:spPr/>
    </dgm:pt>
    <dgm:pt modelId="{E61067AD-F220-4C1D-A605-52C8E9735AA7}" type="pres">
      <dgm:prSet presAssocID="{78528498-C01A-4042-A7A5-7D4ABD78BF0B}" presName="parentLeftMargin" presStyleLbl="node1" presStyleIdx="0" presStyleCnt="4"/>
      <dgm:spPr/>
    </dgm:pt>
    <dgm:pt modelId="{00F6A0B6-211F-4F38-BCE7-3742A980D296}" type="pres">
      <dgm:prSet presAssocID="{78528498-C01A-4042-A7A5-7D4ABD78BF0B}" presName="parentText" presStyleLbl="node1" presStyleIdx="1" presStyleCnt="4">
        <dgm:presLayoutVars>
          <dgm:chMax val="0"/>
          <dgm:bulletEnabled val="1"/>
        </dgm:presLayoutVars>
      </dgm:prSet>
      <dgm:spPr/>
    </dgm:pt>
    <dgm:pt modelId="{28FFC5CA-3D91-4F11-B8F2-B8100149860D}" type="pres">
      <dgm:prSet presAssocID="{78528498-C01A-4042-A7A5-7D4ABD78BF0B}" presName="negativeSpace" presStyleCnt="0"/>
      <dgm:spPr/>
    </dgm:pt>
    <dgm:pt modelId="{1598BAA0-10CF-4D9B-98FE-A56000313CA3}" type="pres">
      <dgm:prSet presAssocID="{78528498-C01A-4042-A7A5-7D4ABD78BF0B}" presName="childText" presStyleLbl="conFgAcc1" presStyleIdx="1" presStyleCnt="4">
        <dgm:presLayoutVars>
          <dgm:bulletEnabled val="1"/>
        </dgm:presLayoutVars>
      </dgm:prSet>
      <dgm:spPr/>
    </dgm:pt>
    <dgm:pt modelId="{47765B79-EF0B-4703-9E18-F746FF4EF3E2}" type="pres">
      <dgm:prSet presAssocID="{2FF08B2D-73FE-4743-9FE9-683C87224EA9}" presName="spaceBetweenRectangles" presStyleCnt="0"/>
      <dgm:spPr/>
    </dgm:pt>
    <dgm:pt modelId="{9B486C84-5536-496C-8762-26778403B5B8}" type="pres">
      <dgm:prSet presAssocID="{C0C3246C-0CB6-460E-93EA-500A768EA613}" presName="parentLin" presStyleCnt="0"/>
      <dgm:spPr/>
    </dgm:pt>
    <dgm:pt modelId="{7F6324F1-1730-49CE-9C55-4C0B9BA5C432}" type="pres">
      <dgm:prSet presAssocID="{C0C3246C-0CB6-460E-93EA-500A768EA613}" presName="parentLeftMargin" presStyleLbl="node1" presStyleIdx="1" presStyleCnt="4"/>
      <dgm:spPr/>
    </dgm:pt>
    <dgm:pt modelId="{727D7D23-4DDC-4F62-8FB5-A105BCA79010}" type="pres">
      <dgm:prSet presAssocID="{C0C3246C-0CB6-460E-93EA-500A768EA613}" presName="parentText" presStyleLbl="node1" presStyleIdx="2" presStyleCnt="4">
        <dgm:presLayoutVars>
          <dgm:chMax val="0"/>
          <dgm:bulletEnabled val="1"/>
        </dgm:presLayoutVars>
      </dgm:prSet>
      <dgm:spPr/>
    </dgm:pt>
    <dgm:pt modelId="{63CA1076-D0BD-4940-9543-833E23CE7FD3}" type="pres">
      <dgm:prSet presAssocID="{C0C3246C-0CB6-460E-93EA-500A768EA613}" presName="negativeSpace" presStyleCnt="0"/>
      <dgm:spPr/>
    </dgm:pt>
    <dgm:pt modelId="{128EA769-7DAD-4AE5-99B9-F98A6F2CAF24}" type="pres">
      <dgm:prSet presAssocID="{C0C3246C-0CB6-460E-93EA-500A768EA613}" presName="childText" presStyleLbl="conFgAcc1" presStyleIdx="2" presStyleCnt="4">
        <dgm:presLayoutVars>
          <dgm:bulletEnabled val="1"/>
        </dgm:presLayoutVars>
      </dgm:prSet>
      <dgm:spPr/>
    </dgm:pt>
    <dgm:pt modelId="{01DF3338-8B75-4AB0-9680-999A64DCA52C}" type="pres">
      <dgm:prSet presAssocID="{BB21EAE5-0D98-4D41-B63A-14A3EEEC85B1}" presName="spaceBetweenRectangles" presStyleCnt="0"/>
      <dgm:spPr/>
    </dgm:pt>
    <dgm:pt modelId="{461D1526-EB16-4E77-9879-B3D4E7BA6328}" type="pres">
      <dgm:prSet presAssocID="{032C5F24-76DB-4632-BF13-E327BA6D0C5A}" presName="parentLin" presStyleCnt="0"/>
      <dgm:spPr/>
    </dgm:pt>
    <dgm:pt modelId="{C072B80F-97FE-4875-9EED-5663DB7B267C}" type="pres">
      <dgm:prSet presAssocID="{032C5F24-76DB-4632-BF13-E327BA6D0C5A}" presName="parentLeftMargin" presStyleLbl="node1" presStyleIdx="2" presStyleCnt="4"/>
      <dgm:spPr/>
    </dgm:pt>
    <dgm:pt modelId="{E9339216-F20A-4F07-ACA0-74C25F4C6159}" type="pres">
      <dgm:prSet presAssocID="{032C5F24-76DB-4632-BF13-E327BA6D0C5A}" presName="parentText" presStyleLbl="node1" presStyleIdx="3" presStyleCnt="4">
        <dgm:presLayoutVars>
          <dgm:chMax val="0"/>
          <dgm:bulletEnabled val="1"/>
        </dgm:presLayoutVars>
      </dgm:prSet>
      <dgm:spPr/>
    </dgm:pt>
    <dgm:pt modelId="{B45C7546-EA65-48C3-B237-4CC69E733004}" type="pres">
      <dgm:prSet presAssocID="{032C5F24-76DB-4632-BF13-E327BA6D0C5A}" presName="negativeSpace" presStyleCnt="0"/>
      <dgm:spPr/>
    </dgm:pt>
    <dgm:pt modelId="{26D36663-43C6-4876-BA93-51719E0B0005}" type="pres">
      <dgm:prSet presAssocID="{032C5F24-76DB-4632-BF13-E327BA6D0C5A}" presName="childText" presStyleLbl="conFgAcc1" presStyleIdx="3" presStyleCnt="4">
        <dgm:presLayoutVars>
          <dgm:bulletEnabled val="1"/>
        </dgm:presLayoutVars>
      </dgm:prSet>
      <dgm:spPr/>
    </dgm:pt>
  </dgm:ptLst>
  <dgm:cxnLst>
    <dgm:cxn modelId="{914F2C04-1711-4356-9696-60C8818D1CF2}" type="presOf" srcId="{78528498-C01A-4042-A7A5-7D4ABD78BF0B}" destId="{00F6A0B6-211F-4F38-BCE7-3742A980D296}" srcOrd="1" destOrd="0" presId="urn:microsoft.com/office/officeart/2005/8/layout/list1"/>
    <dgm:cxn modelId="{F03BB604-4F6B-460B-939A-6FC829224E40}" type="presOf" srcId="{E012A3CD-2747-418C-BA84-A8BB3D305D52}" destId="{128EA769-7DAD-4AE5-99B9-F98A6F2CAF24}" srcOrd="0" destOrd="0" presId="urn:microsoft.com/office/officeart/2005/8/layout/list1"/>
    <dgm:cxn modelId="{3EC0AD2A-D42F-4EED-9DA3-C30E3FF49F7F}" type="presOf" srcId="{809CA9B1-E23F-4AF9-A77D-24ECA3C64079}" destId="{1598BAA0-10CF-4D9B-98FE-A56000313CA3}" srcOrd="0" destOrd="2" presId="urn:microsoft.com/office/officeart/2005/8/layout/list1"/>
    <dgm:cxn modelId="{2BC8FC31-F796-4881-BDCB-17D3B5319EA1}" type="presOf" srcId="{2EDEB194-FD96-4768-BFD7-92174F5C3C22}" destId="{26D36663-43C6-4876-BA93-51719E0B0005}" srcOrd="0" destOrd="0" presId="urn:microsoft.com/office/officeart/2005/8/layout/list1"/>
    <dgm:cxn modelId="{34E22632-BDB3-4819-8A29-0BB35B54C62F}" type="presOf" srcId="{E9C3F5C6-5150-44F7-A5A7-2C38E000F2C1}" destId="{53BC6CD0-A147-4782-BCB8-4CDB5986F7C0}" srcOrd="0" destOrd="0" presId="urn:microsoft.com/office/officeart/2005/8/layout/list1"/>
    <dgm:cxn modelId="{C2C9735D-D0E1-4FB1-A635-A3FB4DAC8CCE}" type="presOf" srcId="{C0DEDDF9-DEA5-4D95-8CAD-3C9279CF9CE4}" destId="{3755F6E4-575A-4E6A-B574-B611E150BA63}" srcOrd="1" destOrd="0" presId="urn:microsoft.com/office/officeart/2005/8/layout/list1"/>
    <dgm:cxn modelId="{BEB8F460-B348-4815-B998-DD433F2417F1}" srcId="{78528498-C01A-4042-A7A5-7D4ABD78BF0B}" destId="{EFEC1319-70FF-494C-A54F-3BE969ECD638}" srcOrd="0" destOrd="0" parTransId="{400A3550-22E4-4418-95E7-B6271A49E15D}" sibTransId="{DD095508-D809-42B4-95F6-25BE9EE3EDE1}"/>
    <dgm:cxn modelId="{FB1E7164-BD51-4F92-9041-A9B73CC4F872}" type="presOf" srcId="{2FA17A20-2CA9-4324-8861-7324C57CB7FC}" destId="{53BC6CD0-A147-4782-BCB8-4CDB5986F7C0}" srcOrd="0" destOrd="4" presId="urn:microsoft.com/office/officeart/2005/8/layout/list1"/>
    <dgm:cxn modelId="{CA12FA64-66D8-4AA6-8641-A492E334C3A8}" srcId="{726BA73B-0847-4769-945C-DF9C876B2F3A}" destId="{C0DEDDF9-DEA5-4D95-8CAD-3C9279CF9CE4}" srcOrd="0" destOrd="0" parTransId="{975DA8A4-1C54-48B4-B89D-70731BC9C764}" sibTransId="{452B9154-9027-4015-A4F6-07255F1DE768}"/>
    <dgm:cxn modelId="{B0BAE266-7995-409F-B3B9-75F75AB86AD7}" type="presOf" srcId="{C0C3246C-0CB6-460E-93EA-500A768EA613}" destId="{7F6324F1-1730-49CE-9C55-4C0B9BA5C432}" srcOrd="0" destOrd="0" presId="urn:microsoft.com/office/officeart/2005/8/layout/list1"/>
    <dgm:cxn modelId="{7300466C-D82C-4B5B-A45B-96598A02C790}" srcId="{78528498-C01A-4042-A7A5-7D4ABD78BF0B}" destId="{CF27870A-CD0C-4DB8-BFB6-A069709F1088}" srcOrd="3" destOrd="0" parTransId="{A0692F95-C154-45F3-9B79-A0AA7B89EA11}" sibTransId="{D31523F2-DCDA-4694-A0C3-64D07FB3A4E5}"/>
    <dgm:cxn modelId="{D6D8BE50-5DD9-499F-987E-1C74EB557FF0}" srcId="{726BA73B-0847-4769-945C-DF9C876B2F3A}" destId="{C0C3246C-0CB6-460E-93EA-500A768EA613}" srcOrd="2" destOrd="0" parTransId="{FDC18AE1-7D4F-4B9F-8100-1E79A7D2228C}" sibTransId="{BB21EAE5-0D98-4D41-B63A-14A3EEEC85B1}"/>
    <dgm:cxn modelId="{2E855471-592D-43AE-8122-3B4FBB7A1D63}" srcId="{C0DEDDF9-DEA5-4D95-8CAD-3C9279CF9CE4}" destId="{4EA9B338-810B-466C-BE70-C7853C62213E}" srcOrd="2" destOrd="0" parTransId="{D079ECCC-49F4-425F-9AB6-CC20D7293A44}" sibTransId="{1233B9D8-B702-4723-8EC8-35F98B886A8D}"/>
    <dgm:cxn modelId="{99325B53-3D0C-4611-ACC9-EAE748BC18ED}" type="presOf" srcId="{6D153B55-FB5E-40A1-B96A-6C48002FF2E7}" destId="{53BC6CD0-A147-4782-BCB8-4CDB5986F7C0}" srcOrd="0" destOrd="3" presId="urn:microsoft.com/office/officeart/2005/8/layout/list1"/>
    <dgm:cxn modelId="{5D377374-97F1-48E0-BFB3-D3CE2DD09857}" type="presOf" srcId="{032C5F24-76DB-4632-BF13-E327BA6D0C5A}" destId="{E9339216-F20A-4F07-ACA0-74C25F4C6159}" srcOrd="1" destOrd="0" presId="urn:microsoft.com/office/officeart/2005/8/layout/list1"/>
    <dgm:cxn modelId="{DC30B578-1545-4706-9035-F7B6473FE1CC}" type="presOf" srcId="{BC1C54A0-3D5A-4B0E-87AE-E60AB30C2921}" destId="{1598BAA0-10CF-4D9B-98FE-A56000313CA3}" srcOrd="0" destOrd="1" presId="urn:microsoft.com/office/officeart/2005/8/layout/list1"/>
    <dgm:cxn modelId="{DE71DD78-DB53-4778-9E84-DE3E07EC36B5}" type="presOf" srcId="{7BEC1970-4668-43FD-B298-CD6C067C3B9B}" destId="{1598BAA0-10CF-4D9B-98FE-A56000313CA3}" srcOrd="0" destOrd="5" presId="urn:microsoft.com/office/officeart/2005/8/layout/list1"/>
    <dgm:cxn modelId="{2CCD5179-4C15-458C-AA1D-53EDFFE7FA58}" type="presOf" srcId="{EFEC1319-70FF-494C-A54F-3BE969ECD638}" destId="{1598BAA0-10CF-4D9B-98FE-A56000313CA3}" srcOrd="0" destOrd="0" presId="urn:microsoft.com/office/officeart/2005/8/layout/list1"/>
    <dgm:cxn modelId="{AD841387-8A0A-41EE-839B-610CF9671F23}" srcId="{C0DEDDF9-DEA5-4D95-8CAD-3C9279CF9CE4}" destId="{2FA17A20-2CA9-4324-8861-7324C57CB7FC}" srcOrd="4" destOrd="0" parTransId="{B4A08AC8-8DC8-4D7F-9E08-EB46E870606E}" sibTransId="{47C56123-24C7-4571-BFD0-56C25D01D2AA}"/>
    <dgm:cxn modelId="{CAE0478B-4EFC-454E-9E67-A287F603BF7A}" type="presOf" srcId="{78528498-C01A-4042-A7A5-7D4ABD78BF0B}" destId="{E61067AD-F220-4C1D-A605-52C8E9735AA7}" srcOrd="0" destOrd="0" presId="urn:microsoft.com/office/officeart/2005/8/layout/list1"/>
    <dgm:cxn modelId="{57738996-8084-472D-9C25-1CDBBF0C78FC}" srcId="{726BA73B-0847-4769-945C-DF9C876B2F3A}" destId="{032C5F24-76DB-4632-BF13-E327BA6D0C5A}" srcOrd="3" destOrd="0" parTransId="{3FF1706F-94F8-4C71-82E9-2315792ECDC6}" sibTransId="{068B76D0-3AA1-4286-9A8F-1A05528128D2}"/>
    <dgm:cxn modelId="{F3D5189E-F984-430B-92A5-47355341563C}" srcId="{78528498-C01A-4042-A7A5-7D4ABD78BF0B}" destId="{809CA9B1-E23F-4AF9-A77D-24ECA3C64079}" srcOrd="2" destOrd="0" parTransId="{EF791659-49E0-4FB1-BBD7-B2C7A488C2FE}" sibTransId="{780CF57C-85BC-45B1-9E1A-35FEBB08A614}"/>
    <dgm:cxn modelId="{90BFB4AE-F54D-4839-BA80-600075C71FF2}" type="presOf" srcId="{B236FBE0-862F-4F3A-88B8-8A2F41ED1E91}" destId="{128EA769-7DAD-4AE5-99B9-F98A6F2CAF24}" srcOrd="0" destOrd="1" presId="urn:microsoft.com/office/officeart/2005/8/layout/list1"/>
    <dgm:cxn modelId="{394605B9-17F7-4B6C-B538-8FB8BB0D330C}" type="presOf" srcId="{726BA73B-0847-4769-945C-DF9C876B2F3A}" destId="{BD023DAA-69C6-4196-BAD0-9035656FF821}" srcOrd="0" destOrd="0" presId="urn:microsoft.com/office/officeart/2005/8/layout/list1"/>
    <dgm:cxn modelId="{CEAB17B9-72E3-4BB9-BFAA-1BF2537B9B8C}" srcId="{78528498-C01A-4042-A7A5-7D4ABD78BF0B}" destId="{BC1C54A0-3D5A-4B0E-87AE-E60AB30C2921}" srcOrd="1" destOrd="0" parTransId="{17CDE3A4-A463-4D9C-A685-064C31D0B0E5}" sibTransId="{2B298EAC-C7A8-4505-9BC4-B16202CF90C7}"/>
    <dgm:cxn modelId="{81325FBA-D12F-461D-9626-0EC5FF7EF450}" type="presOf" srcId="{3614BEC8-9639-4B8A-B3CE-F05E641BD427}" destId="{1598BAA0-10CF-4D9B-98FE-A56000313CA3}" srcOrd="0" destOrd="4" presId="urn:microsoft.com/office/officeart/2005/8/layout/list1"/>
    <dgm:cxn modelId="{7719D5BD-D5E1-4546-B1C6-9337B84F638D}" type="presOf" srcId="{032C5F24-76DB-4632-BF13-E327BA6D0C5A}" destId="{C072B80F-97FE-4875-9EED-5663DB7B267C}" srcOrd="0" destOrd="0" presId="urn:microsoft.com/office/officeart/2005/8/layout/list1"/>
    <dgm:cxn modelId="{59D6D2BE-CD59-4A1F-A50F-E036E56369DE}" srcId="{C0DEDDF9-DEA5-4D95-8CAD-3C9279CF9CE4}" destId="{0AEF5365-2F8C-4A12-8729-FE5B47946F2C}" srcOrd="1" destOrd="0" parTransId="{7E700089-C0AD-4296-BC10-F09FC3FCC38D}" sibTransId="{A0A0592C-7918-49BC-AEA4-B35A0BDFE0E6}"/>
    <dgm:cxn modelId="{1D2230CB-B683-44A1-93DE-3DF058A96A84}" srcId="{C0DEDDF9-DEA5-4D95-8CAD-3C9279CF9CE4}" destId="{6D153B55-FB5E-40A1-B96A-6C48002FF2E7}" srcOrd="3" destOrd="0" parTransId="{534E9D79-42B5-4518-B546-CA9494CE790E}" sibTransId="{80C892B7-0BC0-448F-99D7-F4EA7B5ED60A}"/>
    <dgm:cxn modelId="{1885AFCE-E5D4-432F-A50D-46606AD003F6}" type="presOf" srcId="{0AEF5365-2F8C-4A12-8729-FE5B47946F2C}" destId="{53BC6CD0-A147-4782-BCB8-4CDB5986F7C0}" srcOrd="0" destOrd="1" presId="urn:microsoft.com/office/officeart/2005/8/layout/list1"/>
    <dgm:cxn modelId="{912039CF-FBCD-4A55-81C3-250E49A25AE4}" srcId="{032C5F24-76DB-4632-BF13-E327BA6D0C5A}" destId="{2EDEB194-FD96-4768-BFD7-92174F5C3C22}" srcOrd="0" destOrd="0" parTransId="{0C1D7DBE-61F5-41D2-8C42-47C5F5E58E69}" sibTransId="{967BE353-9D78-4A78-BDF8-CA4CBFC8DF68}"/>
    <dgm:cxn modelId="{1CC4FCCF-55EE-44E5-86F7-E1F2CFD1B9CD}" srcId="{726BA73B-0847-4769-945C-DF9C876B2F3A}" destId="{78528498-C01A-4042-A7A5-7D4ABD78BF0B}" srcOrd="1" destOrd="0" parTransId="{820E0AC6-C2B6-4D16-85BD-1C95A9BAEFBB}" sibTransId="{2FF08B2D-73FE-4743-9FE9-683C87224EA9}"/>
    <dgm:cxn modelId="{4BD1CFDA-F9BD-486B-9F56-9C2DB4738544}" srcId="{78528498-C01A-4042-A7A5-7D4ABD78BF0B}" destId="{3614BEC8-9639-4B8A-B3CE-F05E641BD427}" srcOrd="4" destOrd="0" parTransId="{CBC1920F-0F18-4865-A527-D49322F8DA29}" sibTransId="{ADF1B294-C016-482A-B1C4-1C2043479C9A}"/>
    <dgm:cxn modelId="{B0264FDB-972A-43C2-AA57-BC0766615F15}" type="presOf" srcId="{CF27870A-CD0C-4DB8-BFB6-A069709F1088}" destId="{1598BAA0-10CF-4D9B-98FE-A56000313CA3}" srcOrd="0" destOrd="3" presId="urn:microsoft.com/office/officeart/2005/8/layout/list1"/>
    <dgm:cxn modelId="{4592F6DE-0C80-4E2A-AB2A-F928B0687714}" srcId="{C0DEDDF9-DEA5-4D95-8CAD-3C9279CF9CE4}" destId="{E9C3F5C6-5150-44F7-A5A7-2C38E000F2C1}" srcOrd="0" destOrd="0" parTransId="{78CF18E6-4BFA-4104-9B99-EA0F47132B24}" sibTransId="{7CDD35FA-596A-4844-BFED-7F77B248649B}"/>
    <dgm:cxn modelId="{6DAA4BE3-0AF3-48DF-B2B1-B6EAB899B4D2}" srcId="{C0C3246C-0CB6-460E-93EA-500A768EA613}" destId="{B236FBE0-862F-4F3A-88B8-8A2F41ED1E91}" srcOrd="1" destOrd="0" parTransId="{4334C021-9198-4C1D-ABAD-55A3A1F6939D}" sibTransId="{FDE785C7-6260-43D8-A18D-CFD0AB55B0DA}"/>
    <dgm:cxn modelId="{61BDC8E6-491E-4127-B7BB-ACD16051D2BE}" type="presOf" srcId="{C0DEDDF9-DEA5-4D95-8CAD-3C9279CF9CE4}" destId="{4A3A7654-FA58-4D7B-B008-0995BB0FEDCD}" srcOrd="0" destOrd="0" presId="urn:microsoft.com/office/officeart/2005/8/layout/list1"/>
    <dgm:cxn modelId="{EFF2CDE7-4DBF-472B-89FC-02EF3E96CE6E}" type="presOf" srcId="{4EA9B338-810B-466C-BE70-C7853C62213E}" destId="{53BC6CD0-A147-4782-BCB8-4CDB5986F7C0}" srcOrd="0" destOrd="2" presId="urn:microsoft.com/office/officeart/2005/8/layout/list1"/>
    <dgm:cxn modelId="{E54596F9-D75B-407B-88A1-71B2D4F36DA4}" type="presOf" srcId="{C0C3246C-0CB6-460E-93EA-500A768EA613}" destId="{727D7D23-4DDC-4F62-8FB5-A105BCA79010}" srcOrd="1" destOrd="0" presId="urn:microsoft.com/office/officeart/2005/8/layout/list1"/>
    <dgm:cxn modelId="{02B434FE-BA4F-4709-AC26-C2145C546E34}" srcId="{C0C3246C-0CB6-460E-93EA-500A768EA613}" destId="{E012A3CD-2747-418C-BA84-A8BB3D305D52}" srcOrd="0" destOrd="0" parTransId="{64A675F0-8162-465A-962A-25079E4E0171}" sibTransId="{FE084F23-D53C-43FD-B5AB-FAD0F654F528}"/>
    <dgm:cxn modelId="{9680B3FE-7692-4EE1-B5BD-547BA5D87A86}" srcId="{78528498-C01A-4042-A7A5-7D4ABD78BF0B}" destId="{7BEC1970-4668-43FD-B298-CD6C067C3B9B}" srcOrd="5" destOrd="0" parTransId="{1A1A87F2-8D55-4B22-97B9-1D7B359BC125}" sibTransId="{1A84438E-678D-4726-8F70-509A17878752}"/>
    <dgm:cxn modelId="{7A2FEF09-31CF-4FE6-9023-0666A609DBE5}" type="presParOf" srcId="{BD023DAA-69C6-4196-BAD0-9035656FF821}" destId="{45856193-C4B8-498D-B6BA-AC01DCBEE91E}" srcOrd="0" destOrd="0" presId="urn:microsoft.com/office/officeart/2005/8/layout/list1"/>
    <dgm:cxn modelId="{51161F13-0C03-4241-BC37-E58D184BADF5}" type="presParOf" srcId="{45856193-C4B8-498D-B6BA-AC01DCBEE91E}" destId="{4A3A7654-FA58-4D7B-B008-0995BB0FEDCD}" srcOrd="0" destOrd="0" presId="urn:microsoft.com/office/officeart/2005/8/layout/list1"/>
    <dgm:cxn modelId="{60F95DBC-0406-4740-96A3-87396A6A4F47}" type="presParOf" srcId="{45856193-C4B8-498D-B6BA-AC01DCBEE91E}" destId="{3755F6E4-575A-4E6A-B574-B611E150BA63}" srcOrd="1" destOrd="0" presId="urn:microsoft.com/office/officeart/2005/8/layout/list1"/>
    <dgm:cxn modelId="{776C64AA-9E8D-4E86-B14C-47D86605F27D}" type="presParOf" srcId="{BD023DAA-69C6-4196-BAD0-9035656FF821}" destId="{DC48573C-2961-40EF-BC44-4229589C593B}" srcOrd="1" destOrd="0" presId="urn:microsoft.com/office/officeart/2005/8/layout/list1"/>
    <dgm:cxn modelId="{9E238993-E402-4C7A-B75F-DE48F0315CF0}" type="presParOf" srcId="{BD023DAA-69C6-4196-BAD0-9035656FF821}" destId="{53BC6CD0-A147-4782-BCB8-4CDB5986F7C0}" srcOrd="2" destOrd="0" presId="urn:microsoft.com/office/officeart/2005/8/layout/list1"/>
    <dgm:cxn modelId="{A7096ECA-24F2-4C0E-9C69-1DB68F8D0BB5}" type="presParOf" srcId="{BD023DAA-69C6-4196-BAD0-9035656FF821}" destId="{7AE9F5E0-6BC2-47A2-B3A1-0A2A1E7012A1}" srcOrd="3" destOrd="0" presId="urn:microsoft.com/office/officeart/2005/8/layout/list1"/>
    <dgm:cxn modelId="{0C26331C-EFBC-4341-8D42-EE4ECBC86F00}" type="presParOf" srcId="{BD023DAA-69C6-4196-BAD0-9035656FF821}" destId="{9FC37D50-FCB9-4DD4-99C2-ABB03457F43F}" srcOrd="4" destOrd="0" presId="urn:microsoft.com/office/officeart/2005/8/layout/list1"/>
    <dgm:cxn modelId="{6DA20FC7-F528-43C4-90E0-594DC784B508}" type="presParOf" srcId="{9FC37D50-FCB9-4DD4-99C2-ABB03457F43F}" destId="{E61067AD-F220-4C1D-A605-52C8E9735AA7}" srcOrd="0" destOrd="0" presId="urn:microsoft.com/office/officeart/2005/8/layout/list1"/>
    <dgm:cxn modelId="{878F6A02-572A-430A-8282-98F1770C184D}" type="presParOf" srcId="{9FC37D50-FCB9-4DD4-99C2-ABB03457F43F}" destId="{00F6A0B6-211F-4F38-BCE7-3742A980D296}" srcOrd="1" destOrd="0" presId="urn:microsoft.com/office/officeart/2005/8/layout/list1"/>
    <dgm:cxn modelId="{F01AB348-CFE1-491B-AD4A-4BE400B164B6}" type="presParOf" srcId="{BD023DAA-69C6-4196-BAD0-9035656FF821}" destId="{28FFC5CA-3D91-4F11-B8F2-B8100149860D}" srcOrd="5" destOrd="0" presId="urn:microsoft.com/office/officeart/2005/8/layout/list1"/>
    <dgm:cxn modelId="{E3E5D106-694F-43A9-B1C0-F44889892595}" type="presParOf" srcId="{BD023DAA-69C6-4196-BAD0-9035656FF821}" destId="{1598BAA0-10CF-4D9B-98FE-A56000313CA3}" srcOrd="6" destOrd="0" presId="urn:microsoft.com/office/officeart/2005/8/layout/list1"/>
    <dgm:cxn modelId="{B4732127-D17E-4594-862A-BB40EE8DD9A0}" type="presParOf" srcId="{BD023DAA-69C6-4196-BAD0-9035656FF821}" destId="{47765B79-EF0B-4703-9E18-F746FF4EF3E2}" srcOrd="7" destOrd="0" presId="urn:microsoft.com/office/officeart/2005/8/layout/list1"/>
    <dgm:cxn modelId="{B5B239AD-7D56-4B8F-A666-9B909DF9EC3E}" type="presParOf" srcId="{BD023DAA-69C6-4196-BAD0-9035656FF821}" destId="{9B486C84-5536-496C-8762-26778403B5B8}" srcOrd="8" destOrd="0" presId="urn:microsoft.com/office/officeart/2005/8/layout/list1"/>
    <dgm:cxn modelId="{293BD30E-1EBA-44DA-B18A-E7C3AC722D59}" type="presParOf" srcId="{9B486C84-5536-496C-8762-26778403B5B8}" destId="{7F6324F1-1730-49CE-9C55-4C0B9BA5C432}" srcOrd="0" destOrd="0" presId="urn:microsoft.com/office/officeart/2005/8/layout/list1"/>
    <dgm:cxn modelId="{0734EB4C-8B33-4C77-908B-0A65E37A55A6}" type="presParOf" srcId="{9B486C84-5536-496C-8762-26778403B5B8}" destId="{727D7D23-4DDC-4F62-8FB5-A105BCA79010}" srcOrd="1" destOrd="0" presId="urn:microsoft.com/office/officeart/2005/8/layout/list1"/>
    <dgm:cxn modelId="{41A71182-CB93-45AA-9F8F-F3AE81D02760}" type="presParOf" srcId="{BD023DAA-69C6-4196-BAD0-9035656FF821}" destId="{63CA1076-D0BD-4940-9543-833E23CE7FD3}" srcOrd="9" destOrd="0" presId="urn:microsoft.com/office/officeart/2005/8/layout/list1"/>
    <dgm:cxn modelId="{704BC1EC-FD63-4619-975E-CECAD7C0413B}" type="presParOf" srcId="{BD023DAA-69C6-4196-BAD0-9035656FF821}" destId="{128EA769-7DAD-4AE5-99B9-F98A6F2CAF24}" srcOrd="10" destOrd="0" presId="urn:microsoft.com/office/officeart/2005/8/layout/list1"/>
    <dgm:cxn modelId="{A14E357A-E018-486E-A58C-65023519B124}" type="presParOf" srcId="{BD023DAA-69C6-4196-BAD0-9035656FF821}" destId="{01DF3338-8B75-4AB0-9680-999A64DCA52C}" srcOrd="11" destOrd="0" presId="urn:microsoft.com/office/officeart/2005/8/layout/list1"/>
    <dgm:cxn modelId="{D6C6C45D-AC46-4A60-B69A-0ACD870CA5EE}" type="presParOf" srcId="{BD023DAA-69C6-4196-BAD0-9035656FF821}" destId="{461D1526-EB16-4E77-9879-B3D4E7BA6328}" srcOrd="12" destOrd="0" presId="urn:microsoft.com/office/officeart/2005/8/layout/list1"/>
    <dgm:cxn modelId="{83AA0172-EC32-4F1E-A62D-4C59D25933AA}" type="presParOf" srcId="{461D1526-EB16-4E77-9879-B3D4E7BA6328}" destId="{C072B80F-97FE-4875-9EED-5663DB7B267C}" srcOrd="0" destOrd="0" presId="urn:microsoft.com/office/officeart/2005/8/layout/list1"/>
    <dgm:cxn modelId="{5975D882-8F9F-477C-A506-E55D4558147D}" type="presParOf" srcId="{461D1526-EB16-4E77-9879-B3D4E7BA6328}" destId="{E9339216-F20A-4F07-ACA0-74C25F4C6159}" srcOrd="1" destOrd="0" presId="urn:microsoft.com/office/officeart/2005/8/layout/list1"/>
    <dgm:cxn modelId="{9A4C232B-6750-4BF1-B881-4DCE9A2A554E}" type="presParOf" srcId="{BD023DAA-69C6-4196-BAD0-9035656FF821}" destId="{B45C7546-EA65-48C3-B237-4CC69E733004}" srcOrd="13" destOrd="0" presId="urn:microsoft.com/office/officeart/2005/8/layout/list1"/>
    <dgm:cxn modelId="{E422FA44-D3E9-4027-AA32-FAAD3F00E63D}" type="presParOf" srcId="{BD023DAA-69C6-4196-BAD0-9035656FF821}" destId="{26D36663-43C6-4876-BA93-51719E0B0005}" srcOrd="14" destOrd="0" presId="urn:microsoft.com/office/officeart/2005/8/layout/list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B27C5BD7-40AD-4E16-8CBB-E715BE95F898}" type="doc">
      <dgm:prSet loTypeId="urn:microsoft.com/office/officeart/2005/8/layout/balance1" loCatId="relationship" qsTypeId="urn:microsoft.com/office/officeart/2005/8/quickstyle/simple1" qsCatId="simple" csTypeId="urn:microsoft.com/office/officeart/2005/8/colors/colorful5" csCatId="colorful" phldr="1"/>
      <dgm:spPr/>
      <dgm:t>
        <a:bodyPr/>
        <a:lstStyle/>
        <a:p>
          <a:endParaRPr lang="zh-CN" altLang="en-US"/>
        </a:p>
      </dgm:t>
    </dgm:pt>
    <dgm:pt modelId="{79404C20-AEDC-4B09-AAF7-0D9FA4E17274}">
      <dgm:prSet phldrT="[文本]"/>
      <dgm:spPr/>
      <dgm:t>
        <a:bodyPr/>
        <a:lstStyle/>
        <a:p>
          <a:r>
            <a:rPr lang="zh-CN" altLang="en-US" dirty="0"/>
            <a:t>文档</a:t>
          </a:r>
        </a:p>
      </dgm:t>
    </dgm:pt>
    <dgm:pt modelId="{D82FC067-9E1A-432A-82CC-2C7459C855DC}" cxnId="{A110A2A2-E5DD-42D0-9404-AEB26C8972AF}" type="parTrans">
      <dgm:prSet/>
      <dgm:spPr/>
      <dgm:t>
        <a:bodyPr/>
        <a:lstStyle/>
        <a:p>
          <a:endParaRPr lang="zh-CN" altLang="en-US"/>
        </a:p>
      </dgm:t>
    </dgm:pt>
    <dgm:pt modelId="{2A16FF63-A902-421A-9B18-140DB44F28CD}" cxnId="{A110A2A2-E5DD-42D0-9404-AEB26C8972AF}" type="sibTrans">
      <dgm:prSet/>
      <dgm:spPr/>
      <dgm:t>
        <a:bodyPr/>
        <a:lstStyle/>
        <a:p>
          <a:endParaRPr lang="zh-CN" altLang="en-US"/>
        </a:p>
      </dgm:t>
    </dgm:pt>
    <dgm:pt modelId="{E9288A34-ED53-4C68-A615-401267F98F97}">
      <dgm:prSet phldrT="[文本]"/>
      <dgm:spPr/>
      <dgm:t>
        <a:bodyPr/>
        <a:lstStyle/>
        <a:p>
          <a:pPr marL="0" marR="0" lvl="0" indent="0" defTabSz="914400" eaLnBrk="1" fontAlgn="auto" latinLnBrk="0" hangingPunct="1">
            <a:lnSpc>
              <a:spcPct val="100000"/>
            </a:lnSpc>
            <a:spcBef>
              <a:spcPts val="0"/>
            </a:spcBef>
            <a:spcAft>
              <a:spcPts val="0"/>
            </a:spcAft>
            <a:buClrTx/>
            <a:buSzTx/>
            <a:buFontTx/>
            <a:buNone/>
          </a:pPr>
          <a:r>
            <a:rPr lang="zh-CN" altLang="en-US" dirty="0"/>
            <a:t>关系</a:t>
          </a:r>
        </a:p>
      </dgm:t>
    </dgm:pt>
    <dgm:pt modelId="{87C4FB71-67A3-4765-A7EA-F4E4A00BB5AD}" cxnId="{DBD88F19-8FCB-4BA7-9E50-CD7DE981BF79}" type="parTrans">
      <dgm:prSet/>
      <dgm:spPr/>
      <dgm:t>
        <a:bodyPr/>
        <a:lstStyle/>
        <a:p>
          <a:endParaRPr lang="zh-CN" altLang="en-US"/>
        </a:p>
      </dgm:t>
    </dgm:pt>
    <dgm:pt modelId="{535DB39B-84A5-4B9B-81E9-95F508FEE2BD}" cxnId="{DBD88F19-8FCB-4BA7-9E50-CD7DE981BF79}" type="sibTrans">
      <dgm:prSet/>
      <dgm:spPr/>
      <dgm:t>
        <a:bodyPr/>
        <a:lstStyle/>
        <a:p>
          <a:endParaRPr lang="zh-CN" altLang="en-US"/>
        </a:p>
      </dgm:t>
    </dgm:pt>
    <dgm:pt modelId="{47FAB4F6-4E43-4C7A-8849-5C5770DC6DD4}">
      <dgm:prSet phldrT="[文本]"/>
      <dgm:spPr/>
      <dgm:t>
        <a:bodyPr/>
        <a:lstStyle/>
        <a:p>
          <a:endParaRPr lang="zh-CN" altLang="en-US" dirty="0"/>
        </a:p>
      </dgm:t>
    </dgm:pt>
    <dgm:pt modelId="{35281425-2908-4CCA-B28A-C5CFA322566B}" cxnId="{FA0DE905-BFEC-4147-8299-D91235D04084}" type="parTrans">
      <dgm:prSet/>
      <dgm:spPr/>
      <dgm:t>
        <a:bodyPr/>
        <a:lstStyle/>
        <a:p>
          <a:endParaRPr lang="zh-CN" altLang="en-US"/>
        </a:p>
      </dgm:t>
    </dgm:pt>
    <dgm:pt modelId="{A78AF538-B9BB-42F2-8100-08DB5B04B99E}" cxnId="{FA0DE905-BFEC-4147-8299-D91235D04084}" type="sibTrans">
      <dgm:prSet/>
      <dgm:spPr/>
      <dgm:t>
        <a:bodyPr/>
        <a:lstStyle/>
        <a:p>
          <a:endParaRPr lang="zh-CN" altLang="en-US"/>
        </a:p>
      </dgm:t>
    </dgm:pt>
    <dgm:pt modelId="{7A3D7F30-7326-477F-B513-F1E57C9E784C}">
      <dgm:prSet phldrT="[文本]"/>
      <dgm:spPr/>
      <dgm:t>
        <a:bodyPr/>
        <a:lstStyle/>
        <a:p>
          <a:endParaRPr lang="zh-CN" altLang="en-US" dirty="0"/>
        </a:p>
      </dgm:t>
    </dgm:pt>
    <dgm:pt modelId="{966D5BD3-9A2A-4B2B-B48F-C6EECD2E4CC4}" cxnId="{55BA84EC-2502-4FA7-8A50-43169A5367BC}" type="parTrans">
      <dgm:prSet/>
      <dgm:spPr/>
      <dgm:t>
        <a:bodyPr/>
        <a:lstStyle/>
        <a:p>
          <a:endParaRPr lang="zh-CN" altLang="en-US"/>
        </a:p>
      </dgm:t>
    </dgm:pt>
    <dgm:pt modelId="{D1A8556A-D9DF-4C0E-99E1-538566CF87FB}" cxnId="{55BA84EC-2502-4FA7-8A50-43169A5367BC}" type="sibTrans">
      <dgm:prSet/>
      <dgm:spPr/>
      <dgm:t>
        <a:bodyPr/>
        <a:lstStyle/>
        <a:p>
          <a:endParaRPr lang="zh-CN" altLang="en-US"/>
        </a:p>
      </dgm:t>
    </dgm:pt>
    <dgm:pt modelId="{DAA4F02A-8F36-4347-B172-EEFF16414499}">
      <dgm:prSet phldrT="[文本]"/>
      <dgm:spPr/>
      <dgm:t>
        <a:bodyPr/>
        <a:lstStyle/>
        <a:p>
          <a:endParaRPr lang="zh-CN" altLang="en-US" dirty="0"/>
        </a:p>
      </dgm:t>
    </dgm:pt>
    <dgm:pt modelId="{0164ED8B-70D0-40DE-A873-E67FBAFE8499}" cxnId="{BF072083-0E38-4827-B214-30CF286B791C}" type="parTrans">
      <dgm:prSet/>
      <dgm:spPr/>
      <dgm:t>
        <a:bodyPr/>
        <a:lstStyle/>
        <a:p>
          <a:endParaRPr lang="zh-CN" altLang="en-US"/>
        </a:p>
      </dgm:t>
    </dgm:pt>
    <dgm:pt modelId="{5E0149DC-7DF0-4189-8E6D-BD6358CADE0F}" cxnId="{BF072083-0E38-4827-B214-30CF286B791C}" type="sibTrans">
      <dgm:prSet/>
      <dgm:spPr/>
      <dgm:t>
        <a:bodyPr/>
        <a:lstStyle/>
        <a:p>
          <a:endParaRPr lang="zh-CN" altLang="en-US"/>
        </a:p>
      </dgm:t>
    </dgm:pt>
    <dgm:pt modelId="{592E8E0A-2FC7-454E-9628-55EC563AE4D3}" type="pres">
      <dgm:prSet presAssocID="{B27C5BD7-40AD-4E16-8CBB-E715BE95F898}" presName="outerComposite" presStyleCnt="0">
        <dgm:presLayoutVars>
          <dgm:chMax val="2"/>
          <dgm:animLvl val="lvl"/>
          <dgm:resizeHandles val="exact"/>
        </dgm:presLayoutVars>
      </dgm:prSet>
      <dgm:spPr/>
    </dgm:pt>
    <dgm:pt modelId="{A4BCB769-FCC1-435D-A78E-B5A832E231C4}" type="pres">
      <dgm:prSet presAssocID="{B27C5BD7-40AD-4E16-8CBB-E715BE95F898}" presName="dummyMaxCanvas" presStyleCnt="0"/>
      <dgm:spPr/>
    </dgm:pt>
    <dgm:pt modelId="{2661CE76-264D-4337-980D-149609FFB4D1}" type="pres">
      <dgm:prSet presAssocID="{B27C5BD7-40AD-4E16-8CBB-E715BE95F898}" presName="parentComposite" presStyleCnt="0"/>
      <dgm:spPr/>
    </dgm:pt>
    <dgm:pt modelId="{F97C0063-CAAD-4513-8B52-741B46E5BBCF}" type="pres">
      <dgm:prSet presAssocID="{B27C5BD7-40AD-4E16-8CBB-E715BE95F898}" presName="parent1" presStyleLbl="alignAccFollowNode1" presStyleIdx="0" presStyleCnt="4" custScaleX="121750" custScaleY="139476">
        <dgm:presLayoutVars>
          <dgm:chMax val="4"/>
        </dgm:presLayoutVars>
      </dgm:prSet>
      <dgm:spPr/>
    </dgm:pt>
    <dgm:pt modelId="{5CCD08DE-B9DD-485E-B6F5-595886E09398}" type="pres">
      <dgm:prSet presAssocID="{B27C5BD7-40AD-4E16-8CBB-E715BE95F898}" presName="parent2" presStyleLbl="alignAccFollowNode1" presStyleIdx="1" presStyleCnt="4" custScaleX="121750" custScaleY="139476">
        <dgm:presLayoutVars>
          <dgm:chMax val="4"/>
        </dgm:presLayoutVars>
      </dgm:prSet>
      <dgm:spPr/>
    </dgm:pt>
    <dgm:pt modelId="{F87EBE47-24DA-4F53-94C3-FFA673AADB34}" type="pres">
      <dgm:prSet presAssocID="{B27C5BD7-40AD-4E16-8CBB-E715BE95F898}" presName="childrenComposite" presStyleCnt="0"/>
      <dgm:spPr/>
    </dgm:pt>
    <dgm:pt modelId="{B8E15963-208A-489F-BFBC-0FD14EBB1828}" type="pres">
      <dgm:prSet presAssocID="{B27C5BD7-40AD-4E16-8CBB-E715BE95F898}" presName="dummyMaxCanvas_ChildArea" presStyleCnt="0"/>
      <dgm:spPr/>
    </dgm:pt>
    <dgm:pt modelId="{D2A99522-8592-4ED6-98C4-EACA92711CCD}" type="pres">
      <dgm:prSet presAssocID="{B27C5BD7-40AD-4E16-8CBB-E715BE95F898}" presName="fulcrum" presStyleLbl="alignAccFollowNode1" presStyleIdx="2" presStyleCnt="4"/>
      <dgm:spPr/>
    </dgm:pt>
    <dgm:pt modelId="{F023454D-0A88-43EF-A2CD-8FC8035E08D0}" type="pres">
      <dgm:prSet presAssocID="{B27C5BD7-40AD-4E16-8CBB-E715BE95F898}" presName="balance_12" presStyleLbl="alignAccFollowNode1" presStyleIdx="3" presStyleCnt="4">
        <dgm:presLayoutVars>
          <dgm:bulletEnabled val="1"/>
        </dgm:presLayoutVars>
      </dgm:prSet>
      <dgm:spPr/>
    </dgm:pt>
    <dgm:pt modelId="{F776E275-900D-4498-B405-FB28758B3EF6}" type="pres">
      <dgm:prSet presAssocID="{B27C5BD7-40AD-4E16-8CBB-E715BE95F898}" presName="right_12_1" presStyleLbl="node1" presStyleIdx="0" presStyleCnt="3">
        <dgm:presLayoutVars>
          <dgm:bulletEnabled val="1"/>
        </dgm:presLayoutVars>
      </dgm:prSet>
      <dgm:spPr/>
    </dgm:pt>
    <dgm:pt modelId="{28A472BF-C0E4-438D-9D94-95E410AD7660}" type="pres">
      <dgm:prSet presAssocID="{B27C5BD7-40AD-4E16-8CBB-E715BE95F898}" presName="right_12_2" presStyleLbl="node1" presStyleIdx="1" presStyleCnt="3">
        <dgm:presLayoutVars>
          <dgm:bulletEnabled val="1"/>
        </dgm:presLayoutVars>
      </dgm:prSet>
      <dgm:spPr/>
    </dgm:pt>
    <dgm:pt modelId="{5B350E50-C2E8-4908-B668-4407498F10DF}" type="pres">
      <dgm:prSet presAssocID="{B27C5BD7-40AD-4E16-8CBB-E715BE95F898}" presName="left_12_1" presStyleLbl="node1" presStyleIdx="2" presStyleCnt="3">
        <dgm:presLayoutVars>
          <dgm:bulletEnabled val="1"/>
        </dgm:presLayoutVars>
      </dgm:prSet>
      <dgm:spPr/>
    </dgm:pt>
  </dgm:ptLst>
  <dgm:cxnLst>
    <dgm:cxn modelId="{7FE28403-4C77-4A56-A08D-44C6248E3E81}" type="presOf" srcId="{E9288A34-ED53-4C68-A615-401267F98F97}" destId="{5CCD08DE-B9DD-485E-B6F5-595886E09398}" srcOrd="0" destOrd="0" presId="urn:microsoft.com/office/officeart/2005/8/layout/balance1"/>
    <dgm:cxn modelId="{FA0DE905-BFEC-4147-8299-D91235D04084}" srcId="{79404C20-AEDC-4B09-AAF7-0D9FA4E17274}" destId="{47FAB4F6-4E43-4C7A-8849-5C5770DC6DD4}" srcOrd="0" destOrd="0" parTransId="{35281425-2908-4CCA-B28A-C5CFA322566B}" sibTransId="{A78AF538-B9BB-42F2-8100-08DB5B04B99E}"/>
    <dgm:cxn modelId="{DBD88F19-8FCB-4BA7-9E50-CD7DE981BF79}" srcId="{B27C5BD7-40AD-4E16-8CBB-E715BE95F898}" destId="{E9288A34-ED53-4C68-A615-401267F98F97}" srcOrd="1" destOrd="0" parTransId="{87C4FB71-67A3-4765-A7EA-F4E4A00BB5AD}" sibTransId="{535DB39B-84A5-4B9B-81E9-95F508FEE2BD}"/>
    <dgm:cxn modelId="{1EB3EE24-D48D-47E4-A1B3-536E6F03D66B}" type="presOf" srcId="{7A3D7F30-7326-477F-B513-F1E57C9E784C}" destId="{28A472BF-C0E4-438D-9D94-95E410AD7660}" srcOrd="0" destOrd="0" presId="urn:microsoft.com/office/officeart/2005/8/layout/balance1"/>
    <dgm:cxn modelId="{1EB42564-B16F-4C0A-9154-CC12CDA2D75B}" type="presOf" srcId="{47FAB4F6-4E43-4C7A-8849-5C5770DC6DD4}" destId="{5B350E50-C2E8-4908-B668-4407498F10DF}" srcOrd="0" destOrd="0" presId="urn:microsoft.com/office/officeart/2005/8/layout/balance1"/>
    <dgm:cxn modelId="{C5FA8167-89BC-447D-A5DC-1B328CCF78D7}" type="presOf" srcId="{DAA4F02A-8F36-4347-B172-EEFF16414499}" destId="{F776E275-900D-4498-B405-FB28758B3EF6}" srcOrd="0" destOrd="0" presId="urn:microsoft.com/office/officeart/2005/8/layout/balance1"/>
    <dgm:cxn modelId="{BF072083-0E38-4827-B214-30CF286B791C}" srcId="{E9288A34-ED53-4C68-A615-401267F98F97}" destId="{DAA4F02A-8F36-4347-B172-EEFF16414499}" srcOrd="0" destOrd="0" parTransId="{0164ED8B-70D0-40DE-A873-E67FBAFE8499}" sibTransId="{5E0149DC-7DF0-4189-8E6D-BD6358CADE0F}"/>
    <dgm:cxn modelId="{A110A2A2-E5DD-42D0-9404-AEB26C8972AF}" srcId="{B27C5BD7-40AD-4E16-8CBB-E715BE95F898}" destId="{79404C20-AEDC-4B09-AAF7-0D9FA4E17274}" srcOrd="0" destOrd="0" parTransId="{D82FC067-9E1A-432A-82CC-2C7459C855DC}" sibTransId="{2A16FF63-A902-421A-9B18-140DB44F28CD}"/>
    <dgm:cxn modelId="{351D9DC3-451E-42D0-AC39-0FA1F00A42C0}" type="presOf" srcId="{79404C20-AEDC-4B09-AAF7-0D9FA4E17274}" destId="{F97C0063-CAAD-4513-8B52-741B46E5BBCF}" srcOrd="0" destOrd="0" presId="urn:microsoft.com/office/officeart/2005/8/layout/balance1"/>
    <dgm:cxn modelId="{7C03F8D0-E064-4787-96CB-CBD1F67A21AA}" type="presOf" srcId="{B27C5BD7-40AD-4E16-8CBB-E715BE95F898}" destId="{592E8E0A-2FC7-454E-9628-55EC563AE4D3}" srcOrd="0" destOrd="0" presId="urn:microsoft.com/office/officeart/2005/8/layout/balance1"/>
    <dgm:cxn modelId="{55BA84EC-2502-4FA7-8A50-43169A5367BC}" srcId="{E9288A34-ED53-4C68-A615-401267F98F97}" destId="{7A3D7F30-7326-477F-B513-F1E57C9E784C}" srcOrd="1" destOrd="0" parTransId="{966D5BD3-9A2A-4B2B-B48F-C6EECD2E4CC4}" sibTransId="{D1A8556A-D9DF-4C0E-99E1-538566CF87FB}"/>
    <dgm:cxn modelId="{DD6A5B92-341F-4A78-ABB6-779EE96FF36A}" type="presParOf" srcId="{592E8E0A-2FC7-454E-9628-55EC563AE4D3}" destId="{A4BCB769-FCC1-435D-A78E-B5A832E231C4}" srcOrd="0" destOrd="0" presId="urn:microsoft.com/office/officeart/2005/8/layout/balance1"/>
    <dgm:cxn modelId="{3E671868-5F9F-4FD3-B9D0-DC8EA8EC8FC3}" type="presParOf" srcId="{592E8E0A-2FC7-454E-9628-55EC563AE4D3}" destId="{2661CE76-264D-4337-980D-149609FFB4D1}" srcOrd="1" destOrd="0" presId="urn:microsoft.com/office/officeart/2005/8/layout/balance1"/>
    <dgm:cxn modelId="{071E3A71-EA51-4B0F-B1F3-B288DA87D03F}" type="presParOf" srcId="{2661CE76-264D-4337-980D-149609FFB4D1}" destId="{F97C0063-CAAD-4513-8B52-741B46E5BBCF}" srcOrd="0" destOrd="0" presId="urn:microsoft.com/office/officeart/2005/8/layout/balance1"/>
    <dgm:cxn modelId="{AE33E1F7-80AF-4CC4-804B-7C2D16158AA7}" type="presParOf" srcId="{2661CE76-264D-4337-980D-149609FFB4D1}" destId="{5CCD08DE-B9DD-485E-B6F5-595886E09398}" srcOrd="1" destOrd="0" presId="urn:microsoft.com/office/officeart/2005/8/layout/balance1"/>
    <dgm:cxn modelId="{D31916E2-8FA8-4654-8B2B-CCEA3F67801B}" type="presParOf" srcId="{592E8E0A-2FC7-454E-9628-55EC563AE4D3}" destId="{F87EBE47-24DA-4F53-94C3-FFA673AADB34}" srcOrd="2" destOrd="0" presId="urn:microsoft.com/office/officeart/2005/8/layout/balance1"/>
    <dgm:cxn modelId="{3FF319A4-3E96-4F2B-8447-772C56235A02}" type="presParOf" srcId="{F87EBE47-24DA-4F53-94C3-FFA673AADB34}" destId="{B8E15963-208A-489F-BFBC-0FD14EBB1828}" srcOrd="0" destOrd="0" presId="urn:microsoft.com/office/officeart/2005/8/layout/balance1"/>
    <dgm:cxn modelId="{5588B11B-6878-468A-9FD5-A8249F4F4726}" type="presParOf" srcId="{F87EBE47-24DA-4F53-94C3-FFA673AADB34}" destId="{D2A99522-8592-4ED6-98C4-EACA92711CCD}" srcOrd="1" destOrd="0" presId="urn:microsoft.com/office/officeart/2005/8/layout/balance1"/>
    <dgm:cxn modelId="{9598F493-F9E8-41C6-9E5E-D5BFE6C23022}" type="presParOf" srcId="{F87EBE47-24DA-4F53-94C3-FFA673AADB34}" destId="{F023454D-0A88-43EF-A2CD-8FC8035E08D0}" srcOrd="2" destOrd="0" presId="urn:microsoft.com/office/officeart/2005/8/layout/balance1"/>
    <dgm:cxn modelId="{B50B3DCE-46B6-4BAC-85D2-8678095DE4FC}" type="presParOf" srcId="{F87EBE47-24DA-4F53-94C3-FFA673AADB34}" destId="{F776E275-900D-4498-B405-FB28758B3EF6}" srcOrd="3" destOrd="0" presId="urn:microsoft.com/office/officeart/2005/8/layout/balance1"/>
    <dgm:cxn modelId="{7C79E308-6774-468F-A9A7-C6AB810E2636}" type="presParOf" srcId="{F87EBE47-24DA-4F53-94C3-FFA673AADB34}" destId="{28A472BF-C0E4-438D-9D94-95E410AD7660}" srcOrd="4" destOrd="0" presId="urn:microsoft.com/office/officeart/2005/8/layout/balance1"/>
    <dgm:cxn modelId="{1AB033D5-D344-47F8-9378-29F3BC94491B}" type="presParOf" srcId="{F87EBE47-24DA-4F53-94C3-FFA673AADB34}" destId="{5B350E50-C2E8-4908-B668-4407498F10DF}" srcOrd="5" destOrd="0" presId="urn:microsoft.com/office/officeart/2005/8/layout/balance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57DF3E1F-142B-402B-A897-5652CB342587}" type="doc">
      <dgm:prSet loTypeId="urn:microsoft.com/office/officeart/2005/8/layout/radial3" loCatId="cycle" qsTypeId="urn:microsoft.com/office/officeart/2005/8/quickstyle/simple1" qsCatId="simple" csTypeId="urn:microsoft.com/office/officeart/2005/8/colors/colorful2" csCatId="colorful" phldr="1"/>
      <dgm:spPr/>
      <dgm:t>
        <a:bodyPr/>
        <a:lstStyle/>
        <a:p>
          <a:endParaRPr lang="zh-CN" altLang="en-US"/>
        </a:p>
      </dgm:t>
    </dgm:pt>
    <dgm:pt modelId="{800DD185-5044-455C-837B-A7BC4F6DEEFD}">
      <dgm:prSet phldrT="[文本]" custT="1"/>
      <dgm:spPr/>
      <dgm:t>
        <a:bodyPr/>
        <a:lstStyle/>
        <a:p>
          <a:r>
            <a:rPr lang="zh-CN" altLang="en-US" sz="2800" b="1" dirty="0">
              <a:latin typeface="微软雅黑" panose="020B0503020204020204" charset="-122"/>
              <a:ea typeface="微软雅黑" panose="020B0503020204020204" charset="-122"/>
            </a:rPr>
            <a:t>三点法</a:t>
          </a:r>
        </a:p>
      </dgm:t>
    </dgm:pt>
    <dgm:pt modelId="{4C610277-8FD4-410F-B4A7-A5F99EDB7292}" cxnId="{8935AC27-3373-4B0A-BE29-7B7856628E86}" type="parTrans">
      <dgm:prSet/>
      <dgm:spPr/>
      <dgm:t>
        <a:bodyPr/>
        <a:lstStyle/>
        <a:p>
          <a:endParaRPr lang="zh-CN" altLang="en-US" sz="2400" b="1">
            <a:latin typeface="微软雅黑" panose="020B0503020204020204" charset="-122"/>
            <a:ea typeface="微软雅黑" panose="020B0503020204020204" charset="-122"/>
          </a:endParaRPr>
        </a:p>
      </dgm:t>
    </dgm:pt>
    <dgm:pt modelId="{A73617FB-5CAF-4F00-8D62-DA8269BEC5E1}" cxnId="{8935AC27-3373-4B0A-BE29-7B7856628E86}" type="sibTrans">
      <dgm:prSet/>
      <dgm:spPr/>
      <dgm:t>
        <a:bodyPr/>
        <a:lstStyle/>
        <a:p>
          <a:endParaRPr lang="zh-CN" altLang="en-US" sz="2400" b="1">
            <a:latin typeface="微软雅黑" panose="020B0503020204020204" charset="-122"/>
            <a:ea typeface="微软雅黑" panose="020B0503020204020204" charset="-122"/>
          </a:endParaRPr>
        </a:p>
      </dgm:t>
    </dgm:pt>
    <dgm:pt modelId="{CBBD5E05-C1B6-440B-91FB-774BA95A30EB}">
      <dgm:prSet phldrT="[文本]" custT="1"/>
      <dgm:spPr/>
      <dgm:t>
        <a:bodyPr/>
        <a:lstStyle/>
        <a:p>
          <a:r>
            <a:rPr lang="en-US" altLang="zh-CN" sz="1600" b="1" dirty="0">
              <a:latin typeface="微软雅黑" panose="020B0503020204020204" charset="-122"/>
              <a:ea typeface="微软雅黑" panose="020B0503020204020204" charset="-122"/>
            </a:rPr>
            <a:t>1</a:t>
          </a:r>
          <a:endParaRPr lang="zh-CN" altLang="en-US" sz="1600" b="1" dirty="0">
            <a:latin typeface="微软雅黑" panose="020B0503020204020204" charset="-122"/>
            <a:ea typeface="微软雅黑" panose="020B0503020204020204" charset="-122"/>
          </a:endParaRPr>
        </a:p>
      </dgm:t>
    </dgm:pt>
    <dgm:pt modelId="{58B89EAC-2FAA-425D-9162-79F88980056F}" cxnId="{8016CABF-9696-4933-A01E-86971F2CBB5D}" type="parTrans">
      <dgm:prSet custT="1"/>
      <dgm:spPr/>
      <dgm:t>
        <a:bodyPr/>
        <a:lstStyle/>
        <a:p>
          <a:endParaRPr lang="zh-CN" altLang="en-US" sz="1100" b="1">
            <a:latin typeface="微软雅黑" panose="020B0503020204020204" charset="-122"/>
            <a:ea typeface="微软雅黑" panose="020B0503020204020204" charset="-122"/>
          </a:endParaRPr>
        </a:p>
      </dgm:t>
    </dgm:pt>
    <dgm:pt modelId="{6BD6462F-495E-4BF4-BE04-492E340E69A7}" cxnId="{8016CABF-9696-4933-A01E-86971F2CBB5D}" type="sibTrans">
      <dgm:prSet/>
      <dgm:spPr/>
      <dgm:t>
        <a:bodyPr/>
        <a:lstStyle/>
        <a:p>
          <a:endParaRPr lang="zh-CN" altLang="en-US" sz="2400" b="1">
            <a:latin typeface="微软雅黑" panose="020B0503020204020204" charset="-122"/>
            <a:ea typeface="微软雅黑" panose="020B0503020204020204" charset="-122"/>
          </a:endParaRPr>
        </a:p>
      </dgm:t>
    </dgm:pt>
    <dgm:pt modelId="{F70E05E4-B4D2-48B9-9163-3DE3F46BC2FF}">
      <dgm:prSet phldrT="[文本]" custT="1"/>
      <dgm:spPr/>
      <dgm:t>
        <a:bodyPr/>
        <a:lstStyle/>
        <a:p>
          <a:r>
            <a:rPr lang="en-US" altLang="zh-CN" sz="1600" b="1" dirty="0">
              <a:latin typeface="微软雅黑" panose="020B0503020204020204" charset="-122"/>
              <a:ea typeface="微软雅黑" panose="020B0503020204020204" charset="-122"/>
            </a:rPr>
            <a:t>2</a:t>
          </a:r>
          <a:endParaRPr lang="zh-CN" altLang="en-US" sz="1600" b="1" dirty="0">
            <a:latin typeface="微软雅黑" panose="020B0503020204020204" charset="-122"/>
            <a:ea typeface="微软雅黑" panose="020B0503020204020204" charset="-122"/>
          </a:endParaRPr>
        </a:p>
      </dgm:t>
    </dgm:pt>
    <dgm:pt modelId="{AEE7FF9E-760E-4AC1-A067-C0127CB198F5}" cxnId="{07104BD2-F839-42F7-9FEA-CD2E985FFD4F}" type="parTrans">
      <dgm:prSet custT="1"/>
      <dgm:spPr/>
      <dgm:t>
        <a:bodyPr/>
        <a:lstStyle/>
        <a:p>
          <a:endParaRPr lang="zh-CN" altLang="en-US" sz="1100" b="1">
            <a:latin typeface="微软雅黑" panose="020B0503020204020204" charset="-122"/>
            <a:ea typeface="微软雅黑" panose="020B0503020204020204" charset="-122"/>
          </a:endParaRPr>
        </a:p>
      </dgm:t>
    </dgm:pt>
    <dgm:pt modelId="{10E4BBD8-4629-477D-8C17-867B0B9DB10B}" cxnId="{07104BD2-F839-42F7-9FEA-CD2E985FFD4F}" type="sibTrans">
      <dgm:prSet/>
      <dgm:spPr/>
      <dgm:t>
        <a:bodyPr/>
        <a:lstStyle/>
        <a:p>
          <a:endParaRPr lang="zh-CN" altLang="en-US" sz="2400" b="1">
            <a:latin typeface="微软雅黑" panose="020B0503020204020204" charset="-122"/>
            <a:ea typeface="微软雅黑" panose="020B0503020204020204" charset="-122"/>
          </a:endParaRPr>
        </a:p>
      </dgm:t>
    </dgm:pt>
    <dgm:pt modelId="{89B49079-54E6-4DAF-AB32-4938D84D701D}">
      <dgm:prSet phldrT="[文本]" custT="1"/>
      <dgm:spPr/>
      <dgm:t>
        <a:bodyPr/>
        <a:lstStyle/>
        <a:p>
          <a:r>
            <a:rPr lang="en-US" altLang="zh-CN" sz="1600" b="1" dirty="0">
              <a:latin typeface="微软雅黑" panose="020B0503020204020204" charset="-122"/>
              <a:ea typeface="微软雅黑" panose="020B0503020204020204" charset="-122"/>
            </a:rPr>
            <a:t>3</a:t>
          </a:r>
          <a:endParaRPr lang="zh-CN" altLang="en-US" sz="1600" b="1" dirty="0">
            <a:latin typeface="微软雅黑" panose="020B0503020204020204" charset="-122"/>
            <a:ea typeface="微软雅黑" panose="020B0503020204020204" charset="-122"/>
          </a:endParaRPr>
        </a:p>
      </dgm:t>
    </dgm:pt>
    <dgm:pt modelId="{575B64D1-D9CC-4D0B-BD02-841D9596E877}" cxnId="{409B3F70-6E76-4567-BF20-AE971BB15A3A}" type="parTrans">
      <dgm:prSet custT="1"/>
      <dgm:spPr/>
      <dgm:t>
        <a:bodyPr/>
        <a:lstStyle/>
        <a:p>
          <a:endParaRPr lang="zh-CN" altLang="en-US" sz="1100" b="1">
            <a:latin typeface="微软雅黑" panose="020B0503020204020204" charset="-122"/>
            <a:ea typeface="微软雅黑" panose="020B0503020204020204" charset="-122"/>
          </a:endParaRPr>
        </a:p>
      </dgm:t>
    </dgm:pt>
    <dgm:pt modelId="{CDE93870-DB7F-486A-B616-0A637515FF2C}" cxnId="{409B3F70-6E76-4567-BF20-AE971BB15A3A}" type="sibTrans">
      <dgm:prSet/>
      <dgm:spPr/>
      <dgm:t>
        <a:bodyPr/>
        <a:lstStyle/>
        <a:p>
          <a:endParaRPr lang="zh-CN" altLang="en-US" sz="2400" b="1">
            <a:latin typeface="微软雅黑" panose="020B0503020204020204" charset="-122"/>
            <a:ea typeface="微软雅黑" panose="020B0503020204020204" charset="-122"/>
          </a:endParaRPr>
        </a:p>
      </dgm:t>
    </dgm:pt>
    <dgm:pt modelId="{8D3E1939-FCC8-4004-A04C-BA89C97BA001}" type="pres">
      <dgm:prSet presAssocID="{57DF3E1F-142B-402B-A897-5652CB342587}" presName="composite" presStyleCnt="0">
        <dgm:presLayoutVars>
          <dgm:chMax val="1"/>
          <dgm:dir/>
          <dgm:resizeHandles val="exact"/>
        </dgm:presLayoutVars>
      </dgm:prSet>
      <dgm:spPr/>
    </dgm:pt>
    <dgm:pt modelId="{8A3B00D2-64E1-41A8-BE87-09BD21A85D51}" type="pres">
      <dgm:prSet presAssocID="{57DF3E1F-142B-402B-A897-5652CB342587}" presName="radial" presStyleCnt="0">
        <dgm:presLayoutVars>
          <dgm:animLvl val="ctr"/>
        </dgm:presLayoutVars>
      </dgm:prSet>
      <dgm:spPr/>
    </dgm:pt>
    <dgm:pt modelId="{45C2CA3F-3F4B-4480-B43A-2A5202E904CA}" type="pres">
      <dgm:prSet presAssocID="{800DD185-5044-455C-837B-A7BC4F6DEEFD}" presName="centerShape" presStyleLbl="vennNode1" presStyleIdx="0" presStyleCnt="4"/>
      <dgm:spPr/>
    </dgm:pt>
    <dgm:pt modelId="{524C892E-2C89-49C4-A5EE-091A31517242}" type="pres">
      <dgm:prSet presAssocID="{CBBD5E05-C1B6-440B-91FB-774BA95A30EB}" presName="node" presStyleLbl="vennNode1" presStyleIdx="1" presStyleCnt="4">
        <dgm:presLayoutVars>
          <dgm:bulletEnabled val="1"/>
        </dgm:presLayoutVars>
      </dgm:prSet>
      <dgm:spPr/>
    </dgm:pt>
    <dgm:pt modelId="{10CAE5C4-FAB7-453A-8D38-38349EB60B3B}" type="pres">
      <dgm:prSet presAssocID="{F70E05E4-B4D2-48B9-9163-3DE3F46BC2FF}" presName="node" presStyleLbl="vennNode1" presStyleIdx="2" presStyleCnt="4">
        <dgm:presLayoutVars>
          <dgm:bulletEnabled val="1"/>
        </dgm:presLayoutVars>
      </dgm:prSet>
      <dgm:spPr/>
    </dgm:pt>
    <dgm:pt modelId="{6509BAAB-44C4-4E1E-894A-D0B6C9EE2663}" type="pres">
      <dgm:prSet presAssocID="{89B49079-54E6-4DAF-AB32-4938D84D701D}" presName="node" presStyleLbl="vennNode1" presStyleIdx="3" presStyleCnt="4">
        <dgm:presLayoutVars>
          <dgm:bulletEnabled val="1"/>
        </dgm:presLayoutVars>
      </dgm:prSet>
      <dgm:spPr/>
    </dgm:pt>
  </dgm:ptLst>
  <dgm:cxnLst>
    <dgm:cxn modelId="{8935AC27-3373-4B0A-BE29-7B7856628E86}" srcId="{57DF3E1F-142B-402B-A897-5652CB342587}" destId="{800DD185-5044-455C-837B-A7BC4F6DEEFD}" srcOrd="0" destOrd="0" parTransId="{4C610277-8FD4-410F-B4A7-A5F99EDB7292}" sibTransId="{A73617FB-5CAF-4F00-8D62-DA8269BEC5E1}"/>
    <dgm:cxn modelId="{409B3F70-6E76-4567-BF20-AE971BB15A3A}" srcId="{800DD185-5044-455C-837B-A7BC4F6DEEFD}" destId="{89B49079-54E6-4DAF-AB32-4938D84D701D}" srcOrd="2" destOrd="0" parTransId="{575B64D1-D9CC-4D0B-BD02-841D9596E877}" sibTransId="{CDE93870-DB7F-486A-B616-0A637515FF2C}"/>
    <dgm:cxn modelId="{82E6E980-C9A5-44E8-A849-D606A7FBD543}" type="presOf" srcId="{89B49079-54E6-4DAF-AB32-4938D84D701D}" destId="{6509BAAB-44C4-4E1E-894A-D0B6C9EE2663}" srcOrd="0" destOrd="0" presId="urn:microsoft.com/office/officeart/2005/8/layout/radial3"/>
    <dgm:cxn modelId="{8016CABF-9696-4933-A01E-86971F2CBB5D}" srcId="{800DD185-5044-455C-837B-A7BC4F6DEEFD}" destId="{CBBD5E05-C1B6-440B-91FB-774BA95A30EB}" srcOrd="0" destOrd="0" parTransId="{58B89EAC-2FAA-425D-9162-79F88980056F}" sibTransId="{6BD6462F-495E-4BF4-BE04-492E340E69A7}"/>
    <dgm:cxn modelId="{73BF2DCA-40BE-48A5-8F86-7DBCD8427EDC}" type="presOf" srcId="{800DD185-5044-455C-837B-A7BC4F6DEEFD}" destId="{45C2CA3F-3F4B-4480-B43A-2A5202E904CA}" srcOrd="0" destOrd="0" presId="urn:microsoft.com/office/officeart/2005/8/layout/radial3"/>
    <dgm:cxn modelId="{07104BD2-F839-42F7-9FEA-CD2E985FFD4F}" srcId="{800DD185-5044-455C-837B-A7BC4F6DEEFD}" destId="{F70E05E4-B4D2-48B9-9163-3DE3F46BC2FF}" srcOrd="1" destOrd="0" parTransId="{AEE7FF9E-760E-4AC1-A067-C0127CB198F5}" sibTransId="{10E4BBD8-4629-477D-8C17-867B0B9DB10B}"/>
    <dgm:cxn modelId="{5E89CBD4-3717-4346-B161-DF5AAF9B159F}" type="presOf" srcId="{F70E05E4-B4D2-48B9-9163-3DE3F46BC2FF}" destId="{10CAE5C4-FAB7-453A-8D38-38349EB60B3B}" srcOrd="0" destOrd="0" presId="urn:microsoft.com/office/officeart/2005/8/layout/radial3"/>
    <dgm:cxn modelId="{30139EDE-E0D7-43CE-A296-2B9B9422E9B5}" type="presOf" srcId="{57DF3E1F-142B-402B-A897-5652CB342587}" destId="{8D3E1939-FCC8-4004-A04C-BA89C97BA001}" srcOrd="0" destOrd="0" presId="urn:microsoft.com/office/officeart/2005/8/layout/radial3"/>
    <dgm:cxn modelId="{1617DCEC-D0B0-4B10-821C-605759850F40}" type="presOf" srcId="{CBBD5E05-C1B6-440B-91FB-774BA95A30EB}" destId="{524C892E-2C89-49C4-A5EE-091A31517242}" srcOrd="0" destOrd="0" presId="urn:microsoft.com/office/officeart/2005/8/layout/radial3"/>
    <dgm:cxn modelId="{10ABE099-3145-4B0F-A233-41C94419E51D}" type="presParOf" srcId="{8D3E1939-FCC8-4004-A04C-BA89C97BA001}" destId="{8A3B00D2-64E1-41A8-BE87-09BD21A85D51}" srcOrd="0" destOrd="0" presId="urn:microsoft.com/office/officeart/2005/8/layout/radial3"/>
    <dgm:cxn modelId="{EE4227CE-A15E-4A17-82AC-27B273E6EA87}" type="presParOf" srcId="{8A3B00D2-64E1-41A8-BE87-09BD21A85D51}" destId="{45C2CA3F-3F4B-4480-B43A-2A5202E904CA}" srcOrd="0" destOrd="0" presId="urn:microsoft.com/office/officeart/2005/8/layout/radial3"/>
    <dgm:cxn modelId="{F5FEF44C-124C-4B3B-81C1-A1308A04768E}" type="presParOf" srcId="{8A3B00D2-64E1-41A8-BE87-09BD21A85D51}" destId="{524C892E-2C89-49C4-A5EE-091A31517242}" srcOrd="1" destOrd="0" presId="urn:microsoft.com/office/officeart/2005/8/layout/radial3"/>
    <dgm:cxn modelId="{FF046B14-330E-41B6-AC6B-1E258D3866EA}" type="presParOf" srcId="{8A3B00D2-64E1-41A8-BE87-09BD21A85D51}" destId="{10CAE5C4-FAB7-453A-8D38-38349EB60B3B}" srcOrd="2" destOrd="0" presId="urn:microsoft.com/office/officeart/2005/8/layout/radial3"/>
    <dgm:cxn modelId="{5C65E621-2BA3-4EA7-A2F1-03D11ABD5C64}" type="presParOf" srcId="{8A3B00D2-64E1-41A8-BE87-09BD21A85D51}" destId="{6509BAAB-44C4-4E1E-894A-D0B6C9EE2663}" srcOrd="3" destOrd="0" presId="urn:microsoft.com/office/officeart/2005/8/layout/radial3"/>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ADE345AD-774B-4FF8-B5A3-0FFB47033EA1}" type="doc">
      <dgm:prSet loTypeId="urn:microsoft.com/office/officeart/2005/8/layout/radial6" loCatId="cycle" qsTypeId="urn:microsoft.com/office/officeart/2005/8/quickstyle/simple1" qsCatId="simple" csTypeId="urn:microsoft.com/office/officeart/2005/8/colors/colorful2" csCatId="colorful" phldr="1"/>
      <dgm:spPr/>
      <dgm:t>
        <a:bodyPr/>
        <a:lstStyle/>
        <a:p>
          <a:endParaRPr lang="zh-CN" altLang="en-US"/>
        </a:p>
      </dgm:t>
    </dgm:pt>
    <dgm:pt modelId="{A94E36D6-A3AA-49BA-8C60-23355F98B1B8}">
      <dgm:prSet phldrT="[文本]" custT="1"/>
      <dgm:spPr/>
      <dgm:t>
        <a:bodyPr/>
        <a:lstStyle/>
        <a:p>
          <a:r>
            <a:rPr lang="zh-CN" altLang="en-US" sz="2400" dirty="0"/>
            <a:t>同理心</a:t>
          </a:r>
        </a:p>
      </dgm:t>
    </dgm:pt>
    <dgm:pt modelId="{7669D04C-9071-40F4-A9A6-B59AF67B1AA2}" cxnId="{B786E29C-D639-467E-8395-7345C3CC4515}" type="parTrans">
      <dgm:prSet/>
      <dgm:spPr/>
      <dgm:t>
        <a:bodyPr/>
        <a:lstStyle/>
        <a:p>
          <a:endParaRPr lang="zh-CN" altLang="en-US" sz="1400"/>
        </a:p>
      </dgm:t>
    </dgm:pt>
    <dgm:pt modelId="{6CB4B5D4-4F46-48AD-ACB9-B29FD2A7F175}" cxnId="{B786E29C-D639-467E-8395-7345C3CC4515}" type="sibTrans">
      <dgm:prSet/>
      <dgm:spPr/>
      <dgm:t>
        <a:bodyPr/>
        <a:lstStyle/>
        <a:p>
          <a:endParaRPr lang="zh-CN" altLang="en-US" sz="1400"/>
        </a:p>
      </dgm:t>
    </dgm:pt>
    <dgm:pt modelId="{D37F2383-05A2-492F-8491-0E55A27A2FEC}">
      <dgm:prSet phldrT="[文本]" custT="1"/>
      <dgm:spPr/>
      <dgm:t>
        <a:bodyPr/>
        <a:lstStyle/>
        <a:p>
          <a:r>
            <a:rPr lang="zh-CN" altLang="en-US" sz="1400" dirty="0"/>
            <a:t>情绪</a:t>
          </a:r>
          <a:br>
            <a:rPr lang="en-US" altLang="zh-CN" sz="1400" dirty="0"/>
          </a:br>
          <a:r>
            <a:rPr lang="zh-CN" altLang="en-US" sz="1400" dirty="0"/>
            <a:t>察觉</a:t>
          </a:r>
        </a:p>
      </dgm:t>
    </dgm:pt>
    <dgm:pt modelId="{6CAEB681-93FC-48CD-AE83-0EB338DD30AA}" cxnId="{5E109940-0A7B-4697-9CE7-BBD40DE0FDD3}" type="parTrans">
      <dgm:prSet/>
      <dgm:spPr/>
      <dgm:t>
        <a:bodyPr/>
        <a:lstStyle/>
        <a:p>
          <a:endParaRPr lang="zh-CN" altLang="en-US" sz="1400"/>
        </a:p>
      </dgm:t>
    </dgm:pt>
    <dgm:pt modelId="{5E5682FA-EE79-4D71-80B1-D19F08DCB2E3}" cxnId="{5E109940-0A7B-4697-9CE7-BBD40DE0FDD3}" type="sibTrans">
      <dgm:prSet/>
      <dgm:spPr/>
      <dgm:t>
        <a:bodyPr/>
        <a:lstStyle/>
        <a:p>
          <a:endParaRPr lang="zh-CN" altLang="en-US" sz="1400"/>
        </a:p>
      </dgm:t>
    </dgm:pt>
    <dgm:pt modelId="{298DC746-0DDC-4224-AA3A-5BB94B0738A2}">
      <dgm:prSet phldrT="[文本]" custT="1"/>
      <dgm:spPr/>
      <dgm:t>
        <a:bodyPr/>
        <a:lstStyle/>
        <a:p>
          <a:r>
            <a:rPr lang="zh-CN" altLang="en-US" sz="1400" dirty="0"/>
            <a:t>情感</a:t>
          </a:r>
          <a:br>
            <a:rPr lang="en-US" altLang="zh-CN" sz="1400" dirty="0"/>
          </a:br>
          <a:r>
            <a:rPr lang="zh-CN" altLang="en-US" sz="1400" dirty="0"/>
            <a:t>共鸣</a:t>
          </a:r>
        </a:p>
      </dgm:t>
    </dgm:pt>
    <dgm:pt modelId="{E7BDBD13-4013-43F4-BBA1-97B71A4C9117}" cxnId="{EA45929D-EDC0-45D9-A1A0-CE9997715DE3}" type="parTrans">
      <dgm:prSet/>
      <dgm:spPr/>
      <dgm:t>
        <a:bodyPr/>
        <a:lstStyle/>
        <a:p>
          <a:endParaRPr lang="zh-CN" altLang="en-US" sz="1400"/>
        </a:p>
      </dgm:t>
    </dgm:pt>
    <dgm:pt modelId="{D39773F3-6EC2-46B8-BE55-3B6927DFD946}" cxnId="{EA45929D-EDC0-45D9-A1A0-CE9997715DE3}" type="sibTrans">
      <dgm:prSet/>
      <dgm:spPr/>
      <dgm:t>
        <a:bodyPr/>
        <a:lstStyle/>
        <a:p>
          <a:endParaRPr lang="zh-CN" altLang="en-US" sz="1400"/>
        </a:p>
      </dgm:t>
    </dgm:pt>
    <dgm:pt modelId="{CC0D382A-05D0-46C2-86F5-A518B2092FAE}">
      <dgm:prSet phldrT="[文本]" custT="1"/>
      <dgm:spPr/>
      <dgm:t>
        <a:bodyPr/>
        <a:lstStyle/>
        <a:p>
          <a:r>
            <a:rPr lang="zh-CN" altLang="en-US" sz="1400" dirty="0"/>
            <a:t>价值观</a:t>
          </a:r>
          <a:br>
            <a:rPr lang="en-US" altLang="zh-CN" sz="1400" dirty="0"/>
          </a:br>
          <a:r>
            <a:rPr lang="zh-CN" altLang="en-US" sz="1400" dirty="0"/>
            <a:t>尊重</a:t>
          </a:r>
        </a:p>
      </dgm:t>
    </dgm:pt>
    <dgm:pt modelId="{D3287920-7618-49AD-AA18-86385BDED5FB}" cxnId="{8821CB8C-7E55-4AF1-B830-22D487D30159}" type="parTrans">
      <dgm:prSet/>
      <dgm:spPr/>
      <dgm:t>
        <a:bodyPr/>
        <a:lstStyle/>
        <a:p>
          <a:endParaRPr lang="zh-CN" altLang="en-US" sz="1400"/>
        </a:p>
      </dgm:t>
    </dgm:pt>
    <dgm:pt modelId="{3ADED447-FE86-4735-B5D5-F29E0F780144}" cxnId="{8821CB8C-7E55-4AF1-B830-22D487D30159}" type="sibTrans">
      <dgm:prSet/>
      <dgm:spPr/>
      <dgm:t>
        <a:bodyPr/>
        <a:lstStyle/>
        <a:p>
          <a:endParaRPr lang="zh-CN" altLang="en-US" sz="1400"/>
        </a:p>
      </dgm:t>
    </dgm:pt>
    <dgm:pt modelId="{4F94B26A-2DAF-4CE3-9674-6B620B94D48D}">
      <dgm:prSet phldrT="[文本]" custT="1"/>
      <dgm:spPr/>
      <dgm:t>
        <a:bodyPr/>
        <a:lstStyle/>
        <a:p>
          <a:r>
            <a:rPr lang="zh-CN" altLang="en-US" sz="1400" dirty="0"/>
            <a:t>支持性</a:t>
          </a:r>
          <a:br>
            <a:rPr lang="en-US" altLang="zh-CN" sz="1400" dirty="0"/>
          </a:br>
          <a:r>
            <a:rPr lang="zh-CN" altLang="en-US" sz="1400" dirty="0"/>
            <a:t>沟通</a:t>
          </a:r>
        </a:p>
      </dgm:t>
    </dgm:pt>
    <dgm:pt modelId="{B6F6DDE7-77EC-48BB-AFF8-9DFC099DEB5A}" cxnId="{CCE0E733-C8BB-42D3-BD08-BC929F394C60}" type="parTrans">
      <dgm:prSet/>
      <dgm:spPr/>
      <dgm:t>
        <a:bodyPr/>
        <a:lstStyle/>
        <a:p>
          <a:endParaRPr lang="zh-CN" altLang="en-US" sz="1400"/>
        </a:p>
      </dgm:t>
    </dgm:pt>
    <dgm:pt modelId="{DC8EC6D6-E9BA-4645-B0A2-D155FDB5BFDD}" cxnId="{CCE0E733-C8BB-42D3-BD08-BC929F394C60}" type="sibTrans">
      <dgm:prSet/>
      <dgm:spPr/>
      <dgm:t>
        <a:bodyPr/>
        <a:lstStyle/>
        <a:p>
          <a:endParaRPr lang="zh-CN" altLang="en-US" sz="1400"/>
        </a:p>
      </dgm:t>
    </dgm:pt>
    <dgm:pt modelId="{78AB84E3-4063-4F10-A71E-2316ECF1D311}" type="pres">
      <dgm:prSet presAssocID="{ADE345AD-774B-4FF8-B5A3-0FFB47033EA1}" presName="Name0" presStyleCnt="0">
        <dgm:presLayoutVars>
          <dgm:chMax val="1"/>
          <dgm:dir/>
          <dgm:animLvl val="ctr"/>
          <dgm:resizeHandles val="exact"/>
        </dgm:presLayoutVars>
      </dgm:prSet>
      <dgm:spPr/>
    </dgm:pt>
    <dgm:pt modelId="{04568A56-64D0-4080-8BA5-E962B2A41AD7}" type="pres">
      <dgm:prSet presAssocID="{A94E36D6-A3AA-49BA-8C60-23355F98B1B8}" presName="centerShape" presStyleLbl="node0" presStyleIdx="0" presStyleCnt="1"/>
      <dgm:spPr/>
    </dgm:pt>
    <dgm:pt modelId="{4386F83A-20F3-4C3E-8FC5-9F2AED852B64}" type="pres">
      <dgm:prSet presAssocID="{D37F2383-05A2-492F-8491-0E55A27A2FEC}" presName="node" presStyleLbl="node1" presStyleIdx="0" presStyleCnt="4">
        <dgm:presLayoutVars>
          <dgm:bulletEnabled val="1"/>
        </dgm:presLayoutVars>
      </dgm:prSet>
      <dgm:spPr/>
    </dgm:pt>
    <dgm:pt modelId="{F10A8C2D-5E33-4B00-A04B-32110FD96814}" type="pres">
      <dgm:prSet presAssocID="{D37F2383-05A2-492F-8491-0E55A27A2FEC}" presName="dummy" presStyleCnt="0"/>
      <dgm:spPr/>
    </dgm:pt>
    <dgm:pt modelId="{B19F2845-547E-4B2A-86E4-A7A979D99D4C}" type="pres">
      <dgm:prSet presAssocID="{5E5682FA-EE79-4D71-80B1-D19F08DCB2E3}" presName="sibTrans" presStyleLbl="sibTrans2D1" presStyleIdx="0" presStyleCnt="4"/>
      <dgm:spPr/>
    </dgm:pt>
    <dgm:pt modelId="{DD73853B-1554-413B-8FE0-717825D53E5B}" type="pres">
      <dgm:prSet presAssocID="{298DC746-0DDC-4224-AA3A-5BB94B0738A2}" presName="node" presStyleLbl="node1" presStyleIdx="1" presStyleCnt="4">
        <dgm:presLayoutVars>
          <dgm:bulletEnabled val="1"/>
        </dgm:presLayoutVars>
      </dgm:prSet>
      <dgm:spPr/>
    </dgm:pt>
    <dgm:pt modelId="{D28E723E-87F8-4C92-8B28-F4F18A92703B}" type="pres">
      <dgm:prSet presAssocID="{298DC746-0DDC-4224-AA3A-5BB94B0738A2}" presName="dummy" presStyleCnt="0"/>
      <dgm:spPr/>
    </dgm:pt>
    <dgm:pt modelId="{6FAC91B6-E8BB-4792-9C03-88D07FD32604}" type="pres">
      <dgm:prSet presAssocID="{D39773F3-6EC2-46B8-BE55-3B6927DFD946}" presName="sibTrans" presStyleLbl="sibTrans2D1" presStyleIdx="1" presStyleCnt="4"/>
      <dgm:spPr/>
    </dgm:pt>
    <dgm:pt modelId="{CDDB3578-3842-4842-8E28-CD6E73E9104A}" type="pres">
      <dgm:prSet presAssocID="{4F94B26A-2DAF-4CE3-9674-6B620B94D48D}" presName="node" presStyleLbl="node1" presStyleIdx="2" presStyleCnt="4">
        <dgm:presLayoutVars>
          <dgm:bulletEnabled val="1"/>
        </dgm:presLayoutVars>
      </dgm:prSet>
      <dgm:spPr/>
    </dgm:pt>
    <dgm:pt modelId="{42D518F0-51D9-4054-87C9-B126FA5EC835}" type="pres">
      <dgm:prSet presAssocID="{4F94B26A-2DAF-4CE3-9674-6B620B94D48D}" presName="dummy" presStyleCnt="0"/>
      <dgm:spPr/>
    </dgm:pt>
    <dgm:pt modelId="{43D922AF-C8A9-4C79-8B41-871A50B72EAE}" type="pres">
      <dgm:prSet presAssocID="{DC8EC6D6-E9BA-4645-B0A2-D155FDB5BFDD}" presName="sibTrans" presStyleLbl="sibTrans2D1" presStyleIdx="2" presStyleCnt="4"/>
      <dgm:spPr/>
    </dgm:pt>
    <dgm:pt modelId="{3B8B920A-CBE1-46F7-9387-50E00D049D71}" type="pres">
      <dgm:prSet presAssocID="{CC0D382A-05D0-46C2-86F5-A518B2092FAE}" presName="node" presStyleLbl="node1" presStyleIdx="3" presStyleCnt="4">
        <dgm:presLayoutVars>
          <dgm:bulletEnabled val="1"/>
        </dgm:presLayoutVars>
      </dgm:prSet>
      <dgm:spPr/>
    </dgm:pt>
    <dgm:pt modelId="{DAE05EE0-F517-427F-823B-68B958684901}" type="pres">
      <dgm:prSet presAssocID="{CC0D382A-05D0-46C2-86F5-A518B2092FAE}" presName="dummy" presStyleCnt="0"/>
      <dgm:spPr/>
    </dgm:pt>
    <dgm:pt modelId="{FB99DC31-41BF-4987-AB70-8C715A1625B1}" type="pres">
      <dgm:prSet presAssocID="{3ADED447-FE86-4735-B5D5-F29E0F780144}" presName="sibTrans" presStyleLbl="sibTrans2D1" presStyleIdx="3" presStyleCnt="4"/>
      <dgm:spPr/>
    </dgm:pt>
  </dgm:ptLst>
  <dgm:cxnLst>
    <dgm:cxn modelId="{DD40C130-F2ED-4CEC-A2E4-FABD2AD2B47B}" type="presOf" srcId="{ADE345AD-774B-4FF8-B5A3-0FFB47033EA1}" destId="{78AB84E3-4063-4F10-A71E-2316ECF1D311}" srcOrd="0" destOrd="0" presId="urn:microsoft.com/office/officeart/2005/8/layout/radial6"/>
    <dgm:cxn modelId="{CCE0E733-C8BB-42D3-BD08-BC929F394C60}" srcId="{A94E36D6-A3AA-49BA-8C60-23355F98B1B8}" destId="{4F94B26A-2DAF-4CE3-9674-6B620B94D48D}" srcOrd="2" destOrd="0" parTransId="{B6F6DDE7-77EC-48BB-AFF8-9DFC099DEB5A}" sibTransId="{DC8EC6D6-E9BA-4645-B0A2-D155FDB5BFDD}"/>
    <dgm:cxn modelId="{3B90DC3A-B266-47C4-A5C4-213FADE68B10}" type="presOf" srcId="{4F94B26A-2DAF-4CE3-9674-6B620B94D48D}" destId="{CDDB3578-3842-4842-8E28-CD6E73E9104A}" srcOrd="0" destOrd="0" presId="urn:microsoft.com/office/officeart/2005/8/layout/radial6"/>
    <dgm:cxn modelId="{5E109940-0A7B-4697-9CE7-BBD40DE0FDD3}" srcId="{A94E36D6-A3AA-49BA-8C60-23355F98B1B8}" destId="{D37F2383-05A2-492F-8491-0E55A27A2FEC}" srcOrd="0" destOrd="0" parTransId="{6CAEB681-93FC-48CD-AE83-0EB338DD30AA}" sibTransId="{5E5682FA-EE79-4D71-80B1-D19F08DCB2E3}"/>
    <dgm:cxn modelId="{3951E569-3D4D-4994-B4BE-883E78A9DF89}" type="presOf" srcId="{DC8EC6D6-E9BA-4645-B0A2-D155FDB5BFDD}" destId="{43D922AF-C8A9-4C79-8B41-871A50B72EAE}" srcOrd="0" destOrd="0" presId="urn:microsoft.com/office/officeart/2005/8/layout/radial6"/>
    <dgm:cxn modelId="{8821CB8C-7E55-4AF1-B830-22D487D30159}" srcId="{A94E36D6-A3AA-49BA-8C60-23355F98B1B8}" destId="{CC0D382A-05D0-46C2-86F5-A518B2092FAE}" srcOrd="3" destOrd="0" parTransId="{D3287920-7618-49AD-AA18-86385BDED5FB}" sibTransId="{3ADED447-FE86-4735-B5D5-F29E0F780144}"/>
    <dgm:cxn modelId="{B786E29C-D639-467E-8395-7345C3CC4515}" srcId="{ADE345AD-774B-4FF8-B5A3-0FFB47033EA1}" destId="{A94E36D6-A3AA-49BA-8C60-23355F98B1B8}" srcOrd="0" destOrd="0" parTransId="{7669D04C-9071-40F4-A9A6-B59AF67B1AA2}" sibTransId="{6CB4B5D4-4F46-48AD-ACB9-B29FD2A7F175}"/>
    <dgm:cxn modelId="{EA45929D-EDC0-45D9-A1A0-CE9997715DE3}" srcId="{A94E36D6-A3AA-49BA-8C60-23355F98B1B8}" destId="{298DC746-0DDC-4224-AA3A-5BB94B0738A2}" srcOrd="1" destOrd="0" parTransId="{E7BDBD13-4013-43F4-BBA1-97B71A4C9117}" sibTransId="{D39773F3-6EC2-46B8-BE55-3B6927DFD946}"/>
    <dgm:cxn modelId="{0E5A19BB-A69C-4705-8366-725186DB33BF}" type="presOf" srcId="{D39773F3-6EC2-46B8-BE55-3B6927DFD946}" destId="{6FAC91B6-E8BB-4792-9C03-88D07FD32604}" srcOrd="0" destOrd="0" presId="urn:microsoft.com/office/officeart/2005/8/layout/radial6"/>
    <dgm:cxn modelId="{C16CBAD4-34D6-4F1E-BB2A-12F8DB3EBCCF}" type="presOf" srcId="{A94E36D6-A3AA-49BA-8C60-23355F98B1B8}" destId="{04568A56-64D0-4080-8BA5-E962B2A41AD7}" srcOrd="0" destOrd="0" presId="urn:microsoft.com/office/officeart/2005/8/layout/radial6"/>
    <dgm:cxn modelId="{87AA25D5-EC9F-469B-8980-07356707897D}" type="presOf" srcId="{3ADED447-FE86-4735-B5D5-F29E0F780144}" destId="{FB99DC31-41BF-4987-AB70-8C715A1625B1}" srcOrd="0" destOrd="0" presId="urn:microsoft.com/office/officeart/2005/8/layout/radial6"/>
    <dgm:cxn modelId="{A4A772DB-DE10-4ECC-B220-31429D98FFA9}" type="presOf" srcId="{5E5682FA-EE79-4D71-80B1-D19F08DCB2E3}" destId="{B19F2845-547E-4B2A-86E4-A7A979D99D4C}" srcOrd="0" destOrd="0" presId="urn:microsoft.com/office/officeart/2005/8/layout/radial6"/>
    <dgm:cxn modelId="{BF2BFDDF-ED9C-4E3D-BE84-16A08F54D055}" type="presOf" srcId="{298DC746-0DDC-4224-AA3A-5BB94B0738A2}" destId="{DD73853B-1554-413B-8FE0-717825D53E5B}" srcOrd="0" destOrd="0" presId="urn:microsoft.com/office/officeart/2005/8/layout/radial6"/>
    <dgm:cxn modelId="{FC65E2E6-8783-45BD-AF4F-FFBB0EEA34A9}" type="presOf" srcId="{D37F2383-05A2-492F-8491-0E55A27A2FEC}" destId="{4386F83A-20F3-4C3E-8FC5-9F2AED852B64}" srcOrd="0" destOrd="0" presId="urn:microsoft.com/office/officeart/2005/8/layout/radial6"/>
    <dgm:cxn modelId="{A47D04EF-03B5-485D-A596-9D40C3E6F79A}" type="presOf" srcId="{CC0D382A-05D0-46C2-86F5-A518B2092FAE}" destId="{3B8B920A-CBE1-46F7-9387-50E00D049D71}" srcOrd="0" destOrd="0" presId="urn:microsoft.com/office/officeart/2005/8/layout/radial6"/>
    <dgm:cxn modelId="{6CA294EB-B3F3-42CF-BF61-A2378B7980F6}" type="presParOf" srcId="{78AB84E3-4063-4F10-A71E-2316ECF1D311}" destId="{04568A56-64D0-4080-8BA5-E962B2A41AD7}" srcOrd="0" destOrd="0" presId="urn:microsoft.com/office/officeart/2005/8/layout/radial6"/>
    <dgm:cxn modelId="{BD0B3248-3727-44A4-8813-3B07A939CD7A}" type="presParOf" srcId="{78AB84E3-4063-4F10-A71E-2316ECF1D311}" destId="{4386F83A-20F3-4C3E-8FC5-9F2AED852B64}" srcOrd="1" destOrd="0" presId="urn:microsoft.com/office/officeart/2005/8/layout/radial6"/>
    <dgm:cxn modelId="{6421507F-5655-49BE-87A2-762767B25E89}" type="presParOf" srcId="{78AB84E3-4063-4F10-A71E-2316ECF1D311}" destId="{F10A8C2D-5E33-4B00-A04B-32110FD96814}" srcOrd="2" destOrd="0" presId="urn:microsoft.com/office/officeart/2005/8/layout/radial6"/>
    <dgm:cxn modelId="{E83B6788-2805-4DD6-925D-00E4964E69CD}" type="presParOf" srcId="{78AB84E3-4063-4F10-A71E-2316ECF1D311}" destId="{B19F2845-547E-4B2A-86E4-A7A979D99D4C}" srcOrd="3" destOrd="0" presId="urn:microsoft.com/office/officeart/2005/8/layout/radial6"/>
    <dgm:cxn modelId="{B6CD920C-49D7-4A2D-ACAA-289BD80E2919}" type="presParOf" srcId="{78AB84E3-4063-4F10-A71E-2316ECF1D311}" destId="{DD73853B-1554-413B-8FE0-717825D53E5B}" srcOrd="4" destOrd="0" presId="urn:microsoft.com/office/officeart/2005/8/layout/radial6"/>
    <dgm:cxn modelId="{C113C845-AD7B-44D1-A277-6CEAC61F2BD6}" type="presParOf" srcId="{78AB84E3-4063-4F10-A71E-2316ECF1D311}" destId="{D28E723E-87F8-4C92-8B28-F4F18A92703B}" srcOrd="5" destOrd="0" presId="urn:microsoft.com/office/officeart/2005/8/layout/radial6"/>
    <dgm:cxn modelId="{4FB79E0C-AAB7-42C0-B7A0-A8ACB3AE230C}" type="presParOf" srcId="{78AB84E3-4063-4F10-A71E-2316ECF1D311}" destId="{6FAC91B6-E8BB-4792-9C03-88D07FD32604}" srcOrd="6" destOrd="0" presId="urn:microsoft.com/office/officeart/2005/8/layout/radial6"/>
    <dgm:cxn modelId="{4B407944-911B-4BAB-A98C-8CD44FA83846}" type="presParOf" srcId="{78AB84E3-4063-4F10-A71E-2316ECF1D311}" destId="{CDDB3578-3842-4842-8E28-CD6E73E9104A}" srcOrd="7" destOrd="0" presId="urn:microsoft.com/office/officeart/2005/8/layout/radial6"/>
    <dgm:cxn modelId="{7092CEE3-A694-42B4-A2CD-514D807F90B3}" type="presParOf" srcId="{78AB84E3-4063-4F10-A71E-2316ECF1D311}" destId="{42D518F0-51D9-4054-87C9-B126FA5EC835}" srcOrd="8" destOrd="0" presId="urn:microsoft.com/office/officeart/2005/8/layout/radial6"/>
    <dgm:cxn modelId="{8C2E947B-3500-4CA2-98E5-7BF2DB54E442}" type="presParOf" srcId="{78AB84E3-4063-4F10-A71E-2316ECF1D311}" destId="{43D922AF-C8A9-4C79-8B41-871A50B72EAE}" srcOrd="9" destOrd="0" presId="urn:microsoft.com/office/officeart/2005/8/layout/radial6"/>
    <dgm:cxn modelId="{13695875-779E-4FE5-8431-285EBAB39128}" type="presParOf" srcId="{78AB84E3-4063-4F10-A71E-2316ECF1D311}" destId="{3B8B920A-CBE1-46F7-9387-50E00D049D71}" srcOrd="10" destOrd="0" presId="urn:microsoft.com/office/officeart/2005/8/layout/radial6"/>
    <dgm:cxn modelId="{51675842-A66E-4643-B96A-3DF738D712D1}" type="presParOf" srcId="{78AB84E3-4063-4F10-A71E-2316ECF1D311}" destId="{DAE05EE0-F517-427F-823B-68B958684901}" srcOrd="11" destOrd="0" presId="urn:microsoft.com/office/officeart/2005/8/layout/radial6"/>
    <dgm:cxn modelId="{1A3BA176-BB96-4E35-8242-FC4CAEC5A999}" type="presParOf" srcId="{78AB84E3-4063-4F10-A71E-2316ECF1D311}" destId="{FB99DC31-41BF-4987-AB70-8C715A1625B1}" srcOrd="12" destOrd="0" presId="urn:microsoft.com/office/officeart/2005/8/layout/radial6"/>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D9FBBD90-B4A7-46FF-8D2B-B59A4A1AA6B2}" type="doc">
      <dgm:prSet loTypeId="urn:microsoft.com/office/officeart/2005/8/layout/chevron1" loCatId="process" qsTypeId="urn:microsoft.com/office/officeart/2005/8/quickstyle/simple1" qsCatId="simple" csTypeId="urn:microsoft.com/office/officeart/2005/8/colors/colorful2" csCatId="colorful" phldr="1"/>
      <dgm:spPr/>
    </dgm:pt>
    <dgm:pt modelId="{CD9BB130-B17C-4227-8635-DB8F6B832707}">
      <dgm:prSet phldrT="[文本]" custT="1"/>
      <dgm:spPr/>
      <dgm:t>
        <a:bodyPr/>
        <a:lstStyle/>
        <a:p>
          <a:r>
            <a:rPr lang="zh-CN" altLang="en-US" sz="2800" dirty="0"/>
            <a:t>图</a:t>
          </a:r>
        </a:p>
      </dgm:t>
    </dgm:pt>
    <dgm:pt modelId="{E4EA5168-1A2C-471E-BE45-198A17141F3C}" cxnId="{D0DCB116-5D04-4C04-BC51-EC05193893E0}" type="parTrans">
      <dgm:prSet/>
      <dgm:spPr/>
      <dgm:t>
        <a:bodyPr/>
        <a:lstStyle/>
        <a:p>
          <a:endParaRPr lang="zh-CN" altLang="en-US" sz="1400"/>
        </a:p>
      </dgm:t>
    </dgm:pt>
    <dgm:pt modelId="{3D3CF50E-F1FC-47A0-B611-51718A25C6EE}" cxnId="{D0DCB116-5D04-4C04-BC51-EC05193893E0}" type="sibTrans">
      <dgm:prSet/>
      <dgm:spPr/>
      <dgm:t>
        <a:bodyPr/>
        <a:lstStyle/>
        <a:p>
          <a:endParaRPr lang="zh-CN" altLang="en-US" sz="1400"/>
        </a:p>
      </dgm:t>
    </dgm:pt>
    <dgm:pt modelId="{AB154139-0B50-4AC6-9487-C540AB6EE48D}">
      <dgm:prSet phldrT="[文本]" custT="1"/>
      <dgm:spPr/>
      <dgm:t>
        <a:bodyPr/>
        <a:lstStyle/>
        <a:p>
          <a:r>
            <a:rPr lang="zh-CN" altLang="en-US" sz="2800" dirty="0"/>
            <a:t>表</a:t>
          </a:r>
        </a:p>
      </dgm:t>
    </dgm:pt>
    <dgm:pt modelId="{73DF9770-9A05-48E4-B430-16587FD8499C}" cxnId="{44535490-69D5-4991-A433-67ED4241B90C}" type="parTrans">
      <dgm:prSet/>
      <dgm:spPr/>
      <dgm:t>
        <a:bodyPr/>
        <a:lstStyle/>
        <a:p>
          <a:endParaRPr lang="zh-CN" altLang="en-US" sz="1400"/>
        </a:p>
      </dgm:t>
    </dgm:pt>
    <dgm:pt modelId="{757014C9-54DF-4779-88AB-8A31526E090C}" cxnId="{44535490-69D5-4991-A433-67ED4241B90C}" type="sibTrans">
      <dgm:prSet/>
      <dgm:spPr/>
      <dgm:t>
        <a:bodyPr/>
        <a:lstStyle/>
        <a:p>
          <a:endParaRPr lang="zh-CN" altLang="en-US" sz="1400"/>
        </a:p>
      </dgm:t>
    </dgm:pt>
    <dgm:pt modelId="{7CDBDD29-C3A8-47CD-B5EB-5A8690B17060}">
      <dgm:prSet phldrT="[文本]" custT="1"/>
      <dgm:spPr/>
      <dgm:t>
        <a:bodyPr/>
        <a:lstStyle/>
        <a:p>
          <a:r>
            <a:rPr lang="zh-CN" altLang="en-US" sz="2800" dirty="0"/>
            <a:t>字</a:t>
          </a:r>
        </a:p>
      </dgm:t>
    </dgm:pt>
    <dgm:pt modelId="{0D6795AF-E93E-456B-A153-CA00609EA2FE}" cxnId="{F1FB67ED-4192-4B5E-A53E-FDCA104B33D3}" type="parTrans">
      <dgm:prSet/>
      <dgm:spPr/>
      <dgm:t>
        <a:bodyPr/>
        <a:lstStyle/>
        <a:p>
          <a:endParaRPr lang="zh-CN" altLang="en-US" sz="1400"/>
        </a:p>
      </dgm:t>
    </dgm:pt>
    <dgm:pt modelId="{03EC0CBB-7C13-4DAA-B85E-E16B4CE502DD}" cxnId="{F1FB67ED-4192-4B5E-A53E-FDCA104B33D3}" type="sibTrans">
      <dgm:prSet/>
      <dgm:spPr/>
      <dgm:t>
        <a:bodyPr/>
        <a:lstStyle/>
        <a:p>
          <a:endParaRPr lang="zh-CN" altLang="en-US" sz="1400"/>
        </a:p>
      </dgm:t>
    </dgm:pt>
    <dgm:pt modelId="{88F6D202-9FFC-4058-A3D9-681C700B50F3}" type="pres">
      <dgm:prSet presAssocID="{D9FBBD90-B4A7-46FF-8D2B-B59A4A1AA6B2}" presName="Name0" presStyleCnt="0">
        <dgm:presLayoutVars>
          <dgm:dir/>
          <dgm:animLvl val="lvl"/>
          <dgm:resizeHandles val="exact"/>
        </dgm:presLayoutVars>
      </dgm:prSet>
      <dgm:spPr/>
    </dgm:pt>
    <dgm:pt modelId="{EF5D8D69-76EA-4103-BEE9-A5B102E07922}" type="pres">
      <dgm:prSet presAssocID="{CD9BB130-B17C-4227-8635-DB8F6B832707}" presName="parTxOnly" presStyleLbl="node1" presStyleIdx="0" presStyleCnt="3">
        <dgm:presLayoutVars>
          <dgm:chMax val="0"/>
          <dgm:chPref val="0"/>
          <dgm:bulletEnabled val="1"/>
        </dgm:presLayoutVars>
      </dgm:prSet>
      <dgm:spPr/>
    </dgm:pt>
    <dgm:pt modelId="{80EB842C-E6AD-4337-B6D4-38971475B225}" type="pres">
      <dgm:prSet presAssocID="{3D3CF50E-F1FC-47A0-B611-51718A25C6EE}" presName="parTxOnlySpace" presStyleCnt="0"/>
      <dgm:spPr/>
    </dgm:pt>
    <dgm:pt modelId="{6FDCADC0-9C0C-4B6D-A3BC-B47DEAED012E}" type="pres">
      <dgm:prSet presAssocID="{AB154139-0B50-4AC6-9487-C540AB6EE48D}" presName="parTxOnly" presStyleLbl="node1" presStyleIdx="1" presStyleCnt="3">
        <dgm:presLayoutVars>
          <dgm:chMax val="0"/>
          <dgm:chPref val="0"/>
          <dgm:bulletEnabled val="1"/>
        </dgm:presLayoutVars>
      </dgm:prSet>
      <dgm:spPr/>
    </dgm:pt>
    <dgm:pt modelId="{4F3A12D4-2C48-4E35-811A-28A5294E04BB}" type="pres">
      <dgm:prSet presAssocID="{757014C9-54DF-4779-88AB-8A31526E090C}" presName="parTxOnlySpace" presStyleCnt="0"/>
      <dgm:spPr/>
    </dgm:pt>
    <dgm:pt modelId="{82716FE1-51B5-4140-87AA-EDD8A093C744}" type="pres">
      <dgm:prSet presAssocID="{7CDBDD29-C3A8-47CD-B5EB-5A8690B17060}" presName="parTxOnly" presStyleLbl="node1" presStyleIdx="2" presStyleCnt="3">
        <dgm:presLayoutVars>
          <dgm:chMax val="0"/>
          <dgm:chPref val="0"/>
          <dgm:bulletEnabled val="1"/>
        </dgm:presLayoutVars>
      </dgm:prSet>
      <dgm:spPr/>
    </dgm:pt>
  </dgm:ptLst>
  <dgm:cxnLst>
    <dgm:cxn modelId="{D0DCB116-5D04-4C04-BC51-EC05193893E0}" srcId="{D9FBBD90-B4A7-46FF-8D2B-B59A4A1AA6B2}" destId="{CD9BB130-B17C-4227-8635-DB8F6B832707}" srcOrd="0" destOrd="0" parTransId="{E4EA5168-1A2C-471E-BE45-198A17141F3C}" sibTransId="{3D3CF50E-F1FC-47A0-B611-51718A25C6EE}"/>
    <dgm:cxn modelId="{B774E06D-9681-42EB-9AF4-F5E205424A66}" type="presOf" srcId="{CD9BB130-B17C-4227-8635-DB8F6B832707}" destId="{EF5D8D69-76EA-4103-BEE9-A5B102E07922}" srcOrd="0" destOrd="0" presId="urn:microsoft.com/office/officeart/2005/8/layout/chevron1"/>
    <dgm:cxn modelId="{9C1D994F-C171-4E97-B9F5-C4797CBB0BB9}" type="presOf" srcId="{AB154139-0B50-4AC6-9487-C540AB6EE48D}" destId="{6FDCADC0-9C0C-4B6D-A3BC-B47DEAED012E}" srcOrd="0" destOrd="0" presId="urn:microsoft.com/office/officeart/2005/8/layout/chevron1"/>
    <dgm:cxn modelId="{44535490-69D5-4991-A433-67ED4241B90C}" srcId="{D9FBBD90-B4A7-46FF-8D2B-B59A4A1AA6B2}" destId="{AB154139-0B50-4AC6-9487-C540AB6EE48D}" srcOrd="1" destOrd="0" parTransId="{73DF9770-9A05-48E4-B430-16587FD8499C}" sibTransId="{757014C9-54DF-4779-88AB-8A31526E090C}"/>
    <dgm:cxn modelId="{8D20E59A-1DD1-4B43-8D6E-52B60EA0C7CF}" type="presOf" srcId="{D9FBBD90-B4A7-46FF-8D2B-B59A4A1AA6B2}" destId="{88F6D202-9FFC-4058-A3D9-681C700B50F3}" srcOrd="0" destOrd="0" presId="urn:microsoft.com/office/officeart/2005/8/layout/chevron1"/>
    <dgm:cxn modelId="{102FBDB1-A407-4B4E-8FFC-51501E7BF9AB}" type="presOf" srcId="{7CDBDD29-C3A8-47CD-B5EB-5A8690B17060}" destId="{82716FE1-51B5-4140-87AA-EDD8A093C744}" srcOrd="0" destOrd="0" presId="urn:microsoft.com/office/officeart/2005/8/layout/chevron1"/>
    <dgm:cxn modelId="{F1FB67ED-4192-4B5E-A53E-FDCA104B33D3}" srcId="{D9FBBD90-B4A7-46FF-8D2B-B59A4A1AA6B2}" destId="{7CDBDD29-C3A8-47CD-B5EB-5A8690B17060}" srcOrd="2" destOrd="0" parTransId="{0D6795AF-E93E-456B-A153-CA00609EA2FE}" sibTransId="{03EC0CBB-7C13-4DAA-B85E-E16B4CE502DD}"/>
    <dgm:cxn modelId="{6AA22BEB-C01F-4C10-A159-D616C4E42488}" type="presParOf" srcId="{88F6D202-9FFC-4058-A3D9-681C700B50F3}" destId="{EF5D8D69-76EA-4103-BEE9-A5B102E07922}" srcOrd="0" destOrd="0" presId="urn:microsoft.com/office/officeart/2005/8/layout/chevron1"/>
    <dgm:cxn modelId="{DAB9F729-AC91-4D14-8378-BD7F26EEF876}" type="presParOf" srcId="{88F6D202-9FFC-4058-A3D9-681C700B50F3}" destId="{80EB842C-E6AD-4337-B6D4-38971475B225}" srcOrd="1" destOrd="0" presId="urn:microsoft.com/office/officeart/2005/8/layout/chevron1"/>
    <dgm:cxn modelId="{3B8C2357-C127-45F4-B4EC-E557F5A57FA5}" type="presParOf" srcId="{88F6D202-9FFC-4058-A3D9-681C700B50F3}" destId="{6FDCADC0-9C0C-4B6D-A3BC-B47DEAED012E}" srcOrd="2" destOrd="0" presId="urn:microsoft.com/office/officeart/2005/8/layout/chevron1"/>
    <dgm:cxn modelId="{C47698A8-1AF4-460A-94D2-1DC4EDD8A391}" type="presParOf" srcId="{88F6D202-9FFC-4058-A3D9-681C700B50F3}" destId="{4F3A12D4-2C48-4E35-811A-28A5294E04BB}" srcOrd="3" destOrd="0" presId="urn:microsoft.com/office/officeart/2005/8/layout/chevron1"/>
    <dgm:cxn modelId="{918EB263-6EB1-4BFE-BAFE-AACDBBF8326D}" type="presParOf" srcId="{88F6D202-9FFC-4058-A3D9-681C700B50F3}" destId="{82716FE1-51B5-4140-87AA-EDD8A093C744}" srcOrd="4" destOrd="0" presId="urn:microsoft.com/office/officeart/2005/8/layout/chevron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57DF3E1F-142B-402B-A897-5652CB342587}" type="doc">
      <dgm:prSet loTypeId="urn:microsoft.com/office/officeart/2005/8/layout/radial3" loCatId="cycle" qsTypeId="urn:microsoft.com/office/officeart/2005/8/quickstyle/simple1" qsCatId="simple" csTypeId="urn:microsoft.com/office/officeart/2005/8/colors/colorful2" csCatId="colorful" phldr="1"/>
      <dgm:spPr/>
      <dgm:t>
        <a:bodyPr/>
        <a:lstStyle/>
        <a:p>
          <a:endParaRPr lang="zh-CN" altLang="en-US"/>
        </a:p>
      </dgm:t>
    </dgm:pt>
    <dgm:pt modelId="{800DD185-5044-455C-837B-A7BC4F6DEEFD}">
      <dgm:prSet phldrT="[文本]" custT="1"/>
      <dgm:spPr/>
      <dgm:t>
        <a:bodyPr/>
        <a:lstStyle/>
        <a:p>
          <a:r>
            <a:rPr lang="zh-CN" altLang="en-US" sz="1600" b="1" dirty="0">
              <a:latin typeface="微软雅黑" panose="020B0503020204020204" charset="-122"/>
              <a:ea typeface="微软雅黑" panose="020B0503020204020204" charset="-122"/>
            </a:rPr>
            <a:t>三点法</a:t>
          </a:r>
        </a:p>
      </dgm:t>
    </dgm:pt>
    <dgm:pt modelId="{4C610277-8FD4-410F-B4A7-A5F99EDB7292}" cxnId="{8935AC27-3373-4B0A-BE29-7B7856628E86}" type="parTrans">
      <dgm:prSet/>
      <dgm:spPr/>
      <dgm:t>
        <a:bodyPr/>
        <a:lstStyle/>
        <a:p>
          <a:endParaRPr lang="zh-CN" altLang="en-US" sz="1400" b="1">
            <a:latin typeface="微软雅黑" panose="020B0503020204020204" charset="-122"/>
            <a:ea typeface="微软雅黑" panose="020B0503020204020204" charset="-122"/>
          </a:endParaRPr>
        </a:p>
      </dgm:t>
    </dgm:pt>
    <dgm:pt modelId="{A73617FB-5CAF-4F00-8D62-DA8269BEC5E1}" cxnId="{8935AC27-3373-4B0A-BE29-7B7856628E86}" type="sibTrans">
      <dgm:prSet/>
      <dgm:spPr/>
      <dgm:t>
        <a:bodyPr/>
        <a:lstStyle/>
        <a:p>
          <a:endParaRPr lang="zh-CN" altLang="en-US" sz="1400" b="1">
            <a:latin typeface="微软雅黑" panose="020B0503020204020204" charset="-122"/>
            <a:ea typeface="微软雅黑" panose="020B0503020204020204" charset="-122"/>
          </a:endParaRPr>
        </a:p>
      </dgm:t>
    </dgm:pt>
    <dgm:pt modelId="{CBBD5E05-C1B6-440B-91FB-774BA95A30EB}">
      <dgm:prSet phldrT="[文本]" custT="1"/>
      <dgm:spPr/>
      <dgm:t>
        <a:bodyPr/>
        <a:lstStyle/>
        <a:p>
          <a:r>
            <a:rPr lang="en-US" altLang="zh-CN" sz="1050" b="1" dirty="0">
              <a:latin typeface="微软雅黑" panose="020B0503020204020204" charset="-122"/>
              <a:ea typeface="微软雅黑" panose="020B0503020204020204" charset="-122"/>
            </a:rPr>
            <a:t>1</a:t>
          </a:r>
          <a:endParaRPr lang="zh-CN" altLang="en-US" sz="1050" b="1" dirty="0">
            <a:latin typeface="微软雅黑" panose="020B0503020204020204" charset="-122"/>
            <a:ea typeface="微软雅黑" panose="020B0503020204020204" charset="-122"/>
          </a:endParaRPr>
        </a:p>
      </dgm:t>
    </dgm:pt>
    <dgm:pt modelId="{58B89EAC-2FAA-425D-9162-79F88980056F}" cxnId="{8016CABF-9696-4933-A01E-86971F2CBB5D}" type="parTrans">
      <dgm:prSet custT="1"/>
      <dgm:spPr/>
      <dgm:t>
        <a:bodyPr/>
        <a:lstStyle/>
        <a:p>
          <a:endParaRPr lang="zh-CN" altLang="en-US" sz="800" b="1">
            <a:latin typeface="微软雅黑" panose="020B0503020204020204" charset="-122"/>
            <a:ea typeface="微软雅黑" panose="020B0503020204020204" charset="-122"/>
          </a:endParaRPr>
        </a:p>
      </dgm:t>
    </dgm:pt>
    <dgm:pt modelId="{6BD6462F-495E-4BF4-BE04-492E340E69A7}" cxnId="{8016CABF-9696-4933-A01E-86971F2CBB5D}" type="sibTrans">
      <dgm:prSet/>
      <dgm:spPr/>
      <dgm:t>
        <a:bodyPr/>
        <a:lstStyle/>
        <a:p>
          <a:endParaRPr lang="zh-CN" altLang="en-US" sz="1400" b="1">
            <a:latin typeface="微软雅黑" panose="020B0503020204020204" charset="-122"/>
            <a:ea typeface="微软雅黑" panose="020B0503020204020204" charset="-122"/>
          </a:endParaRPr>
        </a:p>
      </dgm:t>
    </dgm:pt>
    <dgm:pt modelId="{F70E05E4-B4D2-48B9-9163-3DE3F46BC2FF}">
      <dgm:prSet phldrT="[文本]" custT="1"/>
      <dgm:spPr/>
      <dgm:t>
        <a:bodyPr/>
        <a:lstStyle/>
        <a:p>
          <a:r>
            <a:rPr lang="en-US" altLang="zh-CN" sz="1050" b="1" dirty="0">
              <a:latin typeface="微软雅黑" panose="020B0503020204020204" charset="-122"/>
              <a:ea typeface="微软雅黑" panose="020B0503020204020204" charset="-122"/>
            </a:rPr>
            <a:t>2</a:t>
          </a:r>
          <a:endParaRPr lang="zh-CN" altLang="en-US" sz="1050" b="1" dirty="0">
            <a:latin typeface="微软雅黑" panose="020B0503020204020204" charset="-122"/>
            <a:ea typeface="微软雅黑" panose="020B0503020204020204" charset="-122"/>
          </a:endParaRPr>
        </a:p>
      </dgm:t>
    </dgm:pt>
    <dgm:pt modelId="{AEE7FF9E-760E-4AC1-A067-C0127CB198F5}" cxnId="{07104BD2-F839-42F7-9FEA-CD2E985FFD4F}" type="parTrans">
      <dgm:prSet custT="1"/>
      <dgm:spPr/>
      <dgm:t>
        <a:bodyPr/>
        <a:lstStyle/>
        <a:p>
          <a:endParaRPr lang="zh-CN" altLang="en-US" sz="800" b="1">
            <a:latin typeface="微软雅黑" panose="020B0503020204020204" charset="-122"/>
            <a:ea typeface="微软雅黑" panose="020B0503020204020204" charset="-122"/>
          </a:endParaRPr>
        </a:p>
      </dgm:t>
    </dgm:pt>
    <dgm:pt modelId="{10E4BBD8-4629-477D-8C17-867B0B9DB10B}" cxnId="{07104BD2-F839-42F7-9FEA-CD2E985FFD4F}" type="sibTrans">
      <dgm:prSet/>
      <dgm:spPr/>
      <dgm:t>
        <a:bodyPr/>
        <a:lstStyle/>
        <a:p>
          <a:endParaRPr lang="zh-CN" altLang="en-US" sz="1400" b="1">
            <a:latin typeface="微软雅黑" panose="020B0503020204020204" charset="-122"/>
            <a:ea typeface="微软雅黑" panose="020B0503020204020204" charset="-122"/>
          </a:endParaRPr>
        </a:p>
      </dgm:t>
    </dgm:pt>
    <dgm:pt modelId="{89B49079-54E6-4DAF-AB32-4938D84D701D}">
      <dgm:prSet phldrT="[文本]" custT="1"/>
      <dgm:spPr/>
      <dgm:t>
        <a:bodyPr/>
        <a:lstStyle/>
        <a:p>
          <a:r>
            <a:rPr lang="en-US" altLang="zh-CN" sz="1050" b="1" dirty="0">
              <a:latin typeface="微软雅黑" panose="020B0503020204020204" charset="-122"/>
              <a:ea typeface="微软雅黑" panose="020B0503020204020204" charset="-122"/>
            </a:rPr>
            <a:t>3</a:t>
          </a:r>
          <a:endParaRPr lang="zh-CN" altLang="en-US" sz="1050" b="1" dirty="0">
            <a:latin typeface="微软雅黑" panose="020B0503020204020204" charset="-122"/>
            <a:ea typeface="微软雅黑" panose="020B0503020204020204" charset="-122"/>
          </a:endParaRPr>
        </a:p>
      </dgm:t>
    </dgm:pt>
    <dgm:pt modelId="{575B64D1-D9CC-4D0B-BD02-841D9596E877}" cxnId="{409B3F70-6E76-4567-BF20-AE971BB15A3A}" type="parTrans">
      <dgm:prSet custT="1"/>
      <dgm:spPr/>
      <dgm:t>
        <a:bodyPr/>
        <a:lstStyle/>
        <a:p>
          <a:endParaRPr lang="zh-CN" altLang="en-US" sz="800" b="1">
            <a:latin typeface="微软雅黑" panose="020B0503020204020204" charset="-122"/>
            <a:ea typeface="微软雅黑" panose="020B0503020204020204" charset="-122"/>
          </a:endParaRPr>
        </a:p>
      </dgm:t>
    </dgm:pt>
    <dgm:pt modelId="{CDE93870-DB7F-486A-B616-0A637515FF2C}" cxnId="{409B3F70-6E76-4567-BF20-AE971BB15A3A}" type="sibTrans">
      <dgm:prSet/>
      <dgm:spPr/>
      <dgm:t>
        <a:bodyPr/>
        <a:lstStyle/>
        <a:p>
          <a:endParaRPr lang="zh-CN" altLang="en-US" sz="1400" b="1">
            <a:latin typeface="微软雅黑" panose="020B0503020204020204" charset="-122"/>
            <a:ea typeface="微软雅黑" panose="020B0503020204020204" charset="-122"/>
          </a:endParaRPr>
        </a:p>
      </dgm:t>
    </dgm:pt>
    <dgm:pt modelId="{8D3E1939-FCC8-4004-A04C-BA89C97BA001}" type="pres">
      <dgm:prSet presAssocID="{57DF3E1F-142B-402B-A897-5652CB342587}" presName="composite" presStyleCnt="0">
        <dgm:presLayoutVars>
          <dgm:chMax val="1"/>
          <dgm:dir/>
          <dgm:resizeHandles val="exact"/>
        </dgm:presLayoutVars>
      </dgm:prSet>
      <dgm:spPr/>
    </dgm:pt>
    <dgm:pt modelId="{8A3B00D2-64E1-41A8-BE87-09BD21A85D51}" type="pres">
      <dgm:prSet presAssocID="{57DF3E1F-142B-402B-A897-5652CB342587}" presName="radial" presStyleCnt="0">
        <dgm:presLayoutVars>
          <dgm:animLvl val="ctr"/>
        </dgm:presLayoutVars>
      </dgm:prSet>
      <dgm:spPr/>
    </dgm:pt>
    <dgm:pt modelId="{45C2CA3F-3F4B-4480-B43A-2A5202E904CA}" type="pres">
      <dgm:prSet presAssocID="{800DD185-5044-455C-837B-A7BC4F6DEEFD}" presName="centerShape" presStyleLbl="vennNode1" presStyleIdx="0" presStyleCnt="4"/>
      <dgm:spPr/>
    </dgm:pt>
    <dgm:pt modelId="{524C892E-2C89-49C4-A5EE-091A31517242}" type="pres">
      <dgm:prSet presAssocID="{CBBD5E05-C1B6-440B-91FB-774BA95A30EB}" presName="node" presStyleLbl="vennNode1" presStyleIdx="1" presStyleCnt="4">
        <dgm:presLayoutVars>
          <dgm:bulletEnabled val="1"/>
        </dgm:presLayoutVars>
      </dgm:prSet>
      <dgm:spPr/>
    </dgm:pt>
    <dgm:pt modelId="{10CAE5C4-FAB7-453A-8D38-38349EB60B3B}" type="pres">
      <dgm:prSet presAssocID="{F70E05E4-B4D2-48B9-9163-3DE3F46BC2FF}" presName="node" presStyleLbl="vennNode1" presStyleIdx="2" presStyleCnt="4">
        <dgm:presLayoutVars>
          <dgm:bulletEnabled val="1"/>
        </dgm:presLayoutVars>
      </dgm:prSet>
      <dgm:spPr/>
    </dgm:pt>
    <dgm:pt modelId="{6509BAAB-44C4-4E1E-894A-D0B6C9EE2663}" type="pres">
      <dgm:prSet presAssocID="{89B49079-54E6-4DAF-AB32-4938D84D701D}" presName="node" presStyleLbl="vennNode1" presStyleIdx="3" presStyleCnt="4">
        <dgm:presLayoutVars>
          <dgm:bulletEnabled val="1"/>
        </dgm:presLayoutVars>
      </dgm:prSet>
      <dgm:spPr/>
    </dgm:pt>
  </dgm:ptLst>
  <dgm:cxnLst>
    <dgm:cxn modelId="{8935AC27-3373-4B0A-BE29-7B7856628E86}" srcId="{57DF3E1F-142B-402B-A897-5652CB342587}" destId="{800DD185-5044-455C-837B-A7BC4F6DEEFD}" srcOrd="0" destOrd="0" parTransId="{4C610277-8FD4-410F-B4A7-A5F99EDB7292}" sibTransId="{A73617FB-5CAF-4F00-8D62-DA8269BEC5E1}"/>
    <dgm:cxn modelId="{409B3F70-6E76-4567-BF20-AE971BB15A3A}" srcId="{800DD185-5044-455C-837B-A7BC4F6DEEFD}" destId="{89B49079-54E6-4DAF-AB32-4938D84D701D}" srcOrd="2" destOrd="0" parTransId="{575B64D1-D9CC-4D0B-BD02-841D9596E877}" sibTransId="{CDE93870-DB7F-486A-B616-0A637515FF2C}"/>
    <dgm:cxn modelId="{82E6E980-C9A5-44E8-A849-D606A7FBD543}" type="presOf" srcId="{89B49079-54E6-4DAF-AB32-4938D84D701D}" destId="{6509BAAB-44C4-4E1E-894A-D0B6C9EE2663}" srcOrd="0" destOrd="0" presId="urn:microsoft.com/office/officeart/2005/8/layout/radial3"/>
    <dgm:cxn modelId="{8016CABF-9696-4933-A01E-86971F2CBB5D}" srcId="{800DD185-5044-455C-837B-A7BC4F6DEEFD}" destId="{CBBD5E05-C1B6-440B-91FB-774BA95A30EB}" srcOrd="0" destOrd="0" parTransId="{58B89EAC-2FAA-425D-9162-79F88980056F}" sibTransId="{6BD6462F-495E-4BF4-BE04-492E340E69A7}"/>
    <dgm:cxn modelId="{73BF2DCA-40BE-48A5-8F86-7DBCD8427EDC}" type="presOf" srcId="{800DD185-5044-455C-837B-A7BC4F6DEEFD}" destId="{45C2CA3F-3F4B-4480-B43A-2A5202E904CA}" srcOrd="0" destOrd="0" presId="urn:microsoft.com/office/officeart/2005/8/layout/radial3"/>
    <dgm:cxn modelId="{07104BD2-F839-42F7-9FEA-CD2E985FFD4F}" srcId="{800DD185-5044-455C-837B-A7BC4F6DEEFD}" destId="{F70E05E4-B4D2-48B9-9163-3DE3F46BC2FF}" srcOrd="1" destOrd="0" parTransId="{AEE7FF9E-760E-4AC1-A067-C0127CB198F5}" sibTransId="{10E4BBD8-4629-477D-8C17-867B0B9DB10B}"/>
    <dgm:cxn modelId="{5E89CBD4-3717-4346-B161-DF5AAF9B159F}" type="presOf" srcId="{F70E05E4-B4D2-48B9-9163-3DE3F46BC2FF}" destId="{10CAE5C4-FAB7-453A-8D38-38349EB60B3B}" srcOrd="0" destOrd="0" presId="urn:microsoft.com/office/officeart/2005/8/layout/radial3"/>
    <dgm:cxn modelId="{30139EDE-E0D7-43CE-A296-2B9B9422E9B5}" type="presOf" srcId="{57DF3E1F-142B-402B-A897-5652CB342587}" destId="{8D3E1939-FCC8-4004-A04C-BA89C97BA001}" srcOrd="0" destOrd="0" presId="urn:microsoft.com/office/officeart/2005/8/layout/radial3"/>
    <dgm:cxn modelId="{1617DCEC-D0B0-4B10-821C-605759850F40}" type="presOf" srcId="{CBBD5E05-C1B6-440B-91FB-774BA95A30EB}" destId="{524C892E-2C89-49C4-A5EE-091A31517242}" srcOrd="0" destOrd="0" presId="urn:microsoft.com/office/officeart/2005/8/layout/radial3"/>
    <dgm:cxn modelId="{10ABE099-3145-4B0F-A233-41C94419E51D}" type="presParOf" srcId="{8D3E1939-FCC8-4004-A04C-BA89C97BA001}" destId="{8A3B00D2-64E1-41A8-BE87-09BD21A85D51}" srcOrd="0" destOrd="0" presId="urn:microsoft.com/office/officeart/2005/8/layout/radial3"/>
    <dgm:cxn modelId="{EE4227CE-A15E-4A17-82AC-27B273E6EA87}" type="presParOf" srcId="{8A3B00D2-64E1-41A8-BE87-09BD21A85D51}" destId="{45C2CA3F-3F4B-4480-B43A-2A5202E904CA}" srcOrd="0" destOrd="0" presId="urn:microsoft.com/office/officeart/2005/8/layout/radial3"/>
    <dgm:cxn modelId="{F5FEF44C-124C-4B3B-81C1-A1308A04768E}" type="presParOf" srcId="{8A3B00D2-64E1-41A8-BE87-09BD21A85D51}" destId="{524C892E-2C89-49C4-A5EE-091A31517242}" srcOrd="1" destOrd="0" presId="urn:microsoft.com/office/officeart/2005/8/layout/radial3"/>
    <dgm:cxn modelId="{FF046B14-330E-41B6-AC6B-1E258D3866EA}" type="presParOf" srcId="{8A3B00D2-64E1-41A8-BE87-09BD21A85D51}" destId="{10CAE5C4-FAB7-453A-8D38-38349EB60B3B}" srcOrd="2" destOrd="0" presId="urn:microsoft.com/office/officeart/2005/8/layout/radial3"/>
    <dgm:cxn modelId="{5C65E621-2BA3-4EA7-A2F1-03D11ABD5C64}" type="presParOf" srcId="{8A3B00D2-64E1-41A8-BE87-09BD21A85D51}" destId="{6509BAAB-44C4-4E1E-894A-D0B6C9EE2663}" srcOrd="3" destOrd="0" presId="urn:microsoft.com/office/officeart/2005/8/layout/radial3"/>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ADE345AD-774B-4FF8-B5A3-0FFB47033EA1}" type="doc">
      <dgm:prSet loTypeId="urn:microsoft.com/office/officeart/2005/8/layout/radial6" loCatId="cycle" qsTypeId="urn:microsoft.com/office/officeart/2005/8/quickstyle/simple1" qsCatId="simple" csTypeId="urn:microsoft.com/office/officeart/2005/8/colors/colorful2" csCatId="colorful" phldr="1"/>
      <dgm:spPr/>
      <dgm:t>
        <a:bodyPr/>
        <a:lstStyle/>
        <a:p>
          <a:endParaRPr lang="zh-CN" altLang="en-US"/>
        </a:p>
      </dgm:t>
    </dgm:pt>
    <dgm:pt modelId="{A94E36D6-A3AA-49BA-8C60-23355F98B1B8}">
      <dgm:prSet phldrT="[文本]" custT="1"/>
      <dgm:spPr/>
      <dgm:t>
        <a:bodyPr/>
        <a:lstStyle/>
        <a:p>
          <a:r>
            <a:rPr lang="zh-CN" altLang="en-US" sz="1100" dirty="0"/>
            <a:t>同理心</a:t>
          </a:r>
        </a:p>
      </dgm:t>
    </dgm:pt>
    <dgm:pt modelId="{7669D04C-9071-40F4-A9A6-B59AF67B1AA2}" cxnId="{B786E29C-D639-467E-8395-7345C3CC4515}" type="parTrans">
      <dgm:prSet/>
      <dgm:spPr/>
      <dgm:t>
        <a:bodyPr/>
        <a:lstStyle/>
        <a:p>
          <a:endParaRPr lang="zh-CN" altLang="en-US" sz="800"/>
        </a:p>
      </dgm:t>
    </dgm:pt>
    <dgm:pt modelId="{6CB4B5D4-4F46-48AD-ACB9-B29FD2A7F175}" cxnId="{B786E29C-D639-467E-8395-7345C3CC4515}" type="sibTrans">
      <dgm:prSet/>
      <dgm:spPr/>
      <dgm:t>
        <a:bodyPr/>
        <a:lstStyle/>
        <a:p>
          <a:endParaRPr lang="zh-CN" altLang="en-US" sz="800"/>
        </a:p>
      </dgm:t>
    </dgm:pt>
    <dgm:pt modelId="{D37F2383-05A2-492F-8491-0E55A27A2FEC}">
      <dgm:prSet phldrT="[文本]" custT="1"/>
      <dgm:spPr/>
      <dgm:t>
        <a:bodyPr/>
        <a:lstStyle/>
        <a:p>
          <a:r>
            <a:rPr lang="zh-CN" altLang="en-US" sz="800" dirty="0"/>
            <a:t>情绪</a:t>
          </a:r>
          <a:br>
            <a:rPr lang="en-US" altLang="zh-CN" sz="800" dirty="0"/>
          </a:br>
          <a:r>
            <a:rPr lang="zh-CN" altLang="en-US" sz="800" dirty="0"/>
            <a:t>察觉</a:t>
          </a:r>
        </a:p>
      </dgm:t>
    </dgm:pt>
    <dgm:pt modelId="{6CAEB681-93FC-48CD-AE83-0EB338DD30AA}" cxnId="{5E109940-0A7B-4697-9CE7-BBD40DE0FDD3}" type="parTrans">
      <dgm:prSet/>
      <dgm:spPr/>
      <dgm:t>
        <a:bodyPr/>
        <a:lstStyle/>
        <a:p>
          <a:endParaRPr lang="zh-CN" altLang="en-US" sz="800"/>
        </a:p>
      </dgm:t>
    </dgm:pt>
    <dgm:pt modelId="{5E5682FA-EE79-4D71-80B1-D19F08DCB2E3}" cxnId="{5E109940-0A7B-4697-9CE7-BBD40DE0FDD3}" type="sibTrans">
      <dgm:prSet/>
      <dgm:spPr/>
      <dgm:t>
        <a:bodyPr/>
        <a:lstStyle/>
        <a:p>
          <a:endParaRPr lang="zh-CN" altLang="en-US" sz="800"/>
        </a:p>
      </dgm:t>
    </dgm:pt>
    <dgm:pt modelId="{298DC746-0DDC-4224-AA3A-5BB94B0738A2}">
      <dgm:prSet phldrT="[文本]" custT="1"/>
      <dgm:spPr/>
      <dgm:t>
        <a:bodyPr/>
        <a:lstStyle/>
        <a:p>
          <a:r>
            <a:rPr lang="zh-CN" altLang="en-US" sz="800" dirty="0"/>
            <a:t>情感</a:t>
          </a:r>
          <a:br>
            <a:rPr lang="en-US" altLang="zh-CN" sz="800" dirty="0"/>
          </a:br>
          <a:r>
            <a:rPr lang="zh-CN" altLang="en-US" sz="800" dirty="0"/>
            <a:t>共鸣</a:t>
          </a:r>
        </a:p>
      </dgm:t>
    </dgm:pt>
    <dgm:pt modelId="{E7BDBD13-4013-43F4-BBA1-97B71A4C9117}" cxnId="{EA45929D-EDC0-45D9-A1A0-CE9997715DE3}" type="parTrans">
      <dgm:prSet/>
      <dgm:spPr/>
      <dgm:t>
        <a:bodyPr/>
        <a:lstStyle/>
        <a:p>
          <a:endParaRPr lang="zh-CN" altLang="en-US" sz="800"/>
        </a:p>
      </dgm:t>
    </dgm:pt>
    <dgm:pt modelId="{D39773F3-6EC2-46B8-BE55-3B6927DFD946}" cxnId="{EA45929D-EDC0-45D9-A1A0-CE9997715DE3}" type="sibTrans">
      <dgm:prSet/>
      <dgm:spPr/>
      <dgm:t>
        <a:bodyPr/>
        <a:lstStyle/>
        <a:p>
          <a:endParaRPr lang="zh-CN" altLang="en-US" sz="800"/>
        </a:p>
      </dgm:t>
    </dgm:pt>
    <dgm:pt modelId="{CC0D382A-05D0-46C2-86F5-A518B2092FAE}">
      <dgm:prSet phldrT="[文本]" custT="1"/>
      <dgm:spPr/>
      <dgm:t>
        <a:bodyPr/>
        <a:lstStyle/>
        <a:p>
          <a:r>
            <a:rPr lang="zh-CN" altLang="en-US" sz="800" dirty="0"/>
            <a:t>价值观</a:t>
          </a:r>
          <a:br>
            <a:rPr lang="en-US" altLang="zh-CN" sz="800" dirty="0"/>
          </a:br>
          <a:r>
            <a:rPr lang="zh-CN" altLang="en-US" sz="800" dirty="0"/>
            <a:t>尊重</a:t>
          </a:r>
        </a:p>
      </dgm:t>
    </dgm:pt>
    <dgm:pt modelId="{D3287920-7618-49AD-AA18-86385BDED5FB}" cxnId="{8821CB8C-7E55-4AF1-B830-22D487D30159}" type="parTrans">
      <dgm:prSet/>
      <dgm:spPr/>
      <dgm:t>
        <a:bodyPr/>
        <a:lstStyle/>
        <a:p>
          <a:endParaRPr lang="zh-CN" altLang="en-US" sz="800"/>
        </a:p>
      </dgm:t>
    </dgm:pt>
    <dgm:pt modelId="{3ADED447-FE86-4735-B5D5-F29E0F780144}" cxnId="{8821CB8C-7E55-4AF1-B830-22D487D30159}" type="sibTrans">
      <dgm:prSet/>
      <dgm:spPr/>
      <dgm:t>
        <a:bodyPr/>
        <a:lstStyle/>
        <a:p>
          <a:endParaRPr lang="zh-CN" altLang="en-US" sz="800"/>
        </a:p>
      </dgm:t>
    </dgm:pt>
    <dgm:pt modelId="{4F94B26A-2DAF-4CE3-9674-6B620B94D48D}">
      <dgm:prSet phldrT="[文本]" custT="1"/>
      <dgm:spPr/>
      <dgm:t>
        <a:bodyPr/>
        <a:lstStyle/>
        <a:p>
          <a:r>
            <a:rPr lang="zh-CN" altLang="en-US" sz="800" dirty="0"/>
            <a:t>支持性</a:t>
          </a:r>
          <a:br>
            <a:rPr lang="en-US" altLang="zh-CN" sz="800" dirty="0"/>
          </a:br>
          <a:r>
            <a:rPr lang="zh-CN" altLang="en-US" sz="800" dirty="0"/>
            <a:t>沟通</a:t>
          </a:r>
        </a:p>
      </dgm:t>
    </dgm:pt>
    <dgm:pt modelId="{B6F6DDE7-77EC-48BB-AFF8-9DFC099DEB5A}" cxnId="{CCE0E733-C8BB-42D3-BD08-BC929F394C60}" type="parTrans">
      <dgm:prSet/>
      <dgm:spPr/>
      <dgm:t>
        <a:bodyPr/>
        <a:lstStyle/>
        <a:p>
          <a:endParaRPr lang="zh-CN" altLang="en-US" sz="800"/>
        </a:p>
      </dgm:t>
    </dgm:pt>
    <dgm:pt modelId="{DC8EC6D6-E9BA-4645-B0A2-D155FDB5BFDD}" cxnId="{CCE0E733-C8BB-42D3-BD08-BC929F394C60}" type="sibTrans">
      <dgm:prSet/>
      <dgm:spPr/>
      <dgm:t>
        <a:bodyPr/>
        <a:lstStyle/>
        <a:p>
          <a:endParaRPr lang="zh-CN" altLang="en-US" sz="800"/>
        </a:p>
      </dgm:t>
    </dgm:pt>
    <dgm:pt modelId="{78AB84E3-4063-4F10-A71E-2316ECF1D311}" type="pres">
      <dgm:prSet presAssocID="{ADE345AD-774B-4FF8-B5A3-0FFB47033EA1}" presName="Name0" presStyleCnt="0">
        <dgm:presLayoutVars>
          <dgm:chMax val="1"/>
          <dgm:dir/>
          <dgm:animLvl val="ctr"/>
          <dgm:resizeHandles val="exact"/>
        </dgm:presLayoutVars>
      </dgm:prSet>
      <dgm:spPr/>
    </dgm:pt>
    <dgm:pt modelId="{04568A56-64D0-4080-8BA5-E962B2A41AD7}" type="pres">
      <dgm:prSet presAssocID="{A94E36D6-A3AA-49BA-8C60-23355F98B1B8}" presName="centerShape" presStyleLbl="node0" presStyleIdx="0" presStyleCnt="1"/>
      <dgm:spPr/>
    </dgm:pt>
    <dgm:pt modelId="{4386F83A-20F3-4C3E-8FC5-9F2AED852B64}" type="pres">
      <dgm:prSet presAssocID="{D37F2383-05A2-492F-8491-0E55A27A2FEC}" presName="node" presStyleLbl="node1" presStyleIdx="0" presStyleCnt="4">
        <dgm:presLayoutVars>
          <dgm:bulletEnabled val="1"/>
        </dgm:presLayoutVars>
      </dgm:prSet>
      <dgm:spPr/>
    </dgm:pt>
    <dgm:pt modelId="{F10A8C2D-5E33-4B00-A04B-32110FD96814}" type="pres">
      <dgm:prSet presAssocID="{D37F2383-05A2-492F-8491-0E55A27A2FEC}" presName="dummy" presStyleCnt="0"/>
      <dgm:spPr/>
    </dgm:pt>
    <dgm:pt modelId="{B19F2845-547E-4B2A-86E4-A7A979D99D4C}" type="pres">
      <dgm:prSet presAssocID="{5E5682FA-EE79-4D71-80B1-D19F08DCB2E3}" presName="sibTrans" presStyleLbl="sibTrans2D1" presStyleIdx="0" presStyleCnt="4"/>
      <dgm:spPr/>
    </dgm:pt>
    <dgm:pt modelId="{DD73853B-1554-413B-8FE0-717825D53E5B}" type="pres">
      <dgm:prSet presAssocID="{298DC746-0DDC-4224-AA3A-5BB94B0738A2}" presName="node" presStyleLbl="node1" presStyleIdx="1" presStyleCnt="4">
        <dgm:presLayoutVars>
          <dgm:bulletEnabled val="1"/>
        </dgm:presLayoutVars>
      </dgm:prSet>
      <dgm:spPr/>
    </dgm:pt>
    <dgm:pt modelId="{D28E723E-87F8-4C92-8B28-F4F18A92703B}" type="pres">
      <dgm:prSet presAssocID="{298DC746-0DDC-4224-AA3A-5BB94B0738A2}" presName="dummy" presStyleCnt="0"/>
      <dgm:spPr/>
    </dgm:pt>
    <dgm:pt modelId="{6FAC91B6-E8BB-4792-9C03-88D07FD32604}" type="pres">
      <dgm:prSet presAssocID="{D39773F3-6EC2-46B8-BE55-3B6927DFD946}" presName="sibTrans" presStyleLbl="sibTrans2D1" presStyleIdx="1" presStyleCnt="4"/>
      <dgm:spPr/>
    </dgm:pt>
    <dgm:pt modelId="{CDDB3578-3842-4842-8E28-CD6E73E9104A}" type="pres">
      <dgm:prSet presAssocID="{4F94B26A-2DAF-4CE3-9674-6B620B94D48D}" presName="node" presStyleLbl="node1" presStyleIdx="2" presStyleCnt="4">
        <dgm:presLayoutVars>
          <dgm:bulletEnabled val="1"/>
        </dgm:presLayoutVars>
      </dgm:prSet>
      <dgm:spPr/>
    </dgm:pt>
    <dgm:pt modelId="{42D518F0-51D9-4054-87C9-B126FA5EC835}" type="pres">
      <dgm:prSet presAssocID="{4F94B26A-2DAF-4CE3-9674-6B620B94D48D}" presName="dummy" presStyleCnt="0"/>
      <dgm:spPr/>
    </dgm:pt>
    <dgm:pt modelId="{43D922AF-C8A9-4C79-8B41-871A50B72EAE}" type="pres">
      <dgm:prSet presAssocID="{DC8EC6D6-E9BA-4645-B0A2-D155FDB5BFDD}" presName="sibTrans" presStyleLbl="sibTrans2D1" presStyleIdx="2" presStyleCnt="4"/>
      <dgm:spPr/>
    </dgm:pt>
    <dgm:pt modelId="{3B8B920A-CBE1-46F7-9387-50E00D049D71}" type="pres">
      <dgm:prSet presAssocID="{CC0D382A-05D0-46C2-86F5-A518B2092FAE}" presName="node" presStyleLbl="node1" presStyleIdx="3" presStyleCnt="4">
        <dgm:presLayoutVars>
          <dgm:bulletEnabled val="1"/>
        </dgm:presLayoutVars>
      </dgm:prSet>
      <dgm:spPr/>
    </dgm:pt>
    <dgm:pt modelId="{DAE05EE0-F517-427F-823B-68B958684901}" type="pres">
      <dgm:prSet presAssocID="{CC0D382A-05D0-46C2-86F5-A518B2092FAE}" presName="dummy" presStyleCnt="0"/>
      <dgm:spPr/>
    </dgm:pt>
    <dgm:pt modelId="{FB99DC31-41BF-4987-AB70-8C715A1625B1}" type="pres">
      <dgm:prSet presAssocID="{3ADED447-FE86-4735-B5D5-F29E0F780144}" presName="sibTrans" presStyleLbl="sibTrans2D1" presStyleIdx="3" presStyleCnt="4"/>
      <dgm:spPr/>
    </dgm:pt>
  </dgm:ptLst>
  <dgm:cxnLst>
    <dgm:cxn modelId="{DD40C130-F2ED-4CEC-A2E4-FABD2AD2B47B}" type="presOf" srcId="{ADE345AD-774B-4FF8-B5A3-0FFB47033EA1}" destId="{78AB84E3-4063-4F10-A71E-2316ECF1D311}" srcOrd="0" destOrd="0" presId="urn:microsoft.com/office/officeart/2005/8/layout/radial6"/>
    <dgm:cxn modelId="{CCE0E733-C8BB-42D3-BD08-BC929F394C60}" srcId="{A94E36D6-A3AA-49BA-8C60-23355F98B1B8}" destId="{4F94B26A-2DAF-4CE3-9674-6B620B94D48D}" srcOrd="2" destOrd="0" parTransId="{B6F6DDE7-77EC-48BB-AFF8-9DFC099DEB5A}" sibTransId="{DC8EC6D6-E9BA-4645-B0A2-D155FDB5BFDD}"/>
    <dgm:cxn modelId="{3B90DC3A-B266-47C4-A5C4-213FADE68B10}" type="presOf" srcId="{4F94B26A-2DAF-4CE3-9674-6B620B94D48D}" destId="{CDDB3578-3842-4842-8E28-CD6E73E9104A}" srcOrd="0" destOrd="0" presId="urn:microsoft.com/office/officeart/2005/8/layout/radial6"/>
    <dgm:cxn modelId="{5E109940-0A7B-4697-9CE7-BBD40DE0FDD3}" srcId="{A94E36D6-A3AA-49BA-8C60-23355F98B1B8}" destId="{D37F2383-05A2-492F-8491-0E55A27A2FEC}" srcOrd="0" destOrd="0" parTransId="{6CAEB681-93FC-48CD-AE83-0EB338DD30AA}" sibTransId="{5E5682FA-EE79-4D71-80B1-D19F08DCB2E3}"/>
    <dgm:cxn modelId="{3951E569-3D4D-4994-B4BE-883E78A9DF89}" type="presOf" srcId="{DC8EC6D6-E9BA-4645-B0A2-D155FDB5BFDD}" destId="{43D922AF-C8A9-4C79-8B41-871A50B72EAE}" srcOrd="0" destOrd="0" presId="urn:microsoft.com/office/officeart/2005/8/layout/radial6"/>
    <dgm:cxn modelId="{8821CB8C-7E55-4AF1-B830-22D487D30159}" srcId="{A94E36D6-A3AA-49BA-8C60-23355F98B1B8}" destId="{CC0D382A-05D0-46C2-86F5-A518B2092FAE}" srcOrd="3" destOrd="0" parTransId="{D3287920-7618-49AD-AA18-86385BDED5FB}" sibTransId="{3ADED447-FE86-4735-B5D5-F29E0F780144}"/>
    <dgm:cxn modelId="{B786E29C-D639-467E-8395-7345C3CC4515}" srcId="{ADE345AD-774B-4FF8-B5A3-0FFB47033EA1}" destId="{A94E36D6-A3AA-49BA-8C60-23355F98B1B8}" srcOrd="0" destOrd="0" parTransId="{7669D04C-9071-40F4-A9A6-B59AF67B1AA2}" sibTransId="{6CB4B5D4-4F46-48AD-ACB9-B29FD2A7F175}"/>
    <dgm:cxn modelId="{EA45929D-EDC0-45D9-A1A0-CE9997715DE3}" srcId="{A94E36D6-A3AA-49BA-8C60-23355F98B1B8}" destId="{298DC746-0DDC-4224-AA3A-5BB94B0738A2}" srcOrd="1" destOrd="0" parTransId="{E7BDBD13-4013-43F4-BBA1-97B71A4C9117}" sibTransId="{D39773F3-6EC2-46B8-BE55-3B6927DFD946}"/>
    <dgm:cxn modelId="{0E5A19BB-A69C-4705-8366-725186DB33BF}" type="presOf" srcId="{D39773F3-6EC2-46B8-BE55-3B6927DFD946}" destId="{6FAC91B6-E8BB-4792-9C03-88D07FD32604}" srcOrd="0" destOrd="0" presId="urn:microsoft.com/office/officeart/2005/8/layout/radial6"/>
    <dgm:cxn modelId="{C16CBAD4-34D6-4F1E-BB2A-12F8DB3EBCCF}" type="presOf" srcId="{A94E36D6-A3AA-49BA-8C60-23355F98B1B8}" destId="{04568A56-64D0-4080-8BA5-E962B2A41AD7}" srcOrd="0" destOrd="0" presId="urn:microsoft.com/office/officeart/2005/8/layout/radial6"/>
    <dgm:cxn modelId="{87AA25D5-EC9F-469B-8980-07356707897D}" type="presOf" srcId="{3ADED447-FE86-4735-B5D5-F29E0F780144}" destId="{FB99DC31-41BF-4987-AB70-8C715A1625B1}" srcOrd="0" destOrd="0" presId="urn:microsoft.com/office/officeart/2005/8/layout/radial6"/>
    <dgm:cxn modelId="{A4A772DB-DE10-4ECC-B220-31429D98FFA9}" type="presOf" srcId="{5E5682FA-EE79-4D71-80B1-D19F08DCB2E3}" destId="{B19F2845-547E-4B2A-86E4-A7A979D99D4C}" srcOrd="0" destOrd="0" presId="urn:microsoft.com/office/officeart/2005/8/layout/radial6"/>
    <dgm:cxn modelId="{BF2BFDDF-ED9C-4E3D-BE84-16A08F54D055}" type="presOf" srcId="{298DC746-0DDC-4224-AA3A-5BB94B0738A2}" destId="{DD73853B-1554-413B-8FE0-717825D53E5B}" srcOrd="0" destOrd="0" presId="urn:microsoft.com/office/officeart/2005/8/layout/radial6"/>
    <dgm:cxn modelId="{FC65E2E6-8783-45BD-AF4F-FFBB0EEA34A9}" type="presOf" srcId="{D37F2383-05A2-492F-8491-0E55A27A2FEC}" destId="{4386F83A-20F3-4C3E-8FC5-9F2AED852B64}" srcOrd="0" destOrd="0" presId="urn:microsoft.com/office/officeart/2005/8/layout/radial6"/>
    <dgm:cxn modelId="{A47D04EF-03B5-485D-A596-9D40C3E6F79A}" type="presOf" srcId="{CC0D382A-05D0-46C2-86F5-A518B2092FAE}" destId="{3B8B920A-CBE1-46F7-9387-50E00D049D71}" srcOrd="0" destOrd="0" presId="urn:microsoft.com/office/officeart/2005/8/layout/radial6"/>
    <dgm:cxn modelId="{6CA294EB-B3F3-42CF-BF61-A2378B7980F6}" type="presParOf" srcId="{78AB84E3-4063-4F10-A71E-2316ECF1D311}" destId="{04568A56-64D0-4080-8BA5-E962B2A41AD7}" srcOrd="0" destOrd="0" presId="urn:microsoft.com/office/officeart/2005/8/layout/radial6"/>
    <dgm:cxn modelId="{BD0B3248-3727-44A4-8813-3B07A939CD7A}" type="presParOf" srcId="{78AB84E3-4063-4F10-A71E-2316ECF1D311}" destId="{4386F83A-20F3-4C3E-8FC5-9F2AED852B64}" srcOrd="1" destOrd="0" presId="urn:microsoft.com/office/officeart/2005/8/layout/radial6"/>
    <dgm:cxn modelId="{6421507F-5655-49BE-87A2-762767B25E89}" type="presParOf" srcId="{78AB84E3-4063-4F10-A71E-2316ECF1D311}" destId="{F10A8C2D-5E33-4B00-A04B-32110FD96814}" srcOrd="2" destOrd="0" presId="urn:microsoft.com/office/officeart/2005/8/layout/radial6"/>
    <dgm:cxn modelId="{E83B6788-2805-4DD6-925D-00E4964E69CD}" type="presParOf" srcId="{78AB84E3-4063-4F10-A71E-2316ECF1D311}" destId="{B19F2845-547E-4B2A-86E4-A7A979D99D4C}" srcOrd="3" destOrd="0" presId="urn:microsoft.com/office/officeart/2005/8/layout/radial6"/>
    <dgm:cxn modelId="{B6CD920C-49D7-4A2D-ACAA-289BD80E2919}" type="presParOf" srcId="{78AB84E3-4063-4F10-A71E-2316ECF1D311}" destId="{DD73853B-1554-413B-8FE0-717825D53E5B}" srcOrd="4" destOrd="0" presId="urn:microsoft.com/office/officeart/2005/8/layout/radial6"/>
    <dgm:cxn modelId="{C113C845-AD7B-44D1-A277-6CEAC61F2BD6}" type="presParOf" srcId="{78AB84E3-4063-4F10-A71E-2316ECF1D311}" destId="{D28E723E-87F8-4C92-8B28-F4F18A92703B}" srcOrd="5" destOrd="0" presId="urn:microsoft.com/office/officeart/2005/8/layout/radial6"/>
    <dgm:cxn modelId="{4FB79E0C-AAB7-42C0-B7A0-A8ACB3AE230C}" type="presParOf" srcId="{78AB84E3-4063-4F10-A71E-2316ECF1D311}" destId="{6FAC91B6-E8BB-4792-9C03-88D07FD32604}" srcOrd="6" destOrd="0" presId="urn:microsoft.com/office/officeart/2005/8/layout/radial6"/>
    <dgm:cxn modelId="{4B407944-911B-4BAB-A98C-8CD44FA83846}" type="presParOf" srcId="{78AB84E3-4063-4F10-A71E-2316ECF1D311}" destId="{CDDB3578-3842-4842-8E28-CD6E73E9104A}" srcOrd="7" destOrd="0" presId="urn:microsoft.com/office/officeart/2005/8/layout/radial6"/>
    <dgm:cxn modelId="{7092CEE3-A694-42B4-A2CD-514D807F90B3}" type="presParOf" srcId="{78AB84E3-4063-4F10-A71E-2316ECF1D311}" destId="{42D518F0-51D9-4054-87C9-B126FA5EC835}" srcOrd="8" destOrd="0" presId="urn:microsoft.com/office/officeart/2005/8/layout/radial6"/>
    <dgm:cxn modelId="{8C2E947B-3500-4CA2-98E5-7BF2DB54E442}" type="presParOf" srcId="{78AB84E3-4063-4F10-A71E-2316ECF1D311}" destId="{43D922AF-C8A9-4C79-8B41-871A50B72EAE}" srcOrd="9" destOrd="0" presId="urn:microsoft.com/office/officeart/2005/8/layout/radial6"/>
    <dgm:cxn modelId="{13695875-779E-4FE5-8431-285EBAB39128}" type="presParOf" srcId="{78AB84E3-4063-4F10-A71E-2316ECF1D311}" destId="{3B8B920A-CBE1-46F7-9387-50E00D049D71}" srcOrd="10" destOrd="0" presId="urn:microsoft.com/office/officeart/2005/8/layout/radial6"/>
    <dgm:cxn modelId="{51675842-A66E-4643-B96A-3DF738D712D1}" type="presParOf" srcId="{78AB84E3-4063-4F10-A71E-2316ECF1D311}" destId="{DAE05EE0-F517-427F-823B-68B958684901}" srcOrd="11" destOrd="0" presId="urn:microsoft.com/office/officeart/2005/8/layout/radial6"/>
    <dgm:cxn modelId="{1A3BA176-BB96-4E35-8242-FC4CAEC5A999}" type="presParOf" srcId="{78AB84E3-4063-4F10-A71E-2316ECF1D311}" destId="{FB99DC31-41BF-4987-AB70-8C715A1625B1}" srcOrd="12" destOrd="0" presId="urn:microsoft.com/office/officeart/2005/8/layout/radial6"/>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F615DB35-EEEE-4AB5-B56F-08FC4B41153E}"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zh-CN" altLang="en-US"/>
        </a:p>
      </dgm:t>
    </dgm:pt>
    <dgm:pt modelId="{8CD2A057-4722-4F06-A13E-9D676106898D}">
      <dgm:prSet phldrT="[文本]"/>
      <dgm:spPr/>
      <dgm:t>
        <a:bodyPr/>
        <a:lstStyle/>
        <a:p>
          <a:r>
            <a:rPr lang="en-US" altLang="en-US" dirty="0"/>
            <a:t>1. </a:t>
          </a:r>
          <a:r>
            <a:rPr lang="zh-CN" altLang="en-US" dirty="0"/>
            <a:t>引言</a:t>
          </a:r>
        </a:p>
      </dgm:t>
    </dgm:pt>
    <dgm:pt modelId="{3430EABE-77C1-45F5-A273-D84557BFF0FA}" cxnId="{9380673F-CA78-4E2C-A680-CCE48F323484}" type="parTrans">
      <dgm:prSet/>
      <dgm:spPr/>
      <dgm:t>
        <a:bodyPr/>
        <a:lstStyle/>
        <a:p>
          <a:endParaRPr lang="zh-CN" altLang="en-US"/>
        </a:p>
      </dgm:t>
    </dgm:pt>
    <dgm:pt modelId="{84BC8DC8-1CA1-403A-B58C-A304131E35E7}" cxnId="{9380673F-CA78-4E2C-A680-CCE48F323484}" type="sibTrans">
      <dgm:prSet/>
      <dgm:spPr/>
      <dgm:t>
        <a:bodyPr/>
        <a:lstStyle/>
        <a:p>
          <a:endParaRPr lang="zh-CN" altLang="en-US"/>
        </a:p>
      </dgm:t>
    </dgm:pt>
    <dgm:pt modelId="{155DAACA-3553-4AB4-941D-1613E6C6AC97}">
      <dgm:prSet/>
      <dgm:spPr/>
      <dgm:t>
        <a:bodyPr/>
        <a:lstStyle/>
        <a:p>
          <a:r>
            <a:rPr lang="zh-CN" altLang="en-US" dirty="0"/>
            <a:t>项目管理的重要性</a:t>
          </a:r>
        </a:p>
      </dgm:t>
    </dgm:pt>
    <dgm:pt modelId="{2D3C364C-0194-4109-9E66-5628BEB6E774}" cxnId="{A0FED7D6-D4F6-47A3-BF64-DDEC8287FCE7}" type="parTrans">
      <dgm:prSet/>
      <dgm:spPr/>
      <dgm:t>
        <a:bodyPr/>
        <a:lstStyle/>
        <a:p>
          <a:endParaRPr lang="zh-CN" altLang="en-US"/>
        </a:p>
      </dgm:t>
    </dgm:pt>
    <dgm:pt modelId="{B864D8B1-D2AD-4BD8-9BA8-D3FF000EC55B}" cxnId="{A0FED7D6-D4F6-47A3-BF64-DDEC8287FCE7}" type="sibTrans">
      <dgm:prSet/>
      <dgm:spPr/>
      <dgm:t>
        <a:bodyPr/>
        <a:lstStyle/>
        <a:p>
          <a:endParaRPr lang="zh-CN" altLang="en-US"/>
        </a:p>
      </dgm:t>
    </dgm:pt>
    <dgm:pt modelId="{CFEB4A4B-0749-4675-AC39-B6BEBA1FB6A1}">
      <dgm:prSet/>
      <dgm:spPr/>
      <dgm:t>
        <a:bodyPr/>
        <a:lstStyle/>
        <a:p>
          <a:r>
            <a:rPr lang="zh-CN" altLang="en-US" dirty="0"/>
            <a:t>课程目标</a:t>
          </a:r>
        </a:p>
      </dgm:t>
    </dgm:pt>
    <dgm:pt modelId="{4B91D0A0-73BB-416F-AA07-4EBEAF2CBDFE}" cxnId="{06483E18-C655-4FD1-A49B-C06DDF8D19BE}" type="parTrans">
      <dgm:prSet/>
      <dgm:spPr/>
      <dgm:t>
        <a:bodyPr/>
        <a:lstStyle/>
        <a:p>
          <a:endParaRPr lang="zh-CN" altLang="en-US"/>
        </a:p>
      </dgm:t>
    </dgm:pt>
    <dgm:pt modelId="{295A1BC5-C232-4D48-B2C3-589735394B4B}" cxnId="{06483E18-C655-4FD1-A49B-C06DDF8D19BE}" type="sibTrans">
      <dgm:prSet/>
      <dgm:spPr/>
      <dgm:t>
        <a:bodyPr/>
        <a:lstStyle/>
        <a:p>
          <a:endParaRPr lang="zh-CN" altLang="en-US"/>
        </a:p>
      </dgm:t>
    </dgm:pt>
    <dgm:pt modelId="{4179305C-D9BC-4FA7-8BE0-C34BDE57E1FF}">
      <dgm:prSet/>
      <dgm:spPr/>
      <dgm:t>
        <a:bodyPr/>
        <a:lstStyle/>
        <a:p>
          <a:r>
            <a:rPr lang="en-US" altLang="en-US" dirty="0"/>
            <a:t>2. </a:t>
          </a:r>
          <a:r>
            <a:rPr lang="zh-CN" altLang="en-US" dirty="0"/>
            <a:t>项目管理基本概念</a:t>
          </a:r>
        </a:p>
      </dgm:t>
    </dgm:pt>
    <dgm:pt modelId="{491C8FDE-D629-471E-A867-DC3FD886965A}" cxnId="{7C8C5DEB-319E-4028-8796-61162CA94FF9}" type="parTrans">
      <dgm:prSet/>
      <dgm:spPr/>
      <dgm:t>
        <a:bodyPr/>
        <a:lstStyle/>
        <a:p>
          <a:endParaRPr lang="zh-CN" altLang="en-US"/>
        </a:p>
      </dgm:t>
    </dgm:pt>
    <dgm:pt modelId="{1B43BF01-CEC1-46F4-A388-722B2A27ED92}" cxnId="{7C8C5DEB-319E-4028-8796-61162CA94FF9}" type="sibTrans">
      <dgm:prSet/>
      <dgm:spPr/>
      <dgm:t>
        <a:bodyPr/>
        <a:lstStyle/>
        <a:p>
          <a:endParaRPr lang="zh-CN" altLang="en-US"/>
        </a:p>
      </dgm:t>
    </dgm:pt>
    <dgm:pt modelId="{C2AD54F1-0B0D-4D98-A464-07900CC7F8E4}">
      <dgm:prSet/>
      <dgm:spPr/>
      <dgm:t>
        <a:bodyPr/>
        <a:lstStyle/>
        <a:p>
          <a:r>
            <a:rPr lang="zh-CN" altLang="en-US" dirty="0"/>
            <a:t>项目的定义与特点</a:t>
          </a:r>
        </a:p>
      </dgm:t>
    </dgm:pt>
    <dgm:pt modelId="{09150DEB-0995-4039-93E5-D39CD4A9F9B9}" cxnId="{B17D8BB6-C4EE-484F-8891-7BF7D75A9B55}" type="parTrans">
      <dgm:prSet/>
      <dgm:spPr/>
      <dgm:t>
        <a:bodyPr/>
        <a:lstStyle/>
        <a:p>
          <a:endParaRPr lang="zh-CN" altLang="en-US"/>
        </a:p>
      </dgm:t>
    </dgm:pt>
    <dgm:pt modelId="{A2CE6C12-1F3C-4D11-B69C-8FC8DCAD04A1}" cxnId="{B17D8BB6-C4EE-484F-8891-7BF7D75A9B55}" type="sibTrans">
      <dgm:prSet/>
      <dgm:spPr/>
      <dgm:t>
        <a:bodyPr/>
        <a:lstStyle/>
        <a:p>
          <a:endParaRPr lang="zh-CN" altLang="en-US"/>
        </a:p>
      </dgm:t>
    </dgm:pt>
    <dgm:pt modelId="{33D71B9C-5693-404D-AECE-D23912DB9D27}">
      <dgm:prSet/>
      <dgm:spPr/>
      <dgm:t>
        <a:bodyPr/>
        <a:lstStyle/>
        <a:p>
          <a:r>
            <a:rPr lang="zh-CN" altLang="en-US" dirty="0"/>
            <a:t>项目相关方的角色与影响</a:t>
          </a:r>
        </a:p>
      </dgm:t>
    </dgm:pt>
    <dgm:pt modelId="{8475E35D-2A71-458F-A4AC-A31F7E10AC5F}" cxnId="{ED4153FE-B5B3-4AFC-84D6-565A7EEEA2B0}" type="parTrans">
      <dgm:prSet/>
      <dgm:spPr/>
      <dgm:t>
        <a:bodyPr/>
        <a:lstStyle/>
        <a:p>
          <a:endParaRPr lang="zh-CN" altLang="en-US"/>
        </a:p>
      </dgm:t>
    </dgm:pt>
    <dgm:pt modelId="{DBF14952-162D-45A1-95A1-25CEE01538C5}" cxnId="{ED4153FE-B5B3-4AFC-84D6-565A7EEEA2B0}" type="sibTrans">
      <dgm:prSet/>
      <dgm:spPr/>
      <dgm:t>
        <a:bodyPr/>
        <a:lstStyle/>
        <a:p>
          <a:endParaRPr lang="zh-CN" altLang="en-US"/>
        </a:p>
      </dgm:t>
    </dgm:pt>
    <dgm:pt modelId="{8E16D7F1-79F4-444F-BD75-FF26C5371886}">
      <dgm:prSet/>
      <dgm:spPr/>
      <dgm:t>
        <a:bodyPr/>
        <a:lstStyle/>
        <a:p>
          <a:r>
            <a:rPr lang="zh-CN" altLang="en-US" dirty="0"/>
            <a:t>项目三角形：范围、时间、成本</a:t>
          </a:r>
        </a:p>
      </dgm:t>
    </dgm:pt>
    <dgm:pt modelId="{CC30C505-BA3E-42D1-A662-2151DEA02B05}" cxnId="{8FC19421-BAE4-4EA4-BDE2-34B8B4D2AC4D}" type="parTrans">
      <dgm:prSet/>
      <dgm:spPr/>
      <dgm:t>
        <a:bodyPr/>
        <a:lstStyle/>
        <a:p>
          <a:endParaRPr lang="zh-CN" altLang="en-US"/>
        </a:p>
      </dgm:t>
    </dgm:pt>
    <dgm:pt modelId="{964AC231-6D91-44E2-857D-D422754DDC0C}" cxnId="{8FC19421-BAE4-4EA4-BDE2-34B8B4D2AC4D}" type="sibTrans">
      <dgm:prSet/>
      <dgm:spPr/>
      <dgm:t>
        <a:bodyPr/>
        <a:lstStyle/>
        <a:p>
          <a:endParaRPr lang="zh-CN" altLang="en-US"/>
        </a:p>
      </dgm:t>
    </dgm:pt>
    <dgm:pt modelId="{1775BD14-B130-4DCD-A1D3-33E5F9D363E1}">
      <dgm:prSet/>
      <dgm:spPr/>
      <dgm:t>
        <a:bodyPr/>
        <a:lstStyle/>
        <a:p>
          <a:r>
            <a:rPr lang="en-US" altLang="en-US" dirty="0"/>
            <a:t>3. </a:t>
          </a:r>
          <a:r>
            <a:rPr lang="zh-CN" altLang="en-US" dirty="0"/>
            <a:t>项目管理流程与结构</a:t>
          </a:r>
        </a:p>
      </dgm:t>
    </dgm:pt>
    <dgm:pt modelId="{CF5B1EB1-7F9A-4E54-B187-2B5E1E154EC3}" cxnId="{C652F4F5-A653-42A4-857E-1CC2D4F19DFD}" type="parTrans">
      <dgm:prSet/>
      <dgm:spPr/>
      <dgm:t>
        <a:bodyPr/>
        <a:lstStyle/>
        <a:p>
          <a:endParaRPr lang="zh-CN" altLang="en-US"/>
        </a:p>
      </dgm:t>
    </dgm:pt>
    <dgm:pt modelId="{A74E407F-A65C-44CC-B68B-9B66AEE3302C}" cxnId="{C652F4F5-A653-42A4-857E-1CC2D4F19DFD}" type="sibTrans">
      <dgm:prSet/>
      <dgm:spPr/>
      <dgm:t>
        <a:bodyPr/>
        <a:lstStyle/>
        <a:p>
          <a:endParaRPr lang="zh-CN" altLang="en-US"/>
        </a:p>
      </dgm:t>
    </dgm:pt>
    <dgm:pt modelId="{C694D2FA-AD1E-4200-BCB5-1009F4DDF171}">
      <dgm:prSet/>
      <dgm:spPr/>
      <dgm:t>
        <a:bodyPr/>
        <a:lstStyle/>
        <a:p>
          <a:r>
            <a:rPr lang="zh-CN" altLang="en-US" dirty="0"/>
            <a:t>项目管理知识体系概述</a:t>
          </a:r>
        </a:p>
      </dgm:t>
    </dgm:pt>
    <dgm:pt modelId="{D75C7E2F-1C12-4794-884E-2B60C561A393}" cxnId="{14D891AB-2F31-4A1D-AD88-88F4AC2D75E1}" type="parTrans">
      <dgm:prSet/>
      <dgm:spPr/>
      <dgm:t>
        <a:bodyPr/>
        <a:lstStyle/>
        <a:p>
          <a:endParaRPr lang="zh-CN" altLang="en-US"/>
        </a:p>
      </dgm:t>
    </dgm:pt>
    <dgm:pt modelId="{AB6C1409-313A-4B51-9006-FC9ECED08A4A}" cxnId="{14D891AB-2F31-4A1D-AD88-88F4AC2D75E1}" type="sibTrans">
      <dgm:prSet/>
      <dgm:spPr/>
      <dgm:t>
        <a:bodyPr/>
        <a:lstStyle/>
        <a:p>
          <a:endParaRPr lang="zh-CN" altLang="en-US"/>
        </a:p>
      </dgm:t>
    </dgm:pt>
    <dgm:pt modelId="{B3A0BEFB-1BDB-4040-8ED0-4172CFEE3322}">
      <dgm:prSet/>
      <dgm:spPr/>
      <dgm:t>
        <a:bodyPr/>
        <a:lstStyle/>
        <a:p>
          <a:r>
            <a:rPr lang="zh-CN" altLang="en-US" dirty="0"/>
            <a:t>项目管理流程的三个阶段：定义、计划、实施</a:t>
          </a:r>
        </a:p>
      </dgm:t>
    </dgm:pt>
    <dgm:pt modelId="{6718C9B8-04B9-4D31-99FD-ECD2CB213258}" cxnId="{C0C0ACF2-3484-4820-A6C6-09B477EC7EBF}" type="parTrans">
      <dgm:prSet/>
      <dgm:spPr/>
      <dgm:t>
        <a:bodyPr/>
        <a:lstStyle/>
        <a:p>
          <a:endParaRPr lang="zh-CN" altLang="en-US"/>
        </a:p>
      </dgm:t>
    </dgm:pt>
    <dgm:pt modelId="{50F0EC66-8518-4F21-9FEB-E18AECC18B40}" cxnId="{C0C0ACF2-3484-4820-A6C6-09B477EC7EBF}" type="sibTrans">
      <dgm:prSet/>
      <dgm:spPr/>
      <dgm:t>
        <a:bodyPr/>
        <a:lstStyle/>
        <a:p>
          <a:endParaRPr lang="zh-CN" altLang="en-US"/>
        </a:p>
      </dgm:t>
    </dgm:pt>
    <dgm:pt modelId="{ADE455D4-96B6-48DC-AE97-B15A5CC5572E}">
      <dgm:prSet/>
      <dgm:spPr/>
      <dgm:t>
        <a:bodyPr/>
        <a:lstStyle/>
        <a:p>
          <a:r>
            <a:rPr lang="zh-CN" altLang="en-US" dirty="0"/>
            <a:t>项目生命周期与方法论</a:t>
          </a:r>
        </a:p>
      </dgm:t>
    </dgm:pt>
    <dgm:pt modelId="{D0E59CC0-F93F-401F-BCB7-F0F473D8A340}" cxnId="{0D43AEB6-BD49-45A3-A28D-CD8619A7669F}" type="parTrans">
      <dgm:prSet/>
      <dgm:spPr/>
      <dgm:t>
        <a:bodyPr/>
        <a:lstStyle/>
        <a:p>
          <a:endParaRPr lang="zh-CN" altLang="en-US"/>
        </a:p>
      </dgm:t>
    </dgm:pt>
    <dgm:pt modelId="{484B1C20-AE08-4937-84A8-5D9CDC3F12B2}" cxnId="{0D43AEB6-BD49-45A3-A28D-CD8619A7669F}" type="sibTrans">
      <dgm:prSet/>
      <dgm:spPr/>
      <dgm:t>
        <a:bodyPr/>
        <a:lstStyle/>
        <a:p>
          <a:endParaRPr lang="zh-CN" altLang="en-US"/>
        </a:p>
      </dgm:t>
    </dgm:pt>
    <dgm:pt modelId="{5F46FDB2-8B9C-46FC-9C0A-FAC1A460E9CE}">
      <dgm:prSet/>
      <dgm:spPr/>
      <dgm:t>
        <a:bodyPr/>
        <a:lstStyle/>
        <a:p>
          <a:r>
            <a:rPr lang="en-US" altLang="en-US" dirty="0"/>
            <a:t>4. </a:t>
          </a:r>
          <a:r>
            <a:rPr lang="zh-CN" altLang="en-US" dirty="0"/>
            <a:t>启动阶段</a:t>
          </a:r>
        </a:p>
      </dgm:t>
    </dgm:pt>
    <dgm:pt modelId="{1617B4BB-71D7-47C2-BB7C-9F0AF97AD68F}" cxnId="{2A4CA83E-4DA2-44AE-BE50-D452EF1970AA}" type="parTrans">
      <dgm:prSet/>
      <dgm:spPr/>
      <dgm:t>
        <a:bodyPr/>
        <a:lstStyle/>
        <a:p>
          <a:endParaRPr lang="zh-CN" altLang="en-US"/>
        </a:p>
      </dgm:t>
    </dgm:pt>
    <dgm:pt modelId="{19958ED8-BBF4-4E58-B560-C45FA99BA6FE}" cxnId="{2A4CA83E-4DA2-44AE-BE50-D452EF1970AA}" type="sibTrans">
      <dgm:prSet/>
      <dgm:spPr/>
      <dgm:t>
        <a:bodyPr/>
        <a:lstStyle/>
        <a:p>
          <a:endParaRPr lang="zh-CN" altLang="en-US"/>
        </a:p>
      </dgm:t>
    </dgm:pt>
    <dgm:pt modelId="{AABBE0A4-9943-4BF2-B71E-191309CC95E3}">
      <dgm:prSet/>
      <dgm:spPr/>
      <dgm:t>
        <a:bodyPr/>
        <a:lstStyle/>
        <a:p>
          <a:r>
            <a:rPr lang="zh-CN" altLang="en-US" dirty="0"/>
            <a:t>项目目标的</a:t>
          </a:r>
          <a:r>
            <a:rPr lang="en-US" altLang="en-US" dirty="0"/>
            <a:t>SMART</a:t>
          </a:r>
          <a:r>
            <a:rPr lang="zh-CN" altLang="en-US" dirty="0"/>
            <a:t>原则</a:t>
          </a:r>
        </a:p>
      </dgm:t>
    </dgm:pt>
    <dgm:pt modelId="{1C96CB9B-9AD6-4306-8417-201BAE32F872}" cxnId="{14B61186-B463-4BCB-90B0-E5DB078E45FE}" type="parTrans">
      <dgm:prSet/>
      <dgm:spPr/>
      <dgm:t>
        <a:bodyPr/>
        <a:lstStyle/>
        <a:p>
          <a:endParaRPr lang="zh-CN" altLang="en-US"/>
        </a:p>
      </dgm:t>
    </dgm:pt>
    <dgm:pt modelId="{4AEBA3C7-2F6B-4C72-9441-35AE37F9E6D7}" cxnId="{14B61186-B463-4BCB-90B0-E5DB078E45FE}" type="sibTrans">
      <dgm:prSet/>
      <dgm:spPr/>
      <dgm:t>
        <a:bodyPr/>
        <a:lstStyle/>
        <a:p>
          <a:endParaRPr lang="zh-CN" altLang="en-US"/>
        </a:p>
      </dgm:t>
    </dgm:pt>
    <dgm:pt modelId="{9E6830FF-4519-4F9D-BBF1-2FFEB414CC9D}">
      <dgm:prSet/>
      <dgm:spPr/>
      <dgm:t>
        <a:bodyPr/>
        <a:lstStyle/>
        <a:p>
          <a:r>
            <a:rPr lang="zh-CN" altLang="en-US" dirty="0"/>
            <a:t>工作分解结构（</a:t>
          </a:r>
          <a:r>
            <a:rPr lang="en-US" altLang="en-US" dirty="0"/>
            <a:t>WBS</a:t>
          </a:r>
          <a:r>
            <a:rPr lang="zh-CN" altLang="en-US" dirty="0"/>
            <a:t>）的创建与验证</a:t>
          </a:r>
        </a:p>
      </dgm:t>
    </dgm:pt>
    <dgm:pt modelId="{AA29ACB3-55FA-4E4E-A473-453927517240}" cxnId="{47DDB68A-5E68-4200-9644-D87243D36D83}" type="parTrans">
      <dgm:prSet/>
      <dgm:spPr/>
      <dgm:t>
        <a:bodyPr/>
        <a:lstStyle/>
        <a:p>
          <a:endParaRPr lang="zh-CN" altLang="en-US"/>
        </a:p>
      </dgm:t>
    </dgm:pt>
    <dgm:pt modelId="{CD6213DC-62C0-4FD9-AEDC-F47DB8212F13}" cxnId="{47DDB68A-5E68-4200-9644-D87243D36D83}" type="sibTrans">
      <dgm:prSet/>
      <dgm:spPr/>
      <dgm:t>
        <a:bodyPr/>
        <a:lstStyle/>
        <a:p>
          <a:endParaRPr lang="zh-CN" altLang="en-US"/>
        </a:p>
      </dgm:t>
    </dgm:pt>
    <dgm:pt modelId="{F8EA75DB-460A-4165-B925-D4E4EB0C2E01}">
      <dgm:prSet/>
      <dgm:spPr/>
      <dgm:t>
        <a:bodyPr/>
        <a:lstStyle/>
        <a:p>
          <a:r>
            <a:rPr lang="zh-CN" altLang="en-US" dirty="0"/>
            <a:t>子项目与复杂项目的管理</a:t>
          </a:r>
        </a:p>
      </dgm:t>
    </dgm:pt>
    <dgm:pt modelId="{F21CE7E1-86B6-417E-A427-F94D8FFD2610}" cxnId="{247CB5FC-4E01-4C24-B9B6-5A41CCC66954}" type="parTrans">
      <dgm:prSet/>
      <dgm:spPr/>
      <dgm:t>
        <a:bodyPr/>
        <a:lstStyle/>
        <a:p>
          <a:endParaRPr lang="zh-CN" altLang="en-US"/>
        </a:p>
      </dgm:t>
    </dgm:pt>
    <dgm:pt modelId="{0C4890C1-93FE-4449-8B57-2FEFAC28901E}" cxnId="{247CB5FC-4E01-4C24-B9B6-5A41CCC66954}" type="sibTrans">
      <dgm:prSet/>
      <dgm:spPr/>
      <dgm:t>
        <a:bodyPr/>
        <a:lstStyle/>
        <a:p>
          <a:endParaRPr lang="zh-CN" altLang="en-US"/>
        </a:p>
      </dgm:t>
    </dgm:pt>
    <dgm:pt modelId="{AA49655E-AC21-4D52-9AE5-876E3DB89758}">
      <dgm:prSet/>
      <dgm:spPr/>
      <dgm:t>
        <a:bodyPr/>
        <a:lstStyle/>
        <a:p>
          <a:r>
            <a:rPr lang="en-US" altLang="en-US" dirty="0"/>
            <a:t>5. </a:t>
          </a:r>
          <a:r>
            <a:rPr lang="zh-CN" altLang="en-US" dirty="0"/>
            <a:t>规划阶段</a:t>
          </a:r>
        </a:p>
      </dgm:t>
    </dgm:pt>
    <dgm:pt modelId="{689985CF-898D-4169-81A1-0BAB3132A57C}" cxnId="{8D9BAEA4-28A2-4661-A978-69A050942F07}" type="parTrans">
      <dgm:prSet/>
      <dgm:spPr/>
      <dgm:t>
        <a:bodyPr/>
        <a:lstStyle/>
        <a:p>
          <a:endParaRPr lang="zh-CN" altLang="en-US"/>
        </a:p>
      </dgm:t>
    </dgm:pt>
    <dgm:pt modelId="{E2772ACF-DB3B-4737-B5F5-7B60BD939A8B}" cxnId="{8D9BAEA4-28A2-4661-A978-69A050942F07}" type="sibTrans">
      <dgm:prSet/>
      <dgm:spPr/>
      <dgm:t>
        <a:bodyPr/>
        <a:lstStyle/>
        <a:p>
          <a:endParaRPr lang="zh-CN" altLang="en-US"/>
        </a:p>
      </dgm:t>
    </dgm:pt>
    <dgm:pt modelId="{DFA681E0-BB81-405D-B376-D5EDAA1AE6DB}">
      <dgm:prSet/>
      <dgm:spPr/>
      <dgm:t>
        <a:bodyPr/>
        <a:lstStyle/>
        <a:p>
          <a:r>
            <a:rPr lang="zh-CN" altLang="en-US" dirty="0"/>
            <a:t>项目目标与项目计划的制定</a:t>
          </a:r>
        </a:p>
      </dgm:t>
    </dgm:pt>
    <dgm:pt modelId="{D0E3BD71-FA8F-4CF0-8287-A1AE26266207}" cxnId="{27DB02DA-3EE9-4878-9DEE-DD21D38CDD5B}" type="parTrans">
      <dgm:prSet/>
      <dgm:spPr/>
      <dgm:t>
        <a:bodyPr/>
        <a:lstStyle/>
        <a:p>
          <a:endParaRPr lang="zh-CN" altLang="en-US"/>
        </a:p>
      </dgm:t>
    </dgm:pt>
    <dgm:pt modelId="{F25704E0-CAB9-445A-9FAC-AC4D3B51C2F4}" cxnId="{27DB02DA-3EE9-4878-9DEE-DD21D38CDD5B}" type="sibTrans">
      <dgm:prSet/>
      <dgm:spPr/>
      <dgm:t>
        <a:bodyPr/>
        <a:lstStyle/>
        <a:p>
          <a:endParaRPr lang="zh-CN" altLang="en-US"/>
        </a:p>
      </dgm:t>
    </dgm:pt>
    <dgm:pt modelId="{1A0BEEE9-93B0-4173-B885-F24619DC3462}">
      <dgm:prSet/>
      <dgm:spPr/>
      <dgm:t>
        <a:bodyPr/>
        <a:lstStyle/>
        <a:p>
          <a:r>
            <a:rPr lang="zh-CN" altLang="en-US" dirty="0"/>
            <a:t>资源计划与成本核算</a:t>
          </a:r>
        </a:p>
      </dgm:t>
    </dgm:pt>
    <dgm:pt modelId="{822237F9-EE47-4A82-9CA3-BFF6E75F62A5}" cxnId="{C12F5D14-202D-4DF7-8836-FCF69400C455}" type="parTrans">
      <dgm:prSet/>
      <dgm:spPr/>
      <dgm:t>
        <a:bodyPr/>
        <a:lstStyle/>
        <a:p>
          <a:endParaRPr lang="zh-CN" altLang="en-US"/>
        </a:p>
      </dgm:t>
    </dgm:pt>
    <dgm:pt modelId="{027F515C-B04D-4CB6-8BCE-0F435E6594E4}" cxnId="{C12F5D14-202D-4DF7-8836-FCF69400C455}" type="sibTrans">
      <dgm:prSet/>
      <dgm:spPr/>
      <dgm:t>
        <a:bodyPr/>
        <a:lstStyle/>
        <a:p>
          <a:endParaRPr lang="zh-CN" altLang="en-US"/>
        </a:p>
      </dgm:t>
    </dgm:pt>
    <dgm:pt modelId="{7007D68C-5684-4A85-9642-EAC96A467240}">
      <dgm:prSet/>
      <dgm:spPr/>
      <dgm:t>
        <a:bodyPr/>
        <a:lstStyle/>
        <a:p>
          <a:r>
            <a:rPr lang="zh-CN" altLang="en-US" dirty="0"/>
            <a:t>工作顺序与网络图的绘制</a:t>
          </a:r>
        </a:p>
      </dgm:t>
    </dgm:pt>
    <dgm:pt modelId="{1DD66DFC-DCEA-49FA-A810-C7C002C36F15}" cxnId="{491EA417-7FC7-435F-B48F-A13D4EAE9FEE}" type="parTrans">
      <dgm:prSet/>
      <dgm:spPr/>
      <dgm:t>
        <a:bodyPr/>
        <a:lstStyle/>
        <a:p>
          <a:endParaRPr lang="zh-CN" altLang="en-US"/>
        </a:p>
      </dgm:t>
    </dgm:pt>
    <dgm:pt modelId="{D7D8A410-49C3-41A4-91C7-942E8DE8D9A7}" cxnId="{491EA417-7FC7-435F-B48F-A13D4EAE9FEE}" type="sibTrans">
      <dgm:prSet/>
      <dgm:spPr/>
      <dgm:t>
        <a:bodyPr/>
        <a:lstStyle/>
        <a:p>
          <a:endParaRPr lang="zh-CN" altLang="en-US"/>
        </a:p>
      </dgm:t>
    </dgm:pt>
    <dgm:pt modelId="{2AA38D31-B8B1-4B45-85B3-183BE455B6E6}">
      <dgm:prSet/>
      <dgm:spPr/>
      <dgm:t>
        <a:bodyPr/>
        <a:lstStyle/>
        <a:p>
          <a:r>
            <a:rPr lang="zh-CN" altLang="en-US" dirty="0"/>
            <a:t>关键路径的识别与分析</a:t>
          </a:r>
        </a:p>
      </dgm:t>
    </dgm:pt>
    <dgm:pt modelId="{ECCB906D-0E6D-4663-B8ED-C4AFC60B79D7}" cxnId="{9677F3FB-80E5-4C0C-92EE-7B05E80BB7C0}" type="parTrans">
      <dgm:prSet/>
      <dgm:spPr/>
      <dgm:t>
        <a:bodyPr/>
        <a:lstStyle/>
        <a:p>
          <a:endParaRPr lang="zh-CN" altLang="en-US"/>
        </a:p>
      </dgm:t>
    </dgm:pt>
    <dgm:pt modelId="{82C9DF18-7DD1-471B-8926-A5D5FB76B9DD}" cxnId="{9677F3FB-80E5-4C0C-92EE-7B05E80BB7C0}" type="sibTrans">
      <dgm:prSet/>
      <dgm:spPr/>
      <dgm:t>
        <a:bodyPr/>
        <a:lstStyle/>
        <a:p>
          <a:endParaRPr lang="zh-CN" altLang="en-US"/>
        </a:p>
      </dgm:t>
    </dgm:pt>
    <dgm:pt modelId="{54083B6D-96B2-4001-8014-CCBFD736493A}">
      <dgm:prSet/>
      <dgm:spPr/>
      <dgm:t>
        <a:bodyPr/>
        <a:lstStyle/>
        <a:p>
          <a:r>
            <a:rPr lang="zh-CN" altLang="en-US" dirty="0"/>
            <a:t>风险管理计划的制定与实施</a:t>
          </a:r>
        </a:p>
      </dgm:t>
    </dgm:pt>
    <dgm:pt modelId="{621D2103-E543-4471-9A7E-2D95BFEBE7A6}" cxnId="{97326442-F7DB-49BD-974D-3118AFF0DD9A}" type="parTrans">
      <dgm:prSet/>
      <dgm:spPr/>
      <dgm:t>
        <a:bodyPr/>
        <a:lstStyle/>
        <a:p>
          <a:endParaRPr lang="zh-CN" altLang="en-US"/>
        </a:p>
      </dgm:t>
    </dgm:pt>
    <dgm:pt modelId="{902B73B2-3A4E-4D35-AF0F-66C33101E6DF}" cxnId="{97326442-F7DB-49BD-974D-3118AFF0DD9A}" type="sibTrans">
      <dgm:prSet/>
      <dgm:spPr/>
      <dgm:t>
        <a:bodyPr/>
        <a:lstStyle/>
        <a:p>
          <a:endParaRPr lang="zh-CN" altLang="en-US"/>
        </a:p>
      </dgm:t>
    </dgm:pt>
    <dgm:pt modelId="{2D036551-9B83-4CC6-A86A-46554D8AEFF0}">
      <dgm:prSet/>
      <dgm:spPr/>
      <dgm:t>
        <a:bodyPr/>
        <a:lstStyle/>
        <a:p>
          <a:r>
            <a:rPr lang="zh-CN" altLang="en-US" dirty="0"/>
            <a:t>机会管理与潜在机会的发掘</a:t>
          </a:r>
        </a:p>
      </dgm:t>
    </dgm:pt>
    <dgm:pt modelId="{4C5AF63A-6F2F-4A23-8EAA-D9D682C2F0BB}" cxnId="{72535272-68B5-4DA9-B055-B4B975000ECC}" type="parTrans">
      <dgm:prSet/>
      <dgm:spPr/>
      <dgm:t>
        <a:bodyPr/>
        <a:lstStyle/>
        <a:p>
          <a:endParaRPr lang="zh-CN" altLang="en-US"/>
        </a:p>
      </dgm:t>
    </dgm:pt>
    <dgm:pt modelId="{8CC745F8-2D02-4FBA-BD9A-6BD308ECC9E9}" cxnId="{72535272-68B5-4DA9-B055-B4B975000ECC}" type="sibTrans">
      <dgm:prSet/>
      <dgm:spPr/>
      <dgm:t>
        <a:bodyPr/>
        <a:lstStyle/>
        <a:p>
          <a:endParaRPr lang="zh-CN" altLang="en-US"/>
        </a:p>
      </dgm:t>
    </dgm:pt>
    <dgm:pt modelId="{EBD6D830-231F-4719-BD03-702045224D23}" type="pres">
      <dgm:prSet presAssocID="{F615DB35-EEEE-4AB5-B56F-08FC4B41153E}" presName="linear" presStyleCnt="0">
        <dgm:presLayoutVars>
          <dgm:dir/>
          <dgm:animLvl val="lvl"/>
          <dgm:resizeHandles val="exact"/>
        </dgm:presLayoutVars>
      </dgm:prSet>
      <dgm:spPr/>
    </dgm:pt>
    <dgm:pt modelId="{4898F4E3-77FC-4255-A0CB-9AA40C8A47DE}" type="pres">
      <dgm:prSet presAssocID="{8CD2A057-4722-4F06-A13E-9D676106898D}" presName="parentLin" presStyleCnt="0"/>
      <dgm:spPr/>
    </dgm:pt>
    <dgm:pt modelId="{CC251DCA-05C4-4CF8-8BD0-CE17D998E79D}" type="pres">
      <dgm:prSet presAssocID="{8CD2A057-4722-4F06-A13E-9D676106898D}" presName="parentLeftMargin" presStyleLbl="node1" presStyleIdx="0" presStyleCnt="5"/>
      <dgm:spPr/>
    </dgm:pt>
    <dgm:pt modelId="{4BE67D07-2CEC-4DE8-AD5E-DDD7D322FC39}" type="pres">
      <dgm:prSet presAssocID="{8CD2A057-4722-4F06-A13E-9D676106898D}" presName="parentText" presStyleLbl="node1" presStyleIdx="0" presStyleCnt="5">
        <dgm:presLayoutVars>
          <dgm:chMax val="0"/>
          <dgm:bulletEnabled val="1"/>
        </dgm:presLayoutVars>
      </dgm:prSet>
      <dgm:spPr/>
    </dgm:pt>
    <dgm:pt modelId="{1EE6069A-D68D-4449-BECF-13D379ECA212}" type="pres">
      <dgm:prSet presAssocID="{8CD2A057-4722-4F06-A13E-9D676106898D}" presName="negativeSpace" presStyleCnt="0"/>
      <dgm:spPr/>
    </dgm:pt>
    <dgm:pt modelId="{211E9F1F-E4DF-43C2-8351-BB16DBEE3A92}" type="pres">
      <dgm:prSet presAssocID="{8CD2A057-4722-4F06-A13E-9D676106898D}" presName="childText" presStyleLbl="conFgAcc1" presStyleIdx="0" presStyleCnt="5">
        <dgm:presLayoutVars>
          <dgm:bulletEnabled val="1"/>
        </dgm:presLayoutVars>
      </dgm:prSet>
      <dgm:spPr/>
    </dgm:pt>
    <dgm:pt modelId="{4A8903DE-E144-4347-A2A4-A31B3D571E06}" type="pres">
      <dgm:prSet presAssocID="{84BC8DC8-1CA1-403A-B58C-A304131E35E7}" presName="spaceBetweenRectangles" presStyleCnt="0"/>
      <dgm:spPr/>
    </dgm:pt>
    <dgm:pt modelId="{D196754B-ABEA-494F-B2E4-DDBA2E8E3053}" type="pres">
      <dgm:prSet presAssocID="{4179305C-D9BC-4FA7-8BE0-C34BDE57E1FF}" presName="parentLin" presStyleCnt="0"/>
      <dgm:spPr/>
    </dgm:pt>
    <dgm:pt modelId="{E944E18B-9F2F-4EA6-874B-D39F9F4B37E9}" type="pres">
      <dgm:prSet presAssocID="{4179305C-D9BC-4FA7-8BE0-C34BDE57E1FF}" presName="parentLeftMargin" presStyleLbl="node1" presStyleIdx="0" presStyleCnt="5"/>
      <dgm:spPr/>
    </dgm:pt>
    <dgm:pt modelId="{5FB0413C-35B7-4DCF-9F0C-E2FE058FDE6A}" type="pres">
      <dgm:prSet presAssocID="{4179305C-D9BC-4FA7-8BE0-C34BDE57E1FF}" presName="parentText" presStyleLbl="node1" presStyleIdx="1" presStyleCnt="5">
        <dgm:presLayoutVars>
          <dgm:chMax val="0"/>
          <dgm:bulletEnabled val="1"/>
        </dgm:presLayoutVars>
      </dgm:prSet>
      <dgm:spPr/>
    </dgm:pt>
    <dgm:pt modelId="{E57E88E9-64BC-4544-A04D-4BF741EC0CDC}" type="pres">
      <dgm:prSet presAssocID="{4179305C-D9BC-4FA7-8BE0-C34BDE57E1FF}" presName="negativeSpace" presStyleCnt="0"/>
      <dgm:spPr/>
    </dgm:pt>
    <dgm:pt modelId="{B899DC30-F1C2-42B2-A49E-40C00661E4B3}" type="pres">
      <dgm:prSet presAssocID="{4179305C-D9BC-4FA7-8BE0-C34BDE57E1FF}" presName="childText" presStyleLbl="conFgAcc1" presStyleIdx="1" presStyleCnt="5">
        <dgm:presLayoutVars>
          <dgm:bulletEnabled val="1"/>
        </dgm:presLayoutVars>
      </dgm:prSet>
      <dgm:spPr/>
    </dgm:pt>
    <dgm:pt modelId="{009DC45A-BB8D-41F0-98F5-4B4E079D90EE}" type="pres">
      <dgm:prSet presAssocID="{1B43BF01-CEC1-46F4-A388-722B2A27ED92}" presName="spaceBetweenRectangles" presStyleCnt="0"/>
      <dgm:spPr/>
    </dgm:pt>
    <dgm:pt modelId="{BBF03AFC-04A8-4674-8CD0-76E9778B8EA9}" type="pres">
      <dgm:prSet presAssocID="{1775BD14-B130-4DCD-A1D3-33E5F9D363E1}" presName="parentLin" presStyleCnt="0"/>
      <dgm:spPr/>
    </dgm:pt>
    <dgm:pt modelId="{B7D937EC-2021-4780-AC20-DBD121B3B6EF}" type="pres">
      <dgm:prSet presAssocID="{1775BD14-B130-4DCD-A1D3-33E5F9D363E1}" presName="parentLeftMargin" presStyleLbl="node1" presStyleIdx="1" presStyleCnt="5"/>
      <dgm:spPr/>
    </dgm:pt>
    <dgm:pt modelId="{98AD5124-3CF6-49F7-AC15-58BB2ECB7519}" type="pres">
      <dgm:prSet presAssocID="{1775BD14-B130-4DCD-A1D3-33E5F9D363E1}" presName="parentText" presStyleLbl="node1" presStyleIdx="2" presStyleCnt="5">
        <dgm:presLayoutVars>
          <dgm:chMax val="0"/>
          <dgm:bulletEnabled val="1"/>
        </dgm:presLayoutVars>
      </dgm:prSet>
      <dgm:spPr/>
    </dgm:pt>
    <dgm:pt modelId="{73F500A0-C081-4607-B5B6-D411E4371495}" type="pres">
      <dgm:prSet presAssocID="{1775BD14-B130-4DCD-A1D3-33E5F9D363E1}" presName="negativeSpace" presStyleCnt="0"/>
      <dgm:spPr/>
    </dgm:pt>
    <dgm:pt modelId="{DA89A198-BD03-417D-B8D8-F7EFC21869EA}" type="pres">
      <dgm:prSet presAssocID="{1775BD14-B130-4DCD-A1D3-33E5F9D363E1}" presName="childText" presStyleLbl="conFgAcc1" presStyleIdx="2" presStyleCnt="5">
        <dgm:presLayoutVars>
          <dgm:bulletEnabled val="1"/>
        </dgm:presLayoutVars>
      </dgm:prSet>
      <dgm:spPr/>
    </dgm:pt>
    <dgm:pt modelId="{97503A2C-CE2F-4C3D-87D5-49FC10B13DFE}" type="pres">
      <dgm:prSet presAssocID="{A74E407F-A65C-44CC-B68B-9B66AEE3302C}" presName="spaceBetweenRectangles" presStyleCnt="0"/>
      <dgm:spPr/>
    </dgm:pt>
    <dgm:pt modelId="{BAA004FF-C0B0-4AFB-AA97-B9EBE3DDA174}" type="pres">
      <dgm:prSet presAssocID="{5F46FDB2-8B9C-46FC-9C0A-FAC1A460E9CE}" presName="parentLin" presStyleCnt="0"/>
      <dgm:spPr/>
    </dgm:pt>
    <dgm:pt modelId="{432DF25F-3A95-4D33-8C20-7F68E409A3AD}" type="pres">
      <dgm:prSet presAssocID="{5F46FDB2-8B9C-46FC-9C0A-FAC1A460E9CE}" presName="parentLeftMargin" presStyleLbl="node1" presStyleIdx="2" presStyleCnt="5"/>
      <dgm:spPr/>
    </dgm:pt>
    <dgm:pt modelId="{32643C36-3F64-498C-8C0D-B7F3E31E4C1E}" type="pres">
      <dgm:prSet presAssocID="{5F46FDB2-8B9C-46FC-9C0A-FAC1A460E9CE}" presName="parentText" presStyleLbl="node1" presStyleIdx="3" presStyleCnt="5">
        <dgm:presLayoutVars>
          <dgm:chMax val="0"/>
          <dgm:bulletEnabled val="1"/>
        </dgm:presLayoutVars>
      </dgm:prSet>
      <dgm:spPr/>
    </dgm:pt>
    <dgm:pt modelId="{636BF5F7-BB86-4AD8-B50B-899CC5B3B2FC}" type="pres">
      <dgm:prSet presAssocID="{5F46FDB2-8B9C-46FC-9C0A-FAC1A460E9CE}" presName="negativeSpace" presStyleCnt="0"/>
      <dgm:spPr/>
    </dgm:pt>
    <dgm:pt modelId="{CC747699-772A-46CD-813C-CF194BD9B24B}" type="pres">
      <dgm:prSet presAssocID="{5F46FDB2-8B9C-46FC-9C0A-FAC1A460E9CE}" presName="childText" presStyleLbl="conFgAcc1" presStyleIdx="3" presStyleCnt="5">
        <dgm:presLayoutVars>
          <dgm:bulletEnabled val="1"/>
        </dgm:presLayoutVars>
      </dgm:prSet>
      <dgm:spPr/>
    </dgm:pt>
    <dgm:pt modelId="{B25047B6-B165-4119-BBD6-A691D2CB0670}" type="pres">
      <dgm:prSet presAssocID="{19958ED8-BBF4-4E58-B560-C45FA99BA6FE}" presName="spaceBetweenRectangles" presStyleCnt="0"/>
      <dgm:spPr/>
    </dgm:pt>
    <dgm:pt modelId="{93BD06D9-07E2-4928-B160-972175A1DF37}" type="pres">
      <dgm:prSet presAssocID="{AA49655E-AC21-4D52-9AE5-876E3DB89758}" presName="parentLin" presStyleCnt="0"/>
      <dgm:spPr/>
    </dgm:pt>
    <dgm:pt modelId="{28A3FD51-86D7-40D6-9D50-220B99F68E83}" type="pres">
      <dgm:prSet presAssocID="{AA49655E-AC21-4D52-9AE5-876E3DB89758}" presName="parentLeftMargin" presStyleLbl="node1" presStyleIdx="3" presStyleCnt="5"/>
      <dgm:spPr/>
    </dgm:pt>
    <dgm:pt modelId="{179E6E21-51F0-484A-874B-F439FDB7A343}" type="pres">
      <dgm:prSet presAssocID="{AA49655E-AC21-4D52-9AE5-876E3DB89758}" presName="parentText" presStyleLbl="node1" presStyleIdx="4" presStyleCnt="5">
        <dgm:presLayoutVars>
          <dgm:chMax val="0"/>
          <dgm:bulletEnabled val="1"/>
        </dgm:presLayoutVars>
      </dgm:prSet>
      <dgm:spPr/>
    </dgm:pt>
    <dgm:pt modelId="{802E2DF7-A985-4320-A060-465BAA46A157}" type="pres">
      <dgm:prSet presAssocID="{AA49655E-AC21-4D52-9AE5-876E3DB89758}" presName="negativeSpace" presStyleCnt="0"/>
      <dgm:spPr/>
    </dgm:pt>
    <dgm:pt modelId="{398923F3-BF23-43A2-B30F-1E245ED93CBB}" type="pres">
      <dgm:prSet presAssocID="{AA49655E-AC21-4D52-9AE5-876E3DB89758}" presName="childText" presStyleLbl="conFgAcc1" presStyleIdx="4" presStyleCnt="5">
        <dgm:presLayoutVars>
          <dgm:bulletEnabled val="1"/>
        </dgm:presLayoutVars>
      </dgm:prSet>
      <dgm:spPr/>
    </dgm:pt>
  </dgm:ptLst>
  <dgm:cxnLst>
    <dgm:cxn modelId="{8D6C5506-39F6-4804-AC08-FDF38FC4A7C3}" type="presOf" srcId="{AA49655E-AC21-4D52-9AE5-876E3DB89758}" destId="{28A3FD51-86D7-40D6-9D50-220B99F68E83}" srcOrd="0" destOrd="0" presId="urn:microsoft.com/office/officeart/2005/8/layout/list1"/>
    <dgm:cxn modelId="{C12F5D14-202D-4DF7-8836-FCF69400C455}" srcId="{AA49655E-AC21-4D52-9AE5-876E3DB89758}" destId="{1A0BEEE9-93B0-4173-B885-F24619DC3462}" srcOrd="1" destOrd="0" parTransId="{822237F9-EE47-4A82-9CA3-BFF6E75F62A5}" sibTransId="{027F515C-B04D-4CB6-8BCE-0F435E6594E4}"/>
    <dgm:cxn modelId="{491EA417-7FC7-435F-B48F-A13D4EAE9FEE}" srcId="{AA49655E-AC21-4D52-9AE5-876E3DB89758}" destId="{7007D68C-5684-4A85-9642-EAC96A467240}" srcOrd="2" destOrd="0" parTransId="{1DD66DFC-DCEA-49FA-A810-C7C002C36F15}" sibTransId="{D7D8A410-49C3-41A4-91C7-942E8DE8D9A7}"/>
    <dgm:cxn modelId="{06483E18-C655-4FD1-A49B-C06DDF8D19BE}" srcId="{8CD2A057-4722-4F06-A13E-9D676106898D}" destId="{CFEB4A4B-0749-4675-AC39-B6BEBA1FB6A1}" srcOrd="1" destOrd="0" parTransId="{4B91D0A0-73BB-416F-AA07-4EBEAF2CBDFE}" sibTransId="{295A1BC5-C232-4D48-B2C3-589735394B4B}"/>
    <dgm:cxn modelId="{45D45A1E-6659-4FA1-A54F-E5FE8CE06006}" type="presOf" srcId="{1775BD14-B130-4DCD-A1D3-33E5F9D363E1}" destId="{98AD5124-3CF6-49F7-AC15-58BB2ECB7519}" srcOrd="1" destOrd="0" presId="urn:microsoft.com/office/officeart/2005/8/layout/list1"/>
    <dgm:cxn modelId="{A7A3BD1E-43B5-4B7C-915E-213584825F36}" type="presOf" srcId="{54083B6D-96B2-4001-8014-CCBFD736493A}" destId="{398923F3-BF23-43A2-B30F-1E245ED93CBB}" srcOrd="0" destOrd="4" presId="urn:microsoft.com/office/officeart/2005/8/layout/list1"/>
    <dgm:cxn modelId="{8FC19421-BAE4-4EA4-BDE2-34B8B4D2AC4D}" srcId="{4179305C-D9BC-4FA7-8BE0-C34BDE57E1FF}" destId="{8E16D7F1-79F4-444F-BD75-FF26C5371886}" srcOrd="2" destOrd="0" parTransId="{CC30C505-BA3E-42D1-A662-2151DEA02B05}" sibTransId="{964AC231-6D91-44E2-857D-D422754DDC0C}"/>
    <dgm:cxn modelId="{9D1E403D-5D44-4664-8A29-5E8B75B6E27D}" type="presOf" srcId="{C694D2FA-AD1E-4200-BCB5-1009F4DDF171}" destId="{DA89A198-BD03-417D-B8D8-F7EFC21869EA}" srcOrd="0" destOrd="0" presId="urn:microsoft.com/office/officeart/2005/8/layout/list1"/>
    <dgm:cxn modelId="{2A4CA83E-4DA2-44AE-BE50-D452EF1970AA}" srcId="{F615DB35-EEEE-4AB5-B56F-08FC4B41153E}" destId="{5F46FDB2-8B9C-46FC-9C0A-FAC1A460E9CE}" srcOrd="3" destOrd="0" parTransId="{1617B4BB-71D7-47C2-BB7C-9F0AF97AD68F}" sibTransId="{19958ED8-BBF4-4E58-B560-C45FA99BA6FE}"/>
    <dgm:cxn modelId="{9380673F-CA78-4E2C-A680-CCE48F323484}" srcId="{F615DB35-EEEE-4AB5-B56F-08FC4B41153E}" destId="{8CD2A057-4722-4F06-A13E-9D676106898D}" srcOrd="0" destOrd="0" parTransId="{3430EABE-77C1-45F5-A273-D84557BFF0FA}" sibTransId="{84BC8DC8-1CA1-403A-B58C-A304131E35E7}"/>
    <dgm:cxn modelId="{A36ECA3F-AAE7-45CD-9243-51E7336C42C2}" type="presOf" srcId="{5F46FDB2-8B9C-46FC-9C0A-FAC1A460E9CE}" destId="{432DF25F-3A95-4D33-8C20-7F68E409A3AD}" srcOrd="0" destOrd="0" presId="urn:microsoft.com/office/officeart/2005/8/layout/list1"/>
    <dgm:cxn modelId="{CFE6195E-A8E7-4FB9-AA4E-01F30CB76B54}" type="presOf" srcId="{DFA681E0-BB81-405D-B376-D5EDAA1AE6DB}" destId="{398923F3-BF23-43A2-B30F-1E245ED93CBB}" srcOrd="0" destOrd="0" presId="urn:microsoft.com/office/officeart/2005/8/layout/list1"/>
    <dgm:cxn modelId="{F38CAF41-A16A-47C3-9993-EFEE97F0709A}" type="presOf" srcId="{8E16D7F1-79F4-444F-BD75-FF26C5371886}" destId="{B899DC30-F1C2-42B2-A49E-40C00661E4B3}" srcOrd="0" destOrd="2" presId="urn:microsoft.com/office/officeart/2005/8/layout/list1"/>
    <dgm:cxn modelId="{97326442-F7DB-49BD-974D-3118AFF0DD9A}" srcId="{AA49655E-AC21-4D52-9AE5-876E3DB89758}" destId="{54083B6D-96B2-4001-8014-CCBFD736493A}" srcOrd="4" destOrd="0" parTransId="{621D2103-E543-4471-9A7E-2D95BFEBE7A6}" sibTransId="{902B73B2-3A4E-4D35-AF0F-66C33101E6DF}"/>
    <dgm:cxn modelId="{E85FDB47-CFA8-4450-B02B-E53D3B38517B}" type="presOf" srcId="{9E6830FF-4519-4F9D-BBF1-2FFEB414CC9D}" destId="{CC747699-772A-46CD-813C-CF194BD9B24B}" srcOrd="0" destOrd="1" presId="urn:microsoft.com/office/officeart/2005/8/layout/list1"/>
    <dgm:cxn modelId="{A2E84C4A-19E4-4835-BD76-4DC42335672D}" type="presOf" srcId="{2D036551-9B83-4CC6-A86A-46554D8AEFF0}" destId="{398923F3-BF23-43A2-B30F-1E245ED93CBB}" srcOrd="0" destOrd="5" presId="urn:microsoft.com/office/officeart/2005/8/layout/list1"/>
    <dgm:cxn modelId="{B4A1544A-B2F1-418E-BC20-E4EDC80518EA}" type="presOf" srcId="{5F46FDB2-8B9C-46FC-9C0A-FAC1A460E9CE}" destId="{32643C36-3F64-498C-8C0D-B7F3E31E4C1E}" srcOrd="1" destOrd="0" presId="urn:microsoft.com/office/officeart/2005/8/layout/list1"/>
    <dgm:cxn modelId="{94887C6C-B530-4AE8-A30B-1AAE8D56A285}" type="presOf" srcId="{ADE455D4-96B6-48DC-AE97-B15A5CC5572E}" destId="{DA89A198-BD03-417D-B8D8-F7EFC21869EA}" srcOrd="0" destOrd="2" presId="urn:microsoft.com/office/officeart/2005/8/layout/list1"/>
    <dgm:cxn modelId="{DDD5764E-3BDC-49E0-9C42-DCCBDD020223}" type="presOf" srcId="{AA49655E-AC21-4D52-9AE5-876E3DB89758}" destId="{179E6E21-51F0-484A-874B-F439FDB7A343}" srcOrd="1" destOrd="0" presId="urn:microsoft.com/office/officeart/2005/8/layout/list1"/>
    <dgm:cxn modelId="{72535272-68B5-4DA9-B055-B4B975000ECC}" srcId="{AA49655E-AC21-4D52-9AE5-876E3DB89758}" destId="{2D036551-9B83-4CC6-A86A-46554D8AEFF0}" srcOrd="5" destOrd="0" parTransId="{4C5AF63A-6F2F-4A23-8EAA-D9D682C2F0BB}" sibTransId="{8CC745F8-2D02-4FBA-BD9A-6BD308ECC9E9}"/>
    <dgm:cxn modelId="{7522BB72-E75C-4E09-B006-1DC849325EDD}" type="presOf" srcId="{8CD2A057-4722-4F06-A13E-9D676106898D}" destId="{CC251DCA-05C4-4CF8-8BD0-CE17D998E79D}" srcOrd="0" destOrd="0" presId="urn:microsoft.com/office/officeart/2005/8/layout/list1"/>
    <dgm:cxn modelId="{419F4F55-78D1-41F8-B21A-3CD183CF2F61}" type="presOf" srcId="{F8EA75DB-460A-4165-B925-D4E4EB0C2E01}" destId="{CC747699-772A-46CD-813C-CF194BD9B24B}" srcOrd="0" destOrd="2" presId="urn:microsoft.com/office/officeart/2005/8/layout/list1"/>
    <dgm:cxn modelId="{14B61186-B463-4BCB-90B0-E5DB078E45FE}" srcId="{5F46FDB2-8B9C-46FC-9C0A-FAC1A460E9CE}" destId="{AABBE0A4-9943-4BF2-B71E-191309CC95E3}" srcOrd="0" destOrd="0" parTransId="{1C96CB9B-9AD6-4306-8417-201BAE32F872}" sibTransId="{4AEBA3C7-2F6B-4C72-9441-35AE37F9E6D7}"/>
    <dgm:cxn modelId="{47DDB68A-5E68-4200-9644-D87243D36D83}" srcId="{5F46FDB2-8B9C-46FC-9C0A-FAC1A460E9CE}" destId="{9E6830FF-4519-4F9D-BBF1-2FFEB414CC9D}" srcOrd="1" destOrd="0" parTransId="{AA29ACB3-55FA-4E4E-A473-453927517240}" sibTransId="{CD6213DC-62C0-4FD9-AEDC-F47DB8212F13}"/>
    <dgm:cxn modelId="{512C6992-A87B-4698-AA75-2670BF3655AC}" type="presOf" srcId="{4179305C-D9BC-4FA7-8BE0-C34BDE57E1FF}" destId="{5FB0413C-35B7-4DCF-9F0C-E2FE058FDE6A}" srcOrd="1" destOrd="0" presId="urn:microsoft.com/office/officeart/2005/8/layout/list1"/>
    <dgm:cxn modelId="{5CAEC59C-F6C6-40A8-8134-9031BD83A745}" type="presOf" srcId="{1A0BEEE9-93B0-4173-B885-F24619DC3462}" destId="{398923F3-BF23-43A2-B30F-1E245ED93CBB}" srcOrd="0" destOrd="1" presId="urn:microsoft.com/office/officeart/2005/8/layout/list1"/>
    <dgm:cxn modelId="{A2F37DA3-F176-4A43-86FD-A9214C11E5B1}" type="presOf" srcId="{CFEB4A4B-0749-4675-AC39-B6BEBA1FB6A1}" destId="{211E9F1F-E4DF-43C2-8351-BB16DBEE3A92}" srcOrd="0" destOrd="1" presId="urn:microsoft.com/office/officeart/2005/8/layout/list1"/>
    <dgm:cxn modelId="{8D9BAEA4-28A2-4661-A978-69A050942F07}" srcId="{F615DB35-EEEE-4AB5-B56F-08FC4B41153E}" destId="{AA49655E-AC21-4D52-9AE5-876E3DB89758}" srcOrd="4" destOrd="0" parTransId="{689985CF-898D-4169-81A1-0BAB3132A57C}" sibTransId="{E2772ACF-DB3B-4737-B5F5-7B60BD939A8B}"/>
    <dgm:cxn modelId="{37DFEEA4-C447-4C14-83A6-E1CDC439A384}" type="presOf" srcId="{7007D68C-5684-4A85-9642-EAC96A467240}" destId="{398923F3-BF23-43A2-B30F-1E245ED93CBB}" srcOrd="0" destOrd="2" presId="urn:microsoft.com/office/officeart/2005/8/layout/list1"/>
    <dgm:cxn modelId="{18D817A8-5BDC-4E40-A47B-4530038A5FFC}" type="presOf" srcId="{4179305C-D9BC-4FA7-8BE0-C34BDE57E1FF}" destId="{E944E18B-9F2F-4EA6-874B-D39F9F4B37E9}" srcOrd="0" destOrd="0" presId="urn:microsoft.com/office/officeart/2005/8/layout/list1"/>
    <dgm:cxn modelId="{14D891AB-2F31-4A1D-AD88-88F4AC2D75E1}" srcId="{1775BD14-B130-4DCD-A1D3-33E5F9D363E1}" destId="{C694D2FA-AD1E-4200-BCB5-1009F4DDF171}" srcOrd="0" destOrd="0" parTransId="{D75C7E2F-1C12-4794-884E-2B60C561A393}" sibTransId="{AB6C1409-313A-4B51-9006-FC9ECED08A4A}"/>
    <dgm:cxn modelId="{B861C8AB-ECC5-4635-9726-47EDB2CD7E6A}" type="presOf" srcId="{AABBE0A4-9943-4BF2-B71E-191309CC95E3}" destId="{CC747699-772A-46CD-813C-CF194BD9B24B}" srcOrd="0" destOrd="0" presId="urn:microsoft.com/office/officeart/2005/8/layout/list1"/>
    <dgm:cxn modelId="{F57ECCAD-E3AE-4B71-B46D-A6805307B534}" type="presOf" srcId="{F615DB35-EEEE-4AB5-B56F-08FC4B41153E}" destId="{EBD6D830-231F-4719-BD03-702045224D23}" srcOrd="0" destOrd="0" presId="urn:microsoft.com/office/officeart/2005/8/layout/list1"/>
    <dgm:cxn modelId="{0EEFF6AE-FA48-4659-9A2C-B37D957FE833}" type="presOf" srcId="{8CD2A057-4722-4F06-A13E-9D676106898D}" destId="{4BE67D07-2CEC-4DE8-AD5E-DDD7D322FC39}" srcOrd="1" destOrd="0" presId="urn:microsoft.com/office/officeart/2005/8/layout/list1"/>
    <dgm:cxn modelId="{1CA1E6B4-24B0-4966-B408-2A2CAC444108}" type="presOf" srcId="{2AA38D31-B8B1-4B45-85B3-183BE455B6E6}" destId="{398923F3-BF23-43A2-B30F-1E245ED93CBB}" srcOrd="0" destOrd="3" presId="urn:microsoft.com/office/officeart/2005/8/layout/list1"/>
    <dgm:cxn modelId="{B17D8BB6-C4EE-484F-8891-7BF7D75A9B55}" srcId="{4179305C-D9BC-4FA7-8BE0-C34BDE57E1FF}" destId="{C2AD54F1-0B0D-4D98-A464-07900CC7F8E4}" srcOrd="0" destOrd="0" parTransId="{09150DEB-0995-4039-93E5-D39CD4A9F9B9}" sibTransId="{A2CE6C12-1F3C-4D11-B69C-8FC8DCAD04A1}"/>
    <dgm:cxn modelId="{0D43AEB6-BD49-45A3-A28D-CD8619A7669F}" srcId="{1775BD14-B130-4DCD-A1D3-33E5F9D363E1}" destId="{ADE455D4-96B6-48DC-AE97-B15A5CC5572E}" srcOrd="2" destOrd="0" parTransId="{D0E59CC0-F93F-401F-BCB7-F0F473D8A340}" sibTransId="{484B1C20-AE08-4937-84A8-5D9CDC3F12B2}"/>
    <dgm:cxn modelId="{796F0BBD-4095-4B15-84A1-DF7E8BED1B95}" type="presOf" srcId="{1775BD14-B130-4DCD-A1D3-33E5F9D363E1}" destId="{B7D937EC-2021-4780-AC20-DBD121B3B6EF}" srcOrd="0" destOrd="0" presId="urn:microsoft.com/office/officeart/2005/8/layout/list1"/>
    <dgm:cxn modelId="{C5E745D5-4394-47EE-AC0F-9ABFBA36FD78}" type="presOf" srcId="{B3A0BEFB-1BDB-4040-8ED0-4172CFEE3322}" destId="{DA89A198-BD03-417D-B8D8-F7EFC21869EA}" srcOrd="0" destOrd="1" presId="urn:microsoft.com/office/officeart/2005/8/layout/list1"/>
    <dgm:cxn modelId="{A0FED7D6-D4F6-47A3-BF64-DDEC8287FCE7}" srcId="{8CD2A057-4722-4F06-A13E-9D676106898D}" destId="{155DAACA-3553-4AB4-941D-1613E6C6AC97}" srcOrd="0" destOrd="0" parTransId="{2D3C364C-0194-4109-9E66-5628BEB6E774}" sibTransId="{B864D8B1-D2AD-4BD8-9BA8-D3FF000EC55B}"/>
    <dgm:cxn modelId="{27DB02DA-3EE9-4878-9DEE-DD21D38CDD5B}" srcId="{AA49655E-AC21-4D52-9AE5-876E3DB89758}" destId="{DFA681E0-BB81-405D-B376-D5EDAA1AE6DB}" srcOrd="0" destOrd="0" parTransId="{D0E3BD71-FA8F-4CF0-8287-A1AE26266207}" sibTransId="{F25704E0-CAB9-445A-9FAC-AC4D3B51C2F4}"/>
    <dgm:cxn modelId="{E19FB6E0-7005-4E32-B2E5-D0E7D646613A}" type="presOf" srcId="{155DAACA-3553-4AB4-941D-1613E6C6AC97}" destId="{211E9F1F-E4DF-43C2-8351-BB16DBEE3A92}" srcOrd="0" destOrd="0" presId="urn:microsoft.com/office/officeart/2005/8/layout/list1"/>
    <dgm:cxn modelId="{1BF4E0E0-6726-4259-A40C-93B8972348E6}" type="presOf" srcId="{C2AD54F1-0B0D-4D98-A464-07900CC7F8E4}" destId="{B899DC30-F1C2-42B2-A49E-40C00661E4B3}" srcOrd="0" destOrd="0" presId="urn:microsoft.com/office/officeart/2005/8/layout/list1"/>
    <dgm:cxn modelId="{7C8C5DEB-319E-4028-8796-61162CA94FF9}" srcId="{F615DB35-EEEE-4AB5-B56F-08FC4B41153E}" destId="{4179305C-D9BC-4FA7-8BE0-C34BDE57E1FF}" srcOrd="1" destOrd="0" parTransId="{491C8FDE-D629-471E-A867-DC3FD886965A}" sibTransId="{1B43BF01-CEC1-46F4-A388-722B2A27ED92}"/>
    <dgm:cxn modelId="{AFFBD0EB-A5DC-4B84-97F4-F063270A804A}" type="presOf" srcId="{33D71B9C-5693-404D-AECE-D23912DB9D27}" destId="{B899DC30-F1C2-42B2-A49E-40C00661E4B3}" srcOrd="0" destOrd="1" presId="urn:microsoft.com/office/officeart/2005/8/layout/list1"/>
    <dgm:cxn modelId="{C0C0ACF2-3484-4820-A6C6-09B477EC7EBF}" srcId="{1775BD14-B130-4DCD-A1D3-33E5F9D363E1}" destId="{B3A0BEFB-1BDB-4040-8ED0-4172CFEE3322}" srcOrd="1" destOrd="0" parTransId="{6718C9B8-04B9-4D31-99FD-ECD2CB213258}" sibTransId="{50F0EC66-8518-4F21-9FEB-E18AECC18B40}"/>
    <dgm:cxn modelId="{C652F4F5-A653-42A4-857E-1CC2D4F19DFD}" srcId="{F615DB35-EEEE-4AB5-B56F-08FC4B41153E}" destId="{1775BD14-B130-4DCD-A1D3-33E5F9D363E1}" srcOrd="2" destOrd="0" parTransId="{CF5B1EB1-7F9A-4E54-B187-2B5E1E154EC3}" sibTransId="{A74E407F-A65C-44CC-B68B-9B66AEE3302C}"/>
    <dgm:cxn modelId="{9677F3FB-80E5-4C0C-92EE-7B05E80BB7C0}" srcId="{AA49655E-AC21-4D52-9AE5-876E3DB89758}" destId="{2AA38D31-B8B1-4B45-85B3-183BE455B6E6}" srcOrd="3" destOrd="0" parTransId="{ECCB906D-0E6D-4663-B8ED-C4AFC60B79D7}" sibTransId="{82C9DF18-7DD1-471B-8926-A5D5FB76B9DD}"/>
    <dgm:cxn modelId="{247CB5FC-4E01-4C24-B9B6-5A41CCC66954}" srcId="{5F46FDB2-8B9C-46FC-9C0A-FAC1A460E9CE}" destId="{F8EA75DB-460A-4165-B925-D4E4EB0C2E01}" srcOrd="2" destOrd="0" parTransId="{F21CE7E1-86B6-417E-A427-F94D8FFD2610}" sibTransId="{0C4890C1-93FE-4449-8B57-2FEFAC28901E}"/>
    <dgm:cxn modelId="{ED4153FE-B5B3-4AFC-84D6-565A7EEEA2B0}" srcId="{4179305C-D9BC-4FA7-8BE0-C34BDE57E1FF}" destId="{33D71B9C-5693-404D-AECE-D23912DB9D27}" srcOrd="1" destOrd="0" parTransId="{8475E35D-2A71-458F-A4AC-A31F7E10AC5F}" sibTransId="{DBF14952-162D-45A1-95A1-25CEE01538C5}"/>
    <dgm:cxn modelId="{D533FC89-4CD0-4FC4-878C-497412A11FFE}" type="presParOf" srcId="{EBD6D830-231F-4719-BD03-702045224D23}" destId="{4898F4E3-77FC-4255-A0CB-9AA40C8A47DE}" srcOrd="0" destOrd="0" presId="urn:microsoft.com/office/officeart/2005/8/layout/list1"/>
    <dgm:cxn modelId="{83FBEF99-33A7-481B-874F-2DE7C5524EB2}" type="presParOf" srcId="{4898F4E3-77FC-4255-A0CB-9AA40C8A47DE}" destId="{CC251DCA-05C4-4CF8-8BD0-CE17D998E79D}" srcOrd="0" destOrd="0" presId="urn:microsoft.com/office/officeart/2005/8/layout/list1"/>
    <dgm:cxn modelId="{A3480085-156E-41DD-B44E-8923B490140C}" type="presParOf" srcId="{4898F4E3-77FC-4255-A0CB-9AA40C8A47DE}" destId="{4BE67D07-2CEC-4DE8-AD5E-DDD7D322FC39}" srcOrd="1" destOrd="0" presId="urn:microsoft.com/office/officeart/2005/8/layout/list1"/>
    <dgm:cxn modelId="{C74DF56C-ED9B-4702-9B7A-50A7884A7592}" type="presParOf" srcId="{EBD6D830-231F-4719-BD03-702045224D23}" destId="{1EE6069A-D68D-4449-BECF-13D379ECA212}" srcOrd="1" destOrd="0" presId="urn:microsoft.com/office/officeart/2005/8/layout/list1"/>
    <dgm:cxn modelId="{5AFF0886-911D-4F03-B54C-E284F18F38DB}" type="presParOf" srcId="{EBD6D830-231F-4719-BD03-702045224D23}" destId="{211E9F1F-E4DF-43C2-8351-BB16DBEE3A92}" srcOrd="2" destOrd="0" presId="urn:microsoft.com/office/officeart/2005/8/layout/list1"/>
    <dgm:cxn modelId="{BEF04221-2B0D-4D9A-AEC8-5F94A8350F95}" type="presParOf" srcId="{EBD6D830-231F-4719-BD03-702045224D23}" destId="{4A8903DE-E144-4347-A2A4-A31B3D571E06}" srcOrd="3" destOrd="0" presId="urn:microsoft.com/office/officeart/2005/8/layout/list1"/>
    <dgm:cxn modelId="{E1A7C986-6F30-438A-B42A-FA733CF11ED6}" type="presParOf" srcId="{EBD6D830-231F-4719-BD03-702045224D23}" destId="{D196754B-ABEA-494F-B2E4-DDBA2E8E3053}" srcOrd="4" destOrd="0" presId="urn:microsoft.com/office/officeart/2005/8/layout/list1"/>
    <dgm:cxn modelId="{82FBFE90-1E62-45BA-A809-6A79E77A0FA0}" type="presParOf" srcId="{D196754B-ABEA-494F-B2E4-DDBA2E8E3053}" destId="{E944E18B-9F2F-4EA6-874B-D39F9F4B37E9}" srcOrd="0" destOrd="0" presId="urn:microsoft.com/office/officeart/2005/8/layout/list1"/>
    <dgm:cxn modelId="{3B04B61B-5A42-48FA-BC7D-5FAAF7B02CF3}" type="presParOf" srcId="{D196754B-ABEA-494F-B2E4-DDBA2E8E3053}" destId="{5FB0413C-35B7-4DCF-9F0C-E2FE058FDE6A}" srcOrd="1" destOrd="0" presId="urn:microsoft.com/office/officeart/2005/8/layout/list1"/>
    <dgm:cxn modelId="{F1A15599-817F-4696-9066-9745F5BCB9D0}" type="presParOf" srcId="{EBD6D830-231F-4719-BD03-702045224D23}" destId="{E57E88E9-64BC-4544-A04D-4BF741EC0CDC}" srcOrd="5" destOrd="0" presId="urn:microsoft.com/office/officeart/2005/8/layout/list1"/>
    <dgm:cxn modelId="{AC162E5B-F450-498F-BB79-6606A90A747A}" type="presParOf" srcId="{EBD6D830-231F-4719-BD03-702045224D23}" destId="{B899DC30-F1C2-42B2-A49E-40C00661E4B3}" srcOrd="6" destOrd="0" presId="urn:microsoft.com/office/officeart/2005/8/layout/list1"/>
    <dgm:cxn modelId="{5CF534E5-D0E4-4020-A73B-782969F60733}" type="presParOf" srcId="{EBD6D830-231F-4719-BD03-702045224D23}" destId="{009DC45A-BB8D-41F0-98F5-4B4E079D90EE}" srcOrd="7" destOrd="0" presId="urn:microsoft.com/office/officeart/2005/8/layout/list1"/>
    <dgm:cxn modelId="{5F48E7B6-4A3C-43B5-98D2-49972F8F5F8D}" type="presParOf" srcId="{EBD6D830-231F-4719-BD03-702045224D23}" destId="{BBF03AFC-04A8-4674-8CD0-76E9778B8EA9}" srcOrd="8" destOrd="0" presId="urn:microsoft.com/office/officeart/2005/8/layout/list1"/>
    <dgm:cxn modelId="{5BCBFEE6-53D5-4742-B99F-79FFD750FF9E}" type="presParOf" srcId="{BBF03AFC-04A8-4674-8CD0-76E9778B8EA9}" destId="{B7D937EC-2021-4780-AC20-DBD121B3B6EF}" srcOrd="0" destOrd="0" presId="urn:microsoft.com/office/officeart/2005/8/layout/list1"/>
    <dgm:cxn modelId="{774AB8C8-ED93-4ABB-B883-244F71A4243F}" type="presParOf" srcId="{BBF03AFC-04A8-4674-8CD0-76E9778B8EA9}" destId="{98AD5124-3CF6-49F7-AC15-58BB2ECB7519}" srcOrd="1" destOrd="0" presId="urn:microsoft.com/office/officeart/2005/8/layout/list1"/>
    <dgm:cxn modelId="{417DFC6B-CA81-4DA9-86E5-B1E5851B36D2}" type="presParOf" srcId="{EBD6D830-231F-4719-BD03-702045224D23}" destId="{73F500A0-C081-4607-B5B6-D411E4371495}" srcOrd="9" destOrd="0" presId="urn:microsoft.com/office/officeart/2005/8/layout/list1"/>
    <dgm:cxn modelId="{6A15EAE5-5F5E-41E4-A1D1-FF98988A9E04}" type="presParOf" srcId="{EBD6D830-231F-4719-BD03-702045224D23}" destId="{DA89A198-BD03-417D-B8D8-F7EFC21869EA}" srcOrd="10" destOrd="0" presId="urn:microsoft.com/office/officeart/2005/8/layout/list1"/>
    <dgm:cxn modelId="{9A89C1F1-9338-449E-B7AB-362962AC23EE}" type="presParOf" srcId="{EBD6D830-231F-4719-BD03-702045224D23}" destId="{97503A2C-CE2F-4C3D-87D5-49FC10B13DFE}" srcOrd="11" destOrd="0" presId="urn:microsoft.com/office/officeart/2005/8/layout/list1"/>
    <dgm:cxn modelId="{B1484A5A-6918-4E58-861E-4E22CDA7802D}" type="presParOf" srcId="{EBD6D830-231F-4719-BD03-702045224D23}" destId="{BAA004FF-C0B0-4AFB-AA97-B9EBE3DDA174}" srcOrd="12" destOrd="0" presId="urn:microsoft.com/office/officeart/2005/8/layout/list1"/>
    <dgm:cxn modelId="{A5B59996-B547-49B2-BE53-AD884C3DF386}" type="presParOf" srcId="{BAA004FF-C0B0-4AFB-AA97-B9EBE3DDA174}" destId="{432DF25F-3A95-4D33-8C20-7F68E409A3AD}" srcOrd="0" destOrd="0" presId="urn:microsoft.com/office/officeart/2005/8/layout/list1"/>
    <dgm:cxn modelId="{117ADE97-EAA4-41A6-9355-2256086572D6}" type="presParOf" srcId="{BAA004FF-C0B0-4AFB-AA97-B9EBE3DDA174}" destId="{32643C36-3F64-498C-8C0D-B7F3E31E4C1E}" srcOrd="1" destOrd="0" presId="urn:microsoft.com/office/officeart/2005/8/layout/list1"/>
    <dgm:cxn modelId="{81F8C01C-DA5F-45D7-8972-5759FBB413F8}" type="presParOf" srcId="{EBD6D830-231F-4719-BD03-702045224D23}" destId="{636BF5F7-BB86-4AD8-B50B-899CC5B3B2FC}" srcOrd="13" destOrd="0" presId="urn:microsoft.com/office/officeart/2005/8/layout/list1"/>
    <dgm:cxn modelId="{8E2F80EA-9517-4D43-BDF3-21F7810E79AB}" type="presParOf" srcId="{EBD6D830-231F-4719-BD03-702045224D23}" destId="{CC747699-772A-46CD-813C-CF194BD9B24B}" srcOrd="14" destOrd="0" presId="urn:microsoft.com/office/officeart/2005/8/layout/list1"/>
    <dgm:cxn modelId="{E8390677-F298-40AD-8B15-6072522A513B}" type="presParOf" srcId="{EBD6D830-231F-4719-BD03-702045224D23}" destId="{B25047B6-B165-4119-BBD6-A691D2CB0670}" srcOrd="15" destOrd="0" presId="urn:microsoft.com/office/officeart/2005/8/layout/list1"/>
    <dgm:cxn modelId="{B2675E9F-357A-486B-84CC-DE3DB3464C4C}" type="presParOf" srcId="{EBD6D830-231F-4719-BD03-702045224D23}" destId="{93BD06D9-07E2-4928-B160-972175A1DF37}" srcOrd="16" destOrd="0" presId="urn:microsoft.com/office/officeart/2005/8/layout/list1"/>
    <dgm:cxn modelId="{A14297D9-4ECD-4A45-9DB3-E30B39D9CBD3}" type="presParOf" srcId="{93BD06D9-07E2-4928-B160-972175A1DF37}" destId="{28A3FD51-86D7-40D6-9D50-220B99F68E83}" srcOrd="0" destOrd="0" presId="urn:microsoft.com/office/officeart/2005/8/layout/list1"/>
    <dgm:cxn modelId="{05E594B6-6643-450C-AA96-185964D8AA5E}" type="presParOf" srcId="{93BD06D9-07E2-4928-B160-972175A1DF37}" destId="{179E6E21-51F0-484A-874B-F439FDB7A343}" srcOrd="1" destOrd="0" presId="urn:microsoft.com/office/officeart/2005/8/layout/list1"/>
    <dgm:cxn modelId="{D9C3327E-0C0C-4D2B-8C50-161193E75F13}" type="presParOf" srcId="{EBD6D830-231F-4719-BD03-702045224D23}" destId="{802E2DF7-A985-4320-A060-465BAA46A157}" srcOrd="17" destOrd="0" presId="urn:microsoft.com/office/officeart/2005/8/layout/list1"/>
    <dgm:cxn modelId="{A6E82303-6A05-45C4-B1E5-A78F5BE5E6BB}" type="presParOf" srcId="{EBD6D830-231F-4719-BD03-702045224D23}" destId="{398923F3-BF23-43A2-B30F-1E245ED93CBB}" srcOrd="18" destOrd="0" presId="urn:microsoft.com/office/officeart/2005/8/layout/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726BA73B-0847-4769-945C-DF9C876B2F3A}" type="doc">
      <dgm:prSet loTypeId="urn:microsoft.com/office/officeart/2005/8/layout/list1" loCatId="list" qsTypeId="urn:microsoft.com/office/officeart/2005/8/quickstyle/simple1" qsCatId="simple" csTypeId="urn:microsoft.com/office/officeart/2005/8/colors/colorful2" csCatId="colorful" phldr="1"/>
      <dgm:spPr/>
      <dgm:t>
        <a:bodyPr/>
        <a:lstStyle/>
        <a:p>
          <a:endParaRPr lang="zh-CN" altLang="en-US"/>
        </a:p>
      </dgm:t>
    </dgm:pt>
    <dgm:pt modelId="{C0DEDDF9-DEA5-4D95-8CAD-3C9279CF9CE4}">
      <dgm:prSet phldrT="[文本]"/>
      <dgm:spPr/>
      <dgm:t>
        <a:bodyPr/>
        <a:lstStyle/>
        <a:p>
          <a:r>
            <a:rPr lang="en-US" altLang="en-US"/>
            <a:t>6. </a:t>
          </a:r>
          <a:r>
            <a:rPr lang="zh-CN" altLang="en-US"/>
            <a:t>沟通管理</a:t>
          </a:r>
          <a:endParaRPr lang="zh-CN" altLang="en-US" dirty="0"/>
        </a:p>
      </dgm:t>
    </dgm:pt>
    <dgm:pt modelId="{975DA8A4-1C54-48B4-B89D-70731BC9C764}" cxnId="{CA12FA64-66D8-4AA6-8641-A492E334C3A8}" type="parTrans">
      <dgm:prSet/>
      <dgm:spPr/>
      <dgm:t>
        <a:bodyPr/>
        <a:lstStyle/>
        <a:p>
          <a:endParaRPr lang="zh-CN" altLang="en-US"/>
        </a:p>
      </dgm:t>
    </dgm:pt>
    <dgm:pt modelId="{452B9154-9027-4015-A4F6-07255F1DE768}" cxnId="{CA12FA64-66D8-4AA6-8641-A492E334C3A8}" type="sibTrans">
      <dgm:prSet/>
      <dgm:spPr/>
      <dgm:t>
        <a:bodyPr/>
        <a:lstStyle/>
        <a:p>
          <a:endParaRPr lang="zh-CN" altLang="en-US"/>
        </a:p>
      </dgm:t>
    </dgm:pt>
    <dgm:pt modelId="{BF72EE64-535D-4ACB-8982-B7C6F62AA1D2}">
      <dgm:prSet phldrT="[文本]"/>
      <dgm:spPr/>
      <dgm:t>
        <a:bodyPr/>
        <a:lstStyle/>
        <a:p>
          <a:r>
            <a:rPr lang="zh-CN" altLang="en-US" dirty="0"/>
            <a:t>沟通的重要性与沟通计划</a:t>
          </a:r>
        </a:p>
      </dgm:t>
    </dgm:pt>
    <dgm:pt modelId="{23A914A5-A6DA-4CC6-97C6-97721B857E20}" cxnId="{20B3B9A5-61A5-4CF1-8275-AC1CBC92517D}" type="parTrans">
      <dgm:prSet/>
      <dgm:spPr/>
      <dgm:t>
        <a:bodyPr/>
        <a:lstStyle/>
        <a:p>
          <a:endParaRPr lang="zh-CN" altLang="en-US"/>
        </a:p>
      </dgm:t>
    </dgm:pt>
    <dgm:pt modelId="{D05581F0-6479-474F-9A98-29D7B7052D04}" cxnId="{20B3B9A5-61A5-4CF1-8275-AC1CBC92517D}" type="sibTrans">
      <dgm:prSet/>
      <dgm:spPr/>
      <dgm:t>
        <a:bodyPr/>
        <a:lstStyle/>
        <a:p>
          <a:endParaRPr lang="zh-CN" altLang="en-US"/>
        </a:p>
      </dgm:t>
    </dgm:pt>
    <dgm:pt modelId="{D88C2DC7-C4E5-4D7C-AA79-5CED71A4018D}">
      <dgm:prSet phldrT="[文本]"/>
      <dgm:spPr/>
      <dgm:t>
        <a:bodyPr/>
        <a:lstStyle/>
        <a:p>
          <a:r>
            <a:rPr lang="zh-CN" altLang="en-US" dirty="0"/>
            <a:t>沟通方式的选择与应用</a:t>
          </a:r>
        </a:p>
      </dgm:t>
    </dgm:pt>
    <dgm:pt modelId="{3D6822F1-A47F-46B1-B835-2F783633992D}" cxnId="{AB26D0B9-7836-4012-A23E-8230FCD92E67}" type="parTrans">
      <dgm:prSet/>
      <dgm:spPr/>
      <dgm:t>
        <a:bodyPr/>
        <a:lstStyle/>
        <a:p>
          <a:endParaRPr lang="zh-CN" altLang="en-US"/>
        </a:p>
      </dgm:t>
    </dgm:pt>
    <dgm:pt modelId="{227DB852-8B99-423E-8841-A3DD43622202}" cxnId="{AB26D0B9-7836-4012-A23E-8230FCD92E67}" type="sibTrans">
      <dgm:prSet/>
      <dgm:spPr/>
      <dgm:t>
        <a:bodyPr/>
        <a:lstStyle/>
        <a:p>
          <a:endParaRPr lang="zh-CN" altLang="en-US"/>
        </a:p>
      </dgm:t>
    </dgm:pt>
    <dgm:pt modelId="{4D7D2A91-5CA6-44B1-815E-E49D8FF4D063}">
      <dgm:prSet phldrT="[文本]"/>
      <dgm:spPr/>
      <dgm:t>
        <a:bodyPr/>
        <a:lstStyle/>
        <a:p>
          <a:r>
            <a:rPr lang="zh-CN" altLang="en-US" dirty="0"/>
            <a:t>有效沟通的技巧与实践</a:t>
          </a:r>
        </a:p>
      </dgm:t>
    </dgm:pt>
    <dgm:pt modelId="{D8E23FFC-9265-4D6F-9AA7-92CE780AD408}" cxnId="{61EDD8D4-CEF8-45F1-9430-72EF9BF02D8A}" type="parTrans">
      <dgm:prSet/>
      <dgm:spPr/>
      <dgm:t>
        <a:bodyPr/>
        <a:lstStyle/>
        <a:p>
          <a:endParaRPr lang="zh-CN" altLang="en-US"/>
        </a:p>
      </dgm:t>
    </dgm:pt>
    <dgm:pt modelId="{AFF2A90D-2DD7-4704-B942-92C4DBD2859D}" cxnId="{61EDD8D4-CEF8-45F1-9430-72EF9BF02D8A}" type="sibTrans">
      <dgm:prSet/>
      <dgm:spPr/>
      <dgm:t>
        <a:bodyPr/>
        <a:lstStyle/>
        <a:p>
          <a:endParaRPr lang="zh-CN" altLang="en-US"/>
        </a:p>
      </dgm:t>
    </dgm:pt>
    <dgm:pt modelId="{C2203CB2-AEA4-4637-B355-D781D40480FE}">
      <dgm:prSet phldrT="[文本]"/>
      <dgm:spPr/>
      <dgm:t>
        <a:bodyPr/>
        <a:lstStyle/>
        <a:p>
          <a:r>
            <a:rPr lang="zh-CN" altLang="en-US" dirty="0"/>
            <a:t>本质洞察、条理、同理心</a:t>
          </a:r>
        </a:p>
      </dgm:t>
    </dgm:pt>
    <dgm:pt modelId="{C11DF5FA-B3F6-4A4D-A005-AB0D3CEC2E35}" cxnId="{C86ADC64-6D41-4D08-B71A-7D1C168FE56D}" type="parTrans">
      <dgm:prSet/>
      <dgm:spPr/>
      <dgm:t>
        <a:bodyPr/>
        <a:lstStyle/>
        <a:p>
          <a:endParaRPr lang="zh-CN" altLang="en-US"/>
        </a:p>
      </dgm:t>
    </dgm:pt>
    <dgm:pt modelId="{B062CD20-7906-4C49-BBE4-C7F6A994497A}" cxnId="{C86ADC64-6D41-4D08-B71A-7D1C168FE56D}" type="sibTrans">
      <dgm:prSet/>
      <dgm:spPr/>
      <dgm:t>
        <a:bodyPr/>
        <a:lstStyle/>
        <a:p>
          <a:endParaRPr lang="zh-CN" altLang="en-US"/>
        </a:p>
      </dgm:t>
    </dgm:pt>
    <dgm:pt modelId="{A066BE63-641F-4D5A-AF95-E5C5E58895EB}">
      <dgm:prSet phldrT="[文本]"/>
      <dgm:spPr/>
      <dgm:t>
        <a:bodyPr/>
        <a:lstStyle/>
        <a:p>
          <a:r>
            <a:rPr lang="zh-CN" altLang="en-US" dirty="0"/>
            <a:t>问题升级与解决策略</a:t>
          </a:r>
        </a:p>
      </dgm:t>
    </dgm:pt>
    <dgm:pt modelId="{9BDBE2B2-92DF-4976-A0CC-F1AF61D708EB}" cxnId="{3CEB4B4A-F239-4A28-BBE4-C6DE305285F7}" type="parTrans">
      <dgm:prSet/>
      <dgm:spPr/>
      <dgm:t>
        <a:bodyPr/>
        <a:lstStyle/>
        <a:p>
          <a:endParaRPr lang="zh-CN" altLang="en-US"/>
        </a:p>
      </dgm:t>
    </dgm:pt>
    <dgm:pt modelId="{C2A96FDA-9F86-48FA-B557-9BAE25D8B5A3}" cxnId="{3CEB4B4A-F239-4A28-BBE4-C6DE305285F7}" type="sibTrans">
      <dgm:prSet/>
      <dgm:spPr/>
      <dgm:t>
        <a:bodyPr/>
        <a:lstStyle/>
        <a:p>
          <a:endParaRPr lang="zh-CN" altLang="en-US"/>
        </a:p>
      </dgm:t>
    </dgm:pt>
    <dgm:pt modelId="{B3D91545-3DA5-4A07-8CCD-CFFFE09B3459}">
      <dgm:prSet phldrT="[文本]"/>
      <dgm:spPr/>
      <dgm:t>
        <a:bodyPr/>
        <a:lstStyle/>
        <a:p>
          <a:r>
            <a:rPr lang="en-US" altLang="en-US" dirty="0"/>
            <a:t>7. </a:t>
          </a:r>
          <a:r>
            <a:rPr lang="zh-CN" altLang="en-US" dirty="0"/>
            <a:t>执行阶段</a:t>
          </a:r>
        </a:p>
      </dgm:t>
    </dgm:pt>
    <dgm:pt modelId="{F37A26FB-1F10-4C74-AE93-8BFB464E97C9}" cxnId="{B635D621-95E4-4088-AF94-8F2A48041BAE}" type="parTrans">
      <dgm:prSet/>
      <dgm:spPr/>
      <dgm:t>
        <a:bodyPr/>
        <a:lstStyle/>
        <a:p>
          <a:endParaRPr lang="zh-CN" altLang="en-US"/>
        </a:p>
      </dgm:t>
    </dgm:pt>
    <dgm:pt modelId="{A2E90985-B14A-45FE-AAE3-B0976CEBA9A3}" cxnId="{B635D621-95E4-4088-AF94-8F2A48041BAE}" type="sibTrans">
      <dgm:prSet/>
      <dgm:spPr/>
      <dgm:t>
        <a:bodyPr/>
        <a:lstStyle/>
        <a:p>
          <a:endParaRPr lang="zh-CN" altLang="en-US"/>
        </a:p>
      </dgm:t>
    </dgm:pt>
    <dgm:pt modelId="{0949E3A7-95C9-4EF5-ABF3-1BDC2480EFE4}">
      <dgm:prSet/>
      <dgm:spPr/>
      <dgm:t>
        <a:bodyPr/>
        <a:lstStyle/>
        <a:p>
          <a:r>
            <a:rPr lang="zh-CN" altLang="en-US" dirty="0"/>
            <a:t>团队建设与沟通管理</a:t>
          </a:r>
        </a:p>
      </dgm:t>
    </dgm:pt>
    <dgm:pt modelId="{F1382D22-C8D8-4E83-82AD-645609D7A077}" cxnId="{5B871954-9796-43E1-921B-709CC39997EA}" type="parTrans">
      <dgm:prSet/>
      <dgm:spPr/>
      <dgm:t>
        <a:bodyPr/>
        <a:lstStyle/>
        <a:p>
          <a:endParaRPr lang="zh-CN" altLang="en-US"/>
        </a:p>
      </dgm:t>
    </dgm:pt>
    <dgm:pt modelId="{D26361FD-8C5D-4646-B4E4-6B443F83090F}" cxnId="{5B871954-9796-43E1-921B-709CC39997EA}" type="sibTrans">
      <dgm:prSet/>
      <dgm:spPr/>
      <dgm:t>
        <a:bodyPr/>
        <a:lstStyle/>
        <a:p>
          <a:endParaRPr lang="zh-CN" altLang="en-US"/>
        </a:p>
      </dgm:t>
    </dgm:pt>
    <dgm:pt modelId="{28AA00DD-1EA5-445C-94C6-2D6E5B0C3BF0}">
      <dgm:prSet/>
      <dgm:spPr/>
      <dgm:t>
        <a:bodyPr/>
        <a:lstStyle/>
        <a:p>
          <a:r>
            <a:rPr lang="zh-CN" altLang="en-US" dirty="0"/>
            <a:t>项目启动会议的组织与执行</a:t>
          </a:r>
        </a:p>
      </dgm:t>
    </dgm:pt>
    <dgm:pt modelId="{F32FED75-EDB4-44DB-A83F-38B282EC0AEF}" cxnId="{0D062523-D673-4937-B34F-B502D251E1AA}" type="parTrans">
      <dgm:prSet/>
      <dgm:spPr/>
      <dgm:t>
        <a:bodyPr/>
        <a:lstStyle/>
        <a:p>
          <a:endParaRPr lang="zh-CN" altLang="en-US"/>
        </a:p>
      </dgm:t>
    </dgm:pt>
    <dgm:pt modelId="{51D626C0-DA80-4004-AAFD-C63413AF6AC0}" cxnId="{0D062523-D673-4937-B34F-B502D251E1AA}" type="sibTrans">
      <dgm:prSet/>
      <dgm:spPr/>
      <dgm:t>
        <a:bodyPr/>
        <a:lstStyle/>
        <a:p>
          <a:endParaRPr lang="zh-CN" altLang="en-US"/>
        </a:p>
      </dgm:t>
    </dgm:pt>
    <dgm:pt modelId="{E44D1EE0-ABF1-4FC5-AE10-B3D8C9E58E24}">
      <dgm:prSet/>
      <dgm:spPr/>
      <dgm:t>
        <a:bodyPr/>
        <a:lstStyle/>
        <a:p>
          <a:r>
            <a:rPr lang="zh-CN" altLang="en-US" dirty="0"/>
            <a:t>变更管理的原则与实践</a:t>
          </a:r>
        </a:p>
      </dgm:t>
    </dgm:pt>
    <dgm:pt modelId="{963FC75F-25FE-4E03-801B-CAC80662F1C5}" cxnId="{5BA668E5-5E0F-4EF3-AE0D-99014446BA55}" type="parTrans">
      <dgm:prSet/>
      <dgm:spPr/>
      <dgm:t>
        <a:bodyPr/>
        <a:lstStyle/>
        <a:p>
          <a:endParaRPr lang="zh-CN" altLang="en-US"/>
        </a:p>
      </dgm:t>
    </dgm:pt>
    <dgm:pt modelId="{A86D58D9-2BB8-4225-BCC1-A62777748AD9}" cxnId="{5BA668E5-5E0F-4EF3-AE0D-99014446BA55}" type="sibTrans">
      <dgm:prSet/>
      <dgm:spPr/>
      <dgm:t>
        <a:bodyPr/>
        <a:lstStyle/>
        <a:p>
          <a:endParaRPr lang="zh-CN" altLang="en-US"/>
        </a:p>
      </dgm:t>
    </dgm:pt>
    <dgm:pt modelId="{F4A9574F-441C-4CFC-96A8-F38FE783D5D7}">
      <dgm:prSet/>
      <dgm:spPr/>
      <dgm:t>
        <a:bodyPr/>
        <a:lstStyle/>
        <a:p>
          <a:r>
            <a:rPr lang="zh-CN" altLang="en-US" dirty="0"/>
            <a:t>监督与控制项目进度</a:t>
          </a:r>
        </a:p>
      </dgm:t>
    </dgm:pt>
    <dgm:pt modelId="{842CEC51-24A2-4CB8-8871-E3109F4B1E3D}" cxnId="{BD79E540-C7E0-4A3A-8B61-D99CDCC9C2DE}" type="parTrans">
      <dgm:prSet/>
      <dgm:spPr/>
      <dgm:t>
        <a:bodyPr/>
        <a:lstStyle/>
        <a:p>
          <a:endParaRPr lang="zh-CN" altLang="en-US"/>
        </a:p>
      </dgm:t>
    </dgm:pt>
    <dgm:pt modelId="{2ABC45DC-8AC0-49E7-9F26-F4C5C393DB05}" cxnId="{BD79E540-C7E0-4A3A-8B61-D99CDCC9C2DE}" type="sibTrans">
      <dgm:prSet/>
      <dgm:spPr/>
      <dgm:t>
        <a:bodyPr/>
        <a:lstStyle/>
        <a:p>
          <a:endParaRPr lang="zh-CN" altLang="en-US"/>
        </a:p>
      </dgm:t>
    </dgm:pt>
    <dgm:pt modelId="{28B63718-0861-48C1-913E-CC78A349FDE6}">
      <dgm:prSet/>
      <dgm:spPr/>
      <dgm:t>
        <a:bodyPr/>
        <a:lstStyle/>
        <a:p>
          <a:r>
            <a:rPr lang="zh-CN" altLang="en-US" dirty="0"/>
            <a:t>里程碑的设定与检查</a:t>
          </a:r>
        </a:p>
      </dgm:t>
    </dgm:pt>
    <dgm:pt modelId="{F5435191-B3AB-4331-ACCB-DD853551CF0D}" cxnId="{5A79D73D-B5A2-4F90-BD6F-7FDE5B3A06BA}" type="parTrans">
      <dgm:prSet/>
      <dgm:spPr/>
      <dgm:t>
        <a:bodyPr/>
        <a:lstStyle/>
        <a:p>
          <a:endParaRPr lang="zh-CN" altLang="en-US"/>
        </a:p>
      </dgm:t>
    </dgm:pt>
    <dgm:pt modelId="{58A5B4FE-9546-4D6D-9FE6-DC7D88E8AB55}" cxnId="{5A79D73D-B5A2-4F90-BD6F-7FDE5B3A06BA}" type="sibTrans">
      <dgm:prSet/>
      <dgm:spPr/>
      <dgm:t>
        <a:bodyPr/>
        <a:lstStyle/>
        <a:p>
          <a:endParaRPr lang="zh-CN" altLang="en-US"/>
        </a:p>
      </dgm:t>
    </dgm:pt>
    <dgm:pt modelId="{02F885FB-BCFB-4CEE-A770-E4CC21C1D399}">
      <dgm:prSet/>
      <dgm:spPr/>
      <dgm:t>
        <a:bodyPr/>
        <a:lstStyle/>
        <a:p>
          <a:r>
            <a:rPr lang="zh-CN" altLang="en-US" dirty="0"/>
            <a:t>完工总结与经验教训的记录</a:t>
          </a:r>
        </a:p>
      </dgm:t>
    </dgm:pt>
    <dgm:pt modelId="{81966B0E-16B6-4E59-8CAC-B250B448694A}" cxnId="{1605AC9A-DCCA-48F9-ADBD-2AA5C8CF1B60}" type="parTrans">
      <dgm:prSet/>
      <dgm:spPr/>
      <dgm:t>
        <a:bodyPr/>
        <a:lstStyle/>
        <a:p>
          <a:endParaRPr lang="zh-CN" altLang="en-US"/>
        </a:p>
      </dgm:t>
    </dgm:pt>
    <dgm:pt modelId="{879B59DA-23F3-4E13-ACCC-03225D6D7C7D}" cxnId="{1605AC9A-DCCA-48F9-ADBD-2AA5C8CF1B60}" type="sibTrans">
      <dgm:prSet/>
      <dgm:spPr/>
      <dgm:t>
        <a:bodyPr/>
        <a:lstStyle/>
        <a:p>
          <a:endParaRPr lang="zh-CN" altLang="en-US"/>
        </a:p>
      </dgm:t>
    </dgm:pt>
    <dgm:pt modelId="{ADD95E9A-1C90-4DAB-9767-3485E55BACA3}">
      <dgm:prSet/>
      <dgm:spPr/>
      <dgm:t>
        <a:bodyPr/>
        <a:lstStyle/>
        <a:p>
          <a:r>
            <a:rPr lang="en-US" altLang="en-US" dirty="0"/>
            <a:t>8. </a:t>
          </a:r>
          <a:r>
            <a:rPr lang="zh-CN" altLang="en-US" dirty="0"/>
            <a:t>案例分析与实践</a:t>
          </a:r>
        </a:p>
      </dgm:t>
    </dgm:pt>
    <dgm:pt modelId="{81E0C287-B3D7-4868-AF39-C2E032577706}" cxnId="{67F682C7-24CB-49F6-A46E-B385ABC81DE6}" type="parTrans">
      <dgm:prSet/>
      <dgm:spPr/>
      <dgm:t>
        <a:bodyPr/>
        <a:lstStyle/>
        <a:p>
          <a:endParaRPr lang="zh-CN" altLang="en-US"/>
        </a:p>
      </dgm:t>
    </dgm:pt>
    <dgm:pt modelId="{11107ACF-C96F-470B-A06B-CD5A4D7A202B}" cxnId="{67F682C7-24CB-49F6-A46E-B385ABC81DE6}" type="sibTrans">
      <dgm:prSet/>
      <dgm:spPr/>
      <dgm:t>
        <a:bodyPr/>
        <a:lstStyle/>
        <a:p>
          <a:endParaRPr lang="zh-CN" altLang="en-US"/>
        </a:p>
      </dgm:t>
    </dgm:pt>
    <dgm:pt modelId="{02DF754E-F25A-4BDB-AB8C-5F4F2C23867B}">
      <dgm:prSet/>
      <dgm:spPr/>
      <dgm:t>
        <a:bodyPr/>
        <a:lstStyle/>
        <a:p>
          <a:r>
            <a:rPr lang="zh-CN" altLang="en-US" dirty="0"/>
            <a:t>分析案例中项目管理的成功与失败因素</a:t>
          </a:r>
        </a:p>
      </dgm:t>
    </dgm:pt>
    <dgm:pt modelId="{C9E44FF7-7CE5-4BE9-8BC7-18F277ADEB9C}" cxnId="{59750EEE-651C-4BC0-AADB-CDFF7A69E679}" type="parTrans">
      <dgm:prSet/>
      <dgm:spPr/>
      <dgm:t>
        <a:bodyPr/>
        <a:lstStyle/>
        <a:p>
          <a:endParaRPr lang="zh-CN" altLang="en-US"/>
        </a:p>
      </dgm:t>
    </dgm:pt>
    <dgm:pt modelId="{80C36A61-DF2F-489C-AC5F-8CB0264EE822}" cxnId="{59750EEE-651C-4BC0-AADB-CDFF7A69E679}" type="sibTrans">
      <dgm:prSet/>
      <dgm:spPr/>
      <dgm:t>
        <a:bodyPr/>
        <a:lstStyle/>
        <a:p>
          <a:endParaRPr lang="zh-CN" altLang="en-US"/>
        </a:p>
      </dgm:t>
    </dgm:pt>
    <dgm:pt modelId="{4065D2C8-017F-47F0-99A8-6A07A0A327F4}">
      <dgm:prSet/>
      <dgm:spPr/>
      <dgm:t>
        <a:bodyPr/>
        <a:lstStyle/>
        <a:p>
          <a:r>
            <a:rPr lang="zh-CN" altLang="en-US" dirty="0"/>
            <a:t>讨论案例中的实践要点与改进措施</a:t>
          </a:r>
        </a:p>
      </dgm:t>
    </dgm:pt>
    <dgm:pt modelId="{68F1B169-C3CE-46D5-8781-43F5CCFFAD7F}" cxnId="{30977974-94E8-4043-AAB2-90524488389F}" type="parTrans">
      <dgm:prSet/>
      <dgm:spPr/>
      <dgm:t>
        <a:bodyPr/>
        <a:lstStyle/>
        <a:p>
          <a:endParaRPr lang="zh-CN" altLang="en-US"/>
        </a:p>
      </dgm:t>
    </dgm:pt>
    <dgm:pt modelId="{D8BAED8E-8C14-467A-BCBD-3710E8D84CDB}" cxnId="{30977974-94E8-4043-AAB2-90524488389F}" type="sibTrans">
      <dgm:prSet/>
      <dgm:spPr/>
      <dgm:t>
        <a:bodyPr/>
        <a:lstStyle/>
        <a:p>
          <a:endParaRPr lang="zh-CN" altLang="en-US"/>
        </a:p>
      </dgm:t>
    </dgm:pt>
    <dgm:pt modelId="{DA0053D7-9CD0-4810-A5F5-819A6DE74A3B}">
      <dgm:prSet/>
      <dgm:spPr/>
      <dgm:t>
        <a:bodyPr/>
        <a:lstStyle/>
        <a:p>
          <a:r>
            <a:rPr lang="en-US" altLang="en-US" dirty="0"/>
            <a:t>9. </a:t>
          </a:r>
          <a:r>
            <a:rPr lang="zh-CN" altLang="en-US" dirty="0"/>
            <a:t>课程总结和回顾</a:t>
          </a:r>
        </a:p>
      </dgm:t>
    </dgm:pt>
    <dgm:pt modelId="{FC6C7437-3FA0-4143-A01C-70E4E7B0F83E}" cxnId="{3EAD048A-3956-41AF-8616-4A5456AE219A}" type="parTrans">
      <dgm:prSet/>
      <dgm:spPr/>
      <dgm:t>
        <a:bodyPr/>
        <a:lstStyle/>
        <a:p>
          <a:endParaRPr lang="zh-CN" altLang="en-US"/>
        </a:p>
      </dgm:t>
    </dgm:pt>
    <dgm:pt modelId="{084DA1E0-D69E-4DAF-8AC5-3B3EA5EB79E7}" cxnId="{3EAD048A-3956-41AF-8616-4A5456AE219A}" type="sibTrans">
      <dgm:prSet/>
      <dgm:spPr/>
      <dgm:t>
        <a:bodyPr/>
        <a:lstStyle/>
        <a:p>
          <a:endParaRPr lang="zh-CN" altLang="en-US"/>
        </a:p>
      </dgm:t>
    </dgm:pt>
    <dgm:pt modelId="{2AC9CDED-3CA3-4FA0-9A25-86CA743538C5}">
      <dgm:prSet/>
      <dgm:spPr/>
      <dgm:t>
        <a:bodyPr/>
        <a:lstStyle/>
        <a:p>
          <a:r>
            <a:rPr lang="zh-CN" altLang="en-US" dirty="0"/>
            <a:t>回顾课程要点</a:t>
          </a:r>
        </a:p>
      </dgm:t>
    </dgm:pt>
    <dgm:pt modelId="{2C85677D-C6E3-41E2-B662-1CCEDA3154F4}" cxnId="{77FED919-7482-484D-835A-91DBC0B39C13}" type="parTrans">
      <dgm:prSet/>
      <dgm:spPr/>
      <dgm:t>
        <a:bodyPr/>
        <a:lstStyle/>
        <a:p>
          <a:endParaRPr lang="zh-CN" altLang="en-US"/>
        </a:p>
      </dgm:t>
    </dgm:pt>
    <dgm:pt modelId="{73798CBE-834C-47DA-827D-4D45E535B9E6}" cxnId="{77FED919-7482-484D-835A-91DBC0B39C13}" type="sibTrans">
      <dgm:prSet/>
      <dgm:spPr/>
      <dgm:t>
        <a:bodyPr/>
        <a:lstStyle/>
        <a:p>
          <a:endParaRPr lang="zh-CN" altLang="en-US"/>
        </a:p>
      </dgm:t>
    </dgm:pt>
    <dgm:pt modelId="{BD023DAA-69C6-4196-BAD0-9035656FF821}" type="pres">
      <dgm:prSet presAssocID="{726BA73B-0847-4769-945C-DF9C876B2F3A}" presName="linear" presStyleCnt="0">
        <dgm:presLayoutVars>
          <dgm:dir/>
          <dgm:animLvl val="lvl"/>
          <dgm:resizeHandles val="exact"/>
        </dgm:presLayoutVars>
      </dgm:prSet>
      <dgm:spPr/>
    </dgm:pt>
    <dgm:pt modelId="{45856193-C4B8-498D-B6BA-AC01DCBEE91E}" type="pres">
      <dgm:prSet presAssocID="{C0DEDDF9-DEA5-4D95-8CAD-3C9279CF9CE4}" presName="parentLin" presStyleCnt="0"/>
      <dgm:spPr/>
    </dgm:pt>
    <dgm:pt modelId="{4A3A7654-FA58-4D7B-B008-0995BB0FEDCD}" type="pres">
      <dgm:prSet presAssocID="{C0DEDDF9-DEA5-4D95-8CAD-3C9279CF9CE4}" presName="parentLeftMargin" presStyleLbl="node1" presStyleIdx="0" presStyleCnt="4"/>
      <dgm:spPr/>
    </dgm:pt>
    <dgm:pt modelId="{3755F6E4-575A-4E6A-B574-B611E150BA63}" type="pres">
      <dgm:prSet presAssocID="{C0DEDDF9-DEA5-4D95-8CAD-3C9279CF9CE4}" presName="parentText" presStyleLbl="node1" presStyleIdx="0" presStyleCnt="4">
        <dgm:presLayoutVars>
          <dgm:chMax val="0"/>
          <dgm:bulletEnabled val="1"/>
        </dgm:presLayoutVars>
      </dgm:prSet>
      <dgm:spPr/>
    </dgm:pt>
    <dgm:pt modelId="{DC48573C-2961-40EF-BC44-4229589C593B}" type="pres">
      <dgm:prSet presAssocID="{C0DEDDF9-DEA5-4D95-8CAD-3C9279CF9CE4}" presName="negativeSpace" presStyleCnt="0"/>
      <dgm:spPr/>
    </dgm:pt>
    <dgm:pt modelId="{53BC6CD0-A147-4782-BCB8-4CDB5986F7C0}" type="pres">
      <dgm:prSet presAssocID="{C0DEDDF9-DEA5-4D95-8CAD-3C9279CF9CE4}" presName="childText" presStyleLbl="conFgAcc1" presStyleIdx="0" presStyleCnt="4">
        <dgm:presLayoutVars>
          <dgm:bulletEnabled val="1"/>
        </dgm:presLayoutVars>
      </dgm:prSet>
      <dgm:spPr/>
    </dgm:pt>
    <dgm:pt modelId="{7AE9F5E0-6BC2-47A2-B3A1-0A2A1E7012A1}" type="pres">
      <dgm:prSet presAssocID="{452B9154-9027-4015-A4F6-07255F1DE768}" presName="spaceBetweenRectangles" presStyleCnt="0"/>
      <dgm:spPr/>
    </dgm:pt>
    <dgm:pt modelId="{820637EC-152C-44A8-874A-969A86B62393}" type="pres">
      <dgm:prSet presAssocID="{B3D91545-3DA5-4A07-8CCD-CFFFE09B3459}" presName="parentLin" presStyleCnt="0"/>
      <dgm:spPr/>
    </dgm:pt>
    <dgm:pt modelId="{9C66DE84-3C7D-4299-8189-B459A680ABEB}" type="pres">
      <dgm:prSet presAssocID="{B3D91545-3DA5-4A07-8CCD-CFFFE09B3459}" presName="parentLeftMargin" presStyleLbl="node1" presStyleIdx="0" presStyleCnt="4"/>
      <dgm:spPr/>
    </dgm:pt>
    <dgm:pt modelId="{F966B0B3-5D61-4E36-AD03-7A88937DD2D6}" type="pres">
      <dgm:prSet presAssocID="{B3D91545-3DA5-4A07-8CCD-CFFFE09B3459}" presName="parentText" presStyleLbl="node1" presStyleIdx="1" presStyleCnt="4">
        <dgm:presLayoutVars>
          <dgm:chMax val="0"/>
          <dgm:bulletEnabled val="1"/>
        </dgm:presLayoutVars>
      </dgm:prSet>
      <dgm:spPr/>
    </dgm:pt>
    <dgm:pt modelId="{92ED6A72-8ACF-4446-BE27-F40AEFF83FDB}" type="pres">
      <dgm:prSet presAssocID="{B3D91545-3DA5-4A07-8CCD-CFFFE09B3459}" presName="negativeSpace" presStyleCnt="0"/>
      <dgm:spPr/>
    </dgm:pt>
    <dgm:pt modelId="{C302958C-5753-4CCE-A69A-C899B90BE58D}" type="pres">
      <dgm:prSet presAssocID="{B3D91545-3DA5-4A07-8CCD-CFFFE09B3459}" presName="childText" presStyleLbl="conFgAcc1" presStyleIdx="1" presStyleCnt="4">
        <dgm:presLayoutVars>
          <dgm:bulletEnabled val="1"/>
        </dgm:presLayoutVars>
      </dgm:prSet>
      <dgm:spPr/>
    </dgm:pt>
    <dgm:pt modelId="{ACF6014F-26F3-4249-A977-DE4A8B27B7A8}" type="pres">
      <dgm:prSet presAssocID="{A2E90985-B14A-45FE-AAE3-B0976CEBA9A3}" presName="spaceBetweenRectangles" presStyleCnt="0"/>
      <dgm:spPr/>
    </dgm:pt>
    <dgm:pt modelId="{8AB28BDD-9574-423C-A5B8-9841138319C3}" type="pres">
      <dgm:prSet presAssocID="{ADD95E9A-1C90-4DAB-9767-3485E55BACA3}" presName="parentLin" presStyleCnt="0"/>
      <dgm:spPr/>
    </dgm:pt>
    <dgm:pt modelId="{88CED1CE-FDF1-4F8E-A816-3FD1019FC1A6}" type="pres">
      <dgm:prSet presAssocID="{ADD95E9A-1C90-4DAB-9767-3485E55BACA3}" presName="parentLeftMargin" presStyleLbl="node1" presStyleIdx="1" presStyleCnt="4"/>
      <dgm:spPr/>
    </dgm:pt>
    <dgm:pt modelId="{F7CE9327-A1F3-4A15-BEE7-7F8B63F7B6E2}" type="pres">
      <dgm:prSet presAssocID="{ADD95E9A-1C90-4DAB-9767-3485E55BACA3}" presName="parentText" presStyleLbl="node1" presStyleIdx="2" presStyleCnt="4">
        <dgm:presLayoutVars>
          <dgm:chMax val="0"/>
          <dgm:bulletEnabled val="1"/>
        </dgm:presLayoutVars>
      </dgm:prSet>
      <dgm:spPr/>
    </dgm:pt>
    <dgm:pt modelId="{45772F69-3A28-4C50-A066-DE400F7455E5}" type="pres">
      <dgm:prSet presAssocID="{ADD95E9A-1C90-4DAB-9767-3485E55BACA3}" presName="negativeSpace" presStyleCnt="0"/>
      <dgm:spPr/>
    </dgm:pt>
    <dgm:pt modelId="{FABE6CBC-C6E1-48B3-AB5B-4992E9A4DFBB}" type="pres">
      <dgm:prSet presAssocID="{ADD95E9A-1C90-4DAB-9767-3485E55BACA3}" presName="childText" presStyleLbl="conFgAcc1" presStyleIdx="2" presStyleCnt="4">
        <dgm:presLayoutVars>
          <dgm:bulletEnabled val="1"/>
        </dgm:presLayoutVars>
      </dgm:prSet>
      <dgm:spPr/>
    </dgm:pt>
    <dgm:pt modelId="{6D70DDD8-65E9-4DF3-9A85-8DDCE49D52D5}" type="pres">
      <dgm:prSet presAssocID="{11107ACF-C96F-470B-A06B-CD5A4D7A202B}" presName="spaceBetweenRectangles" presStyleCnt="0"/>
      <dgm:spPr/>
    </dgm:pt>
    <dgm:pt modelId="{BAB1CF6A-F369-4A16-B9C8-447AABAB02A5}" type="pres">
      <dgm:prSet presAssocID="{DA0053D7-9CD0-4810-A5F5-819A6DE74A3B}" presName="parentLin" presStyleCnt="0"/>
      <dgm:spPr/>
    </dgm:pt>
    <dgm:pt modelId="{BCB87670-C66A-4D7B-9FE9-102E4B80BBD5}" type="pres">
      <dgm:prSet presAssocID="{DA0053D7-9CD0-4810-A5F5-819A6DE74A3B}" presName="parentLeftMargin" presStyleLbl="node1" presStyleIdx="2" presStyleCnt="4"/>
      <dgm:spPr/>
    </dgm:pt>
    <dgm:pt modelId="{FD98E740-51D2-42EA-BB4B-1C7CAD2FC40C}" type="pres">
      <dgm:prSet presAssocID="{DA0053D7-9CD0-4810-A5F5-819A6DE74A3B}" presName="parentText" presStyleLbl="node1" presStyleIdx="3" presStyleCnt="4">
        <dgm:presLayoutVars>
          <dgm:chMax val="0"/>
          <dgm:bulletEnabled val="1"/>
        </dgm:presLayoutVars>
      </dgm:prSet>
      <dgm:spPr/>
    </dgm:pt>
    <dgm:pt modelId="{8B99D138-FC25-4789-83E4-06018B57DC80}" type="pres">
      <dgm:prSet presAssocID="{DA0053D7-9CD0-4810-A5F5-819A6DE74A3B}" presName="negativeSpace" presStyleCnt="0"/>
      <dgm:spPr/>
    </dgm:pt>
    <dgm:pt modelId="{E28A0563-C9CF-44BE-AF5D-46FA133201BF}" type="pres">
      <dgm:prSet presAssocID="{DA0053D7-9CD0-4810-A5F5-819A6DE74A3B}" presName="childText" presStyleLbl="conFgAcc1" presStyleIdx="3" presStyleCnt="4">
        <dgm:presLayoutVars>
          <dgm:bulletEnabled val="1"/>
        </dgm:presLayoutVars>
      </dgm:prSet>
      <dgm:spPr/>
    </dgm:pt>
  </dgm:ptLst>
  <dgm:cxnLst>
    <dgm:cxn modelId="{E876AD07-8D7A-43C4-8A0B-A89ABE2D68AE}" type="presOf" srcId="{C2203CB2-AEA4-4637-B355-D781D40480FE}" destId="{53BC6CD0-A147-4782-BCB8-4CDB5986F7C0}" srcOrd="0" destOrd="3" presId="urn:microsoft.com/office/officeart/2005/8/layout/list1"/>
    <dgm:cxn modelId="{5410D511-4AF4-4077-B1BE-9CF5B5893C32}" type="presOf" srcId="{D88C2DC7-C4E5-4D7C-AA79-5CED71A4018D}" destId="{53BC6CD0-A147-4782-BCB8-4CDB5986F7C0}" srcOrd="0" destOrd="1" presId="urn:microsoft.com/office/officeart/2005/8/layout/list1"/>
    <dgm:cxn modelId="{F5F52B14-B014-485B-9CD9-93BFB19E8621}" type="presOf" srcId="{28AA00DD-1EA5-445C-94C6-2D6E5B0C3BF0}" destId="{C302958C-5753-4CCE-A69A-C899B90BE58D}" srcOrd="0" destOrd="1" presId="urn:microsoft.com/office/officeart/2005/8/layout/list1"/>
    <dgm:cxn modelId="{77FED919-7482-484D-835A-91DBC0B39C13}" srcId="{DA0053D7-9CD0-4810-A5F5-819A6DE74A3B}" destId="{2AC9CDED-3CA3-4FA0-9A25-86CA743538C5}" srcOrd="0" destOrd="0" parTransId="{2C85677D-C6E3-41E2-B662-1CCEDA3154F4}" sibTransId="{73798CBE-834C-47DA-827D-4D45E535B9E6}"/>
    <dgm:cxn modelId="{454ADD1C-8920-4BB8-893F-0311E0FC4E6E}" type="presOf" srcId="{E44D1EE0-ABF1-4FC5-AE10-B3D8C9E58E24}" destId="{C302958C-5753-4CCE-A69A-C899B90BE58D}" srcOrd="0" destOrd="2" presId="urn:microsoft.com/office/officeart/2005/8/layout/list1"/>
    <dgm:cxn modelId="{B635D621-95E4-4088-AF94-8F2A48041BAE}" srcId="{726BA73B-0847-4769-945C-DF9C876B2F3A}" destId="{B3D91545-3DA5-4A07-8CCD-CFFFE09B3459}" srcOrd="1" destOrd="0" parTransId="{F37A26FB-1F10-4C74-AE93-8BFB464E97C9}" sibTransId="{A2E90985-B14A-45FE-AAE3-B0976CEBA9A3}"/>
    <dgm:cxn modelId="{26F3A222-3F2D-4D35-849B-2E8D18BAF459}" type="presOf" srcId="{02DF754E-F25A-4BDB-AB8C-5F4F2C23867B}" destId="{FABE6CBC-C6E1-48B3-AB5B-4992E9A4DFBB}" srcOrd="0" destOrd="0" presId="urn:microsoft.com/office/officeart/2005/8/layout/list1"/>
    <dgm:cxn modelId="{0D062523-D673-4937-B34F-B502D251E1AA}" srcId="{B3D91545-3DA5-4A07-8CCD-CFFFE09B3459}" destId="{28AA00DD-1EA5-445C-94C6-2D6E5B0C3BF0}" srcOrd="1" destOrd="0" parTransId="{F32FED75-EDB4-44DB-A83F-38B282EC0AEF}" sibTransId="{51D626C0-DA80-4004-AAFD-C63413AF6AC0}"/>
    <dgm:cxn modelId="{2D9DE23B-EC44-41E1-8D24-BC9DFF28D589}" type="presOf" srcId="{28B63718-0861-48C1-913E-CC78A349FDE6}" destId="{C302958C-5753-4CCE-A69A-C899B90BE58D}" srcOrd="0" destOrd="4" presId="urn:microsoft.com/office/officeart/2005/8/layout/list1"/>
    <dgm:cxn modelId="{5A79D73D-B5A2-4F90-BD6F-7FDE5B3A06BA}" srcId="{B3D91545-3DA5-4A07-8CCD-CFFFE09B3459}" destId="{28B63718-0861-48C1-913E-CC78A349FDE6}" srcOrd="4" destOrd="0" parTransId="{F5435191-B3AB-4331-ACCB-DD853551CF0D}" sibTransId="{58A5B4FE-9546-4D6D-9FE6-DC7D88E8AB55}"/>
    <dgm:cxn modelId="{BD79E540-C7E0-4A3A-8B61-D99CDCC9C2DE}" srcId="{B3D91545-3DA5-4A07-8CCD-CFFFE09B3459}" destId="{F4A9574F-441C-4CFC-96A8-F38FE783D5D7}" srcOrd="3" destOrd="0" parTransId="{842CEC51-24A2-4CB8-8871-E3109F4B1E3D}" sibTransId="{2ABC45DC-8AC0-49E7-9F26-F4C5C393DB05}"/>
    <dgm:cxn modelId="{4A58DF5C-158D-4FD6-BB3B-3590DC0BBD73}" type="presOf" srcId="{DA0053D7-9CD0-4810-A5F5-819A6DE74A3B}" destId="{FD98E740-51D2-42EA-BB4B-1C7CAD2FC40C}" srcOrd="1" destOrd="0" presId="urn:microsoft.com/office/officeart/2005/8/layout/list1"/>
    <dgm:cxn modelId="{C2C9735D-D0E1-4FB1-A635-A3FB4DAC8CCE}" type="presOf" srcId="{C0DEDDF9-DEA5-4D95-8CAD-3C9279CF9CE4}" destId="{3755F6E4-575A-4E6A-B574-B611E150BA63}" srcOrd="1" destOrd="0" presId="urn:microsoft.com/office/officeart/2005/8/layout/list1"/>
    <dgm:cxn modelId="{543CA062-B2E1-4CF6-AA13-FD6C6259C0B6}" type="presOf" srcId="{B3D91545-3DA5-4A07-8CCD-CFFFE09B3459}" destId="{F966B0B3-5D61-4E36-AD03-7A88937DD2D6}" srcOrd="1" destOrd="0" presId="urn:microsoft.com/office/officeart/2005/8/layout/list1"/>
    <dgm:cxn modelId="{C86ADC64-6D41-4D08-B71A-7D1C168FE56D}" srcId="{C0DEDDF9-DEA5-4D95-8CAD-3C9279CF9CE4}" destId="{C2203CB2-AEA4-4637-B355-D781D40480FE}" srcOrd="3" destOrd="0" parTransId="{C11DF5FA-B3F6-4A4D-A005-AB0D3CEC2E35}" sibTransId="{B062CD20-7906-4C49-BBE4-C7F6A994497A}"/>
    <dgm:cxn modelId="{CA12FA64-66D8-4AA6-8641-A492E334C3A8}" srcId="{726BA73B-0847-4769-945C-DF9C876B2F3A}" destId="{C0DEDDF9-DEA5-4D95-8CAD-3C9279CF9CE4}" srcOrd="0" destOrd="0" parTransId="{975DA8A4-1C54-48B4-B89D-70731BC9C764}" sibTransId="{452B9154-9027-4015-A4F6-07255F1DE768}"/>
    <dgm:cxn modelId="{B714D747-96DB-4082-8DD3-DEC1B1DD61D2}" type="presOf" srcId="{BF72EE64-535D-4ACB-8982-B7C6F62AA1D2}" destId="{53BC6CD0-A147-4782-BCB8-4CDB5986F7C0}" srcOrd="0" destOrd="0" presId="urn:microsoft.com/office/officeart/2005/8/layout/list1"/>
    <dgm:cxn modelId="{3CEB4B4A-F239-4A28-BBE4-C6DE305285F7}" srcId="{C0DEDDF9-DEA5-4D95-8CAD-3C9279CF9CE4}" destId="{A066BE63-641F-4D5A-AF95-E5C5E58895EB}" srcOrd="4" destOrd="0" parTransId="{9BDBE2B2-92DF-4976-A0CC-F1AF61D708EB}" sibTransId="{C2A96FDA-9F86-48FA-B557-9BAE25D8B5A3}"/>
    <dgm:cxn modelId="{1B78C070-5522-49C7-B366-E38C1A64BF32}" type="presOf" srcId="{ADD95E9A-1C90-4DAB-9767-3485E55BACA3}" destId="{F7CE9327-A1F3-4A15-BEE7-7F8B63F7B6E2}" srcOrd="1" destOrd="0" presId="urn:microsoft.com/office/officeart/2005/8/layout/list1"/>
    <dgm:cxn modelId="{FB1B5A52-3D18-4B49-93D1-2A8F94760FBA}" type="presOf" srcId="{4D7D2A91-5CA6-44B1-815E-E49D8FF4D063}" destId="{53BC6CD0-A147-4782-BCB8-4CDB5986F7C0}" srcOrd="0" destOrd="2" presId="urn:microsoft.com/office/officeart/2005/8/layout/list1"/>
    <dgm:cxn modelId="{5B871954-9796-43E1-921B-709CC39997EA}" srcId="{B3D91545-3DA5-4A07-8CCD-CFFFE09B3459}" destId="{0949E3A7-95C9-4EF5-ABF3-1BDC2480EFE4}" srcOrd="0" destOrd="0" parTransId="{F1382D22-C8D8-4E83-82AD-645609D7A077}" sibTransId="{D26361FD-8C5D-4646-B4E4-6B443F83090F}"/>
    <dgm:cxn modelId="{30977974-94E8-4043-AAB2-90524488389F}" srcId="{ADD95E9A-1C90-4DAB-9767-3485E55BACA3}" destId="{4065D2C8-017F-47F0-99A8-6A07A0A327F4}" srcOrd="1" destOrd="0" parTransId="{68F1B169-C3CE-46D5-8781-43F5CCFFAD7F}" sibTransId="{D8BAED8E-8C14-467A-BCBD-3710E8D84CDB}"/>
    <dgm:cxn modelId="{D999FB54-51AA-4B58-84A2-E7D57DD79EDC}" type="presOf" srcId="{2AC9CDED-3CA3-4FA0-9A25-86CA743538C5}" destId="{E28A0563-C9CF-44BE-AF5D-46FA133201BF}" srcOrd="0" destOrd="0" presId="urn:microsoft.com/office/officeart/2005/8/layout/list1"/>
    <dgm:cxn modelId="{D8365757-49A6-42B7-9898-F26872D9AC11}" type="presOf" srcId="{ADD95E9A-1C90-4DAB-9767-3485E55BACA3}" destId="{88CED1CE-FDF1-4F8E-A816-3FD1019FC1A6}" srcOrd="0" destOrd="0" presId="urn:microsoft.com/office/officeart/2005/8/layout/list1"/>
    <dgm:cxn modelId="{610B707B-1EF8-419B-B93F-8A60A56576EF}" type="presOf" srcId="{0949E3A7-95C9-4EF5-ABF3-1BDC2480EFE4}" destId="{C302958C-5753-4CCE-A69A-C899B90BE58D}" srcOrd="0" destOrd="0" presId="urn:microsoft.com/office/officeart/2005/8/layout/list1"/>
    <dgm:cxn modelId="{842F7787-8D61-4518-B2C5-B0212172ABEB}" type="presOf" srcId="{DA0053D7-9CD0-4810-A5F5-819A6DE74A3B}" destId="{BCB87670-C66A-4D7B-9FE9-102E4B80BBD5}" srcOrd="0" destOrd="0" presId="urn:microsoft.com/office/officeart/2005/8/layout/list1"/>
    <dgm:cxn modelId="{3EAD048A-3956-41AF-8616-4A5456AE219A}" srcId="{726BA73B-0847-4769-945C-DF9C876B2F3A}" destId="{DA0053D7-9CD0-4810-A5F5-819A6DE74A3B}" srcOrd="3" destOrd="0" parTransId="{FC6C7437-3FA0-4143-A01C-70E4E7B0F83E}" sibTransId="{084DA1E0-D69E-4DAF-8AC5-3B3EA5EB79E7}"/>
    <dgm:cxn modelId="{F2B41B8B-DC7B-4F08-B8F8-008AA69F742C}" type="presOf" srcId="{A066BE63-641F-4D5A-AF95-E5C5E58895EB}" destId="{53BC6CD0-A147-4782-BCB8-4CDB5986F7C0}" srcOrd="0" destOrd="4" presId="urn:microsoft.com/office/officeart/2005/8/layout/list1"/>
    <dgm:cxn modelId="{A551618F-3981-48DF-86D3-2F3ECA0D4986}" type="presOf" srcId="{F4A9574F-441C-4CFC-96A8-F38FE783D5D7}" destId="{C302958C-5753-4CCE-A69A-C899B90BE58D}" srcOrd="0" destOrd="3" presId="urn:microsoft.com/office/officeart/2005/8/layout/list1"/>
    <dgm:cxn modelId="{1605AC9A-DCCA-48F9-ADBD-2AA5C8CF1B60}" srcId="{B3D91545-3DA5-4A07-8CCD-CFFFE09B3459}" destId="{02F885FB-BCFB-4CEE-A770-E4CC21C1D399}" srcOrd="5" destOrd="0" parTransId="{81966B0E-16B6-4E59-8CAC-B250B448694A}" sibTransId="{879B59DA-23F3-4E13-ACCC-03225D6D7C7D}"/>
    <dgm:cxn modelId="{20B3B9A5-61A5-4CF1-8275-AC1CBC92517D}" srcId="{C0DEDDF9-DEA5-4D95-8CAD-3C9279CF9CE4}" destId="{BF72EE64-535D-4ACB-8982-B7C6F62AA1D2}" srcOrd="0" destOrd="0" parTransId="{23A914A5-A6DA-4CC6-97C6-97721B857E20}" sibTransId="{D05581F0-6479-474F-9A98-29D7B7052D04}"/>
    <dgm:cxn modelId="{394605B9-17F7-4B6C-B538-8FB8BB0D330C}" type="presOf" srcId="{726BA73B-0847-4769-945C-DF9C876B2F3A}" destId="{BD023DAA-69C6-4196-BAD0-9035656FF821}" srcOrd="0" destOrd="0" presId="urn:microsoft.com/office/officeart/2005/8/layout/list1"/>
    <dgm:cxn modelId="{AB26D0B9-7836-4012-A23E-8230FCD92E67}" srcId="{C0DEDDF9-DEA5-4D95-8CAD-3C9279CF9CE4}" destId="{D88C2DC7-C4E5-4D7C-AA79-5CED71A4018D}" srcOrd="1" destOrd="0" parTransId="{3D6822F1-A47F-46B1-B835-2F783633992D}" sibTransId="{227DB852-8B99-423E-8841-A3DD43622202}"/>
    <dgm:cxn modelId="{67F682C7-24CB-49F6-A46E-B385ABC81DE6}" srcId="{726BA73B-0847-4769-945C-DF9C876B2F3A}" destId="{ADD95E9A-1C90-4DAB-9767-3485E55BACA3}" srcOrd="2" destOrd="0" parTransId="{81E0C287-B3D7-4868-AF39-C2E032577706}" sibTransId="{11107ACF-C96F-470B-A06B-CD5A4D7A202B}"/>
    <dgm:cxn modelId="{3C0632CA-9495-4AB1-A037-2DDD7C2F99BC}" type="presOf" srcId="{02F885FB-BCFB-4CEE-A770-E4CC21C1D399}" destId="{C302958C-5753-4CCE-A69A-C899B90BE58D}" srcOrd="0" destOrd="5" presId="urn:microsoft.com/office/officeart/2005/8/layout/list1"/>
    <dgm:cxn modelId="{32C5AAD2-ABA6-4DA3-9A37-24530F792E39}" type="presOf" srcId="{4065D2C8-017F-47F0-99A8-6A07A0A327F4}" destId="{FABE6CBC-C6E1-48B3-AB5B-4992E9A4DFBB}" srcOrd="0" destOrd="1" presId="urn:microsoft.com/office/officeart/2005/8/layout/list1"/>
    <dgm:cxn modelId="{61EDD8D4-CEF8-45F1-9430-72EF9BF02D8A}" srcId="{C0DEDDF9-DEA5-4D95-8CAD-3C9279CF9CE4}" destId="{4D7D2A91-5CA6-44B1-815E-E49D8FF4D063}" srcOrd="2" destOrd="0" parTransId="{D8E23FFC-9265-4D6F-9AA7-92CE780AD408}" sibTransId="{AFF2A90D-2DD7-4704-B942-92C4DBD2859D}"/>
    <dgm:cxn modelId="{5BA668E5-5E0F-4EF3-AE0D-99014446BA55}" srcId="{B3D91545-3DA5-4A07-8CCD-CFFFE09B3459}" destId="{E44D1EE0-ABF1-4FC5-AE10-B3D8C9E58E24}" srcOrd="2" destOrd="0" parTransId="{963FC75F-25FE-4E03-801B-CAC80662F1C5}" sibTransId="{A86D58D9-2BB8-4225-BCC1-A62777748AD9}"/>
    <dgm:cxn modelId="{61BDC8E6-491E-4127-B7BB-ACD16051D2BE}" type="presOf" srcId="{C0DEDDF9-DEA5-4D95-8CAD-3C9279CF9CE4}" destId="{4A3A7654-FA58-4D7B-B008-0995BB0FEDCD}" srcOrd="0" destOrd="0" presId="urn:microsoft.com/office/officeart/2005/8/layout/list1"/>
    <dgm:cxn modelId="{59750EEE-651C-4BC0-AADB-CDFF7A69E679}" srcId="{ADD95E9A-1C90-4DAB-9767-3485E55BACA3}" destId="{02DF754E-F25A-4BDB-AB8C-5F4F2C23867B}" srcOrd="0" destOrd="0" parTransId="{C9E44FF7-7CE5-4BE9-8BC7-18F277ADEB9C}" sibTransId="{80C36A61-DF2F-489C-AC5F-8CB0264EE822}"/>
    <dgm:cxn modelId="{7CA414FD-8594-40BA-81BE-3BD68A966B15}" type="presOf" srcId="{B3D91545-3DA5-4A07-8CCD-CFFFE09B3459}" destId="{9C66DE84-3C7D-4299-8189-B459A680ABEB}" srcOrd="0" destOrd="0" presId="urn:microsoft.com/office/officeart/2005/8/layout/list1"/>
    <dgm:cxn modelId="{7A2FEF09-31CF-4FE6-9023-0666A609DBE5}" type="presParOf" srcId="{BD023DAA-69C6-4196-BAD0-9035656FF821}" destId="{45856193-C4B8-498D-B6BA-AC01DCBEE91E}" srcOrd="0" destOrd="0" presId="urn:microsoft.com/office/officeart/2005/8/layout/list1"/>
    <dgm:cxn modelId="{51161F13-0C03-4241-BC37-E58D184BADF5}" type="presParOf" srcId="{45856193-C4B8-498D-B6BA-AC01DCBEE91E}" destId="{4A3A7654-FA58-4D7B-B008-0995BB0FEDCD}" srcOrd="0" destOrd="0" presId="urn:microsoft.com/office/officeart/2005/8/layout/list1"/>
    <dgm:cxn modelId="{60F95DBC-0406-4740-96A3-87396A6A4F47}" type="presParOf" srcId="{45856193-C4B8-498D-B6BA-AC01DCBEE91E}" destId="{3755F6E4-575A-4E6A-B574-B611E150BA63}" srcOrd="1" destOrd="0" presId="urn:microsoft.com/office/officeart/2005/8/layout/list1"/>
    <dgm:cxn modelId="{776C64AA-9E8D-4E86-B14C-47D86605F27D}" type="presParOf" srcId="{BD023DAA-69C6-4196-BAD0-9035656FF821}" destId="{DC48573C-2961-40EF-BC44-4229589C593B}" srcOrd="1" destOrd="0" presId="urn:microsoft.com/office/officeart/2005/8/layout/list1"/>
    <dgm:cxn modelId="{9E238993-E402-4C7A-B75F-DE48F0315CF0}" type="presParOf" srcId="{BD023DAA-69C6-4196-BAD0-9035656FF821}" destId="{53BC6CD0-A147-4782-BCB8-4CDB5986F7C0}" srcOrd="2" destOrd="0" presId="urn:microsoft.com/office/officeart/2005/8/layout/list1"/>
    <dgm:cxn modelId="{A7096ECA-24F2-4C0E-9C69-1DB68F8D0BB5}" type="presParOf" srcId="{BD023DAA-69C6-4196-BAD0-9035656FF821}" destId="{7AE9F5E0-6BC2-47A2-B3A1-0A2A1E7012A1}" srcOrd="3" destOrd="0" presId="urn:microsoft.com/office/officeart/2005/8/layout/list1"/>
    <dgm:cxn modelId="{58B50C2C-20B9-41B4-B10B-AC085AB96CFB}" type="presParOf" srcId="{BD023DAA-69C6-4196-BAD0-9035656FF821}" destId="{820637EC-152C-44A8-874A-969A86B62393}" srcOrd="4" destOrd="0" presId="urn:microsoft.com/office/officeart/2005/8/layout/list1"/>
    <dgm:cxn modelId="{8BCC78F6-3287-4994-8D14-D896D5FE2DB3}" type="presParOf" srcId="{820637EC-152C-44A8-874A-969A86B62393}" destId="{9C66DE84-3C7D-4299-8189-B459A680ABEB}" srcOrd="0" destOrd="0" presId="urn:microsoft.com/office/officeart/2005/8/layout/list1"/>
    <dgm:cxn modelId="{55D2EDA5-E111-4E8F-9682-8185C18779E9}" type="presParOf" srcId="{820637EC-152C-44A8-874A-969A86B62393}" destId="{F966B0B3-5D61-4E36-AD03-7A88937DD2D6}" srcOrd="1" destOrd="0" presId="urn:microsoft.com/office/officeart/2005/8/layout/list1"/>
    <dgm:cxn modelId="{EB24BA8B-0704-422C-AF41-6AC45963DB5D}" type="presParOf" srcId="{BD023DAA-69C6-4196-BAD0-9035656FF821}" destId="{92ED6A72-8ACF-4446-BE27-F40AEFF83FDB}" srcOrd="5" destOrd="0" presId="urn:microsoft.com/office/officeart/2005/8/layout/list1"/>
    <dgm:cxn modelId="{5CF638A9-48D1-45DF-BFFF-81F31A89A608}" type="presParOf" srcId="{BD023DAA-69C6-4196-BAD0-9035656FF821}" destId="{C302958C-5753-4CCE-A69A-C899B90BE58D}" srcOrd="6" destOrd="0" presId="urn:microsoft.com/office/officeart/2005/8/layout/list1"/>
    <dgm:cxn modelId="{08EA3FFE-A56F-40E0-9AD0-AED332DE2F2E}" type="presParOf" srcId="{BD023DAA-69C6-4196-BAD0-9035656FF821}" destId="{ACF6014F-26F3-4249-A977-DE4A8B27B7A8}" srcOrd="7" destOrd="0" presId="urn:microsoft.com/office/officeart/2005/8/layout/list1"/>
    <dgm:cxn modelId="{432D82C2-E151-4F68-831E-45EF32A56E7E}" type="presParOf" srcId="{BD023DAA-69C6-4196-BAD0-9035656FF821}" destId="{8AB28BDD-9574-423C-A5B8-9841138319C3}" srcOrd="8" destOrd="0" presId="urn:microsoft.com/office/officeart/2005/8/layout/list1"/>
    <dgm:cxn modelId="{47727356-0722-47C3-B9B7-1A2CF504BA34}" type="presParOf" srcId="{8AB28BDD-9574-423C-A5B8-9841138319C3}" destId="{88CED1CE-FDF1-4F8E-A816-3FD1019FC1A6}" srcOrd="0" destOrd="0" presId="urn:microsoft.com/office/officeart/2005/8/layout/list1"/>
    <dgm:cxn modelId="{550E8A67-1EC9-4154-A097-EE59032DBA6E}" type="presParOf" srcId="{8AB28BDD-9574-423C-A5B8-9841138319C3}" destId="{F7CE9327-A1F3-4A15-BEE7-7F8B63F7B6E2}" srcOrd="1" destOrd="0" presId="urn:microsoft.com/office/officeart/2005/8/layout/list1"/>
    <dgm:cxn modelId="{70549564-1C4A-4A4E-B579-93FE15F74FCA}" type="presParOf" srcId="{BD023DAA-69C6-4196-BAD0-9035656FF821}" destId="{45772F69-3A28-4C50-A066-DE400F7455E5}" srcOrd="9" destOrd="0" presId="urn:microsoft.com/office/officeart/2005/8/layout/list1"/>
    <dgm:cxn modelId="{47084D58-9FAB-4F96-BBB2-5D0B568ED554}" type="presParOf" srcId="{BD023DAA-69C6-4196-BAD0-9035656FF821}" destId="{FABE6CBC-C6E1-48B3-AB5B-4992E9A4DFBB}" srcOrd="10" destOrd="0" presId="urn:microsoft.com/office/officeart/2005/8/layout/list1"/>
    <dgm:cxn modelId="{59F52F89-8D32-444C-B7F5-41709D000803}" type="presParOf" srcId="{BD023DAA-69C6-4196-BAD0-9035656FF821}" destId="{6D70DDD8-65E9-4DF3-9A85-8DDCE49D52D5}" srcOrd="11" destOrd="0" presId="urn:microsoft.com/office/officeart/2005/8/layout/list1"/>
    <dgm:cxn modelId="{1BFD8CB2-D99F-4B42-860C-31211F0BA68C}" type="presParOf" srcId="{BD023DAA-69C6-4196-BAD0-9035656FF821}" destId="{BAB1CF6A-F369-4A16-B9C8-447AABAB02A5}" srcOrd="12" destOrd="0" presId="urn:microsoft.com/office/officeart/2005/8/layout/list1"/>
    <dgm:cxn modelId="{EFD867ED-4146-4DDB-9976-8A9A8B18BC5D}" type="presParOf" srcId="{BAB1CF6A-F369-4A16-B9C8-447AABAB02A5}" destId="{BCB87670-C66A-4D7B-9FE9-102E4B80BBD5}" srcOrd="0" destOrd="0" presId="urn:microsoft.com/office/officeart/2005/8/layout/list1"/>
    <dgm:cxn modelId="{0B417D2C-EC5F-4A81-A565-545DBD416E03}" type="presParOf" srcId="{BAB1CF6A-F369-4A16-B9C8-447AABAB02A5}" destId="{FD98E740-51D2-42EA-BB4B-1C7CAD2FC40C}" srcOrd="1" destOrd="0" presId="urn:microsoft.com/office/officeart/2005/8/layout/list1"/>
    <dgm:cxn modelId="{EE8C115E-1683-4289-A269-56C205E3604E}" type="presParOf" srcId="{BD023DAA-69C6-4196-BAD0-9035656FF821}" destId="{8B99D138-FC25-4789-83E4-06018B57DC80}" srcOrd="13" destOrd="0" presId="urn:microsoft.com/office/officeart/2005/8/layout/list1"/>
    <dgm:cxn modelId="{F4073268-EE1E-49BE-A7A0-4ABE3EAE81B8}" type="presParOf" srcId="{BD023DAA-69C6-4196-BAD0-9035656FF821}" destId="{E28A0563-C9CF-44BE-AF5D-46FA133201BF}" srcOrd="14" destOrd="0" presId="urn:microsoft.com/office/officeart/2005/8/layout/list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F615DB35-EEEE-4AB5-B56F-08FC4B41153E}"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zh-CN" altLang="en-US"/>
        </a:p>
      </dgm:t>
    </dgm:pt>
    <dgm:pt modelId="{8CD2A057-4722-4F06-A13E-9D676106898D}">
      <dgm:prSet phldrT="[文本]"/>
      <dgm:spPr/>
      <dgm:t>
        <a:bodyPr/>
        <a:lstStyle/>
        <a:p>
          <a:r>
            <a:rPr lang="en-US" altLang="en-US" dirty="0"/>
            <a:t>1. </a:t>
          </a:r>
          <a:r>
            <a:rPr lang="zh-CN" altLang="en-US" dirty="0"/>
            <a:t>引言</a:t>
          </a:r>
        </a:p>
      </dgm:t>
    </dgm:pt>
    <dgm:pt modelId="{3430EABE-77C1-45F5-A273-D84557BFF0FA}" cxnId="{9380673F-CA78-4E2C-A680-CCE48F323484}" type="parTrans">
      <dgm:prSet/>
      <dgm:spPr/>
      <dgm:t>
        <a:bodyPr/>
        <a:lstStyle/>
        <a:p>
          <a:endParaRPr lang="zh-CN" altLang="en-US"/>
        </a:p>
      </dgm:t>
    </dgm:pt>
    <dgm:pt modelId="{84BC8DC8-1CA1-403A-B58C-A304131E35E7}" cxnId="{9380673F-CA78-4E2C-A680-CCE48F323484}" type="sibTrans">
      <dgm:prSet/>
      <dgm:spPr/>
      <dgm:t>
        <a:bodyPr/>
        <a:lstStyle/>
        <a:p>
          <a:endParaRPr lang="zh-CN" altLang="en-US"/>
        </a:p>
      </dgm:t>
    </dgm:pt>
    <dgm:pt modelId="{155DAACA-3553-4AB4-941D-1613E6C6AC97}">
      <dgm:prSet/>
      <dgm:spPr/>
      <dgm:t>
        <a:bodyPr/>
        <a:lstStyle/>
        <a:p>
          <a:r>
            <a:rPr lang="zh-CN" altLang="en-US" dirty="0"/>
            <a:t>项目管理的重要性</a:t>
          </a:r>
        </a:p>
      </dgm:t>
    </dgm:pt>
    <dgm:pt modelId="{2D3C364C-0194-4109-9E66-5628BEB6E774}" cxnId="{A0FED7D6-D4F6-47A3-BF64-DDEC8287FCE7}" type="parTrans">
      <dgm:prSet/>
      <dgm:spPr/>
      <dgm:t>
        <a:bodyPr/>
        <a:lstStyle/>
        <a:p>
          <a:endParaRPr lang="zh-CN" altLang="en-US"/>
        </a:p>
      </dgm:t>
    </dgm:pt>
    <dgm:pt modelId="{B864D8B1-D2AD-4BD8-9BA8-D3FF000EC55B}" cxnId="{A0FED7D6-D4F6-47A3-BF64-DDEC8287FCE7}" type="sibTrans">
      <dgm:prSet/>
      <dgm:spPr/>
      <dgm:t>
        <a:bodyPr/>
        <a:lstStyle/>
        <a:p>
          <a:endParaRPr lang="zh-CN" altLang="en-US"/>
        </a:p>
      </dgm:t>
    </dgm:pt>
    <dgm:pt modelId="{CFEB4A4B-0749-4675-AC39-B6BEBA1FB6A1}">
      <dgm:prSet/>
      <dgm:spPr/>
      <dgm:t>
        <a:bodyPr/>
        <a:lstStyle/>
        <a:p>
          <a:r>
            <a:rPr lang="zh-CN" altLang="en-US" dirty="0"/>
            <a:t>课程目标</a:t>
          </a:r>
        </a:p>
      </dgm:t>
    </dgm:pt>
    <dgm:pt modelId="{4B91D0A0-73BB-416F-AA07-4EBEAF2CBDFE}" cxnId="{06483E18-C655-4FD1-A49B-C06DDF8D19BE}" type="parTrans">
      <dgm:prSet/>
      <dgm:spPr/>
      <dgm:t>
        <a:bodyPr/>
        <a:lstStyle/>
        <a:p>
          <a:endParaRPr lang="zh-CN" altLang="en-US"/>
        </a:p>
      </dgm:t>
    </dgm:pt>
    <dgm:pt modelId="{295A1BC5-C232-4D48-B2C3-589735394B4B}" cxnId="{06483E18-C655-4FD1-A49B-C06DDF8D19BE}" type="sibTrans">
      <dgm:prSet/>
      <dgm:spPr/>
      <dgm:t>
        <a:bodyPr/>
        <a:lstStyle/>
        <a:p>
          <a:endParaRPr lang="zh-CN" altLang="en-US"/>
        </a:p>
      </dgm:t>
    </dgm:pt>
    <dgm:pt modelId="{4179305C-D9BC-4FA7-8BE0-C34BDE57E1FF}">
      <dgm:prSet/>
      <dgm:spPr/>
      <dgm:t>
        <a:bodyPr/>
        <a:lstStyle/>
        <a:p>
          <a:r>
            <a:rPr lang="en-US" altLang="en-US" dirty="0"/>
            <a:t>2. </a:t>
          </a:r>
          <a:r>
            <a:rPr lang="zh-CN" altLang="en-US" dirty="0"/>
            <a:t>项目管理基本概念</a:t>
          </a:r>
        </a:p>
      </dgm:t>
    </dgm:pt>
    <dgm:pt modelId="{491C8FDE-D629-471E-A867-DC3FD886965A}" cxnId="{7C8C5DEB-319E-4028-8796-61162CA94FF9}" type="parTrans">
      <dgm:prSet/>
      <dgm:spPr/>
      <dgm:t>
        <a:bodyPr/>
        <a:lstStyle/>
        <a:p>
          <a:endParaRPr lang="zh-CN" altLang="en-US"/>
        </a:p>
      </dgm:t>
    </dgm:pt>
    <dgm:pt modelId="{1B43BF01-CEC1-46F4-A388-722B2A27ED92}" cxnId="{7C8C5DEB-319E-4028-8796-61162CA94FF9}" type="sibTrans">
      <dgm:prSet/>
      <dgm:spPr/>
      <dgm:t>
        <a:bodyPr/>
        <a:lstStyle/>
        <a:p>
          <a:endParaRPr lang="zh-CN" altLang="en-US"/>
        </a:p>
      </dgm:t>
    </dgm:pt>
    <dgm:pt modelId="{C2AD54F1-0B0D-4D98-A464-07900CC7F8E4}">
      <dgm:prSet/>
      <dgm:spPr/>
      <dgm:t>
        <a:bodyPr/>
        <a:lstStyle/>
        <a:p>
          <a:r>
            <a:rPr lang="zh-CN" altLang="en-US" dirty="0"/>
            <a:t>项目的定义与特点</a:t>
          </a:r>
        </a:p>
      </dgm:t>
    </dgm:pt>
    <dgm:pt modelId="{09150DEB-0995-4039-93E5-D39CD4A9F9B9}" cxnId="{B17D8BB6-C4EE-484F-8891-7BF7D75A9B55}" type="parTrans">
      <dgm:prSet/>
      <dgm:spPr/>
      <dgm:t>
        <a:bodyPr/>
        <a:lstStyle/>
        <a:p>
          <a:endParaRPr lang="zh-CN" altLang="en-US"/>
        </a:p>
      </dgm:t>
    </dgm:pt>
    <dgm:pt modelId="{A2CE6C12-1F3C-4D11-B69C-8FC8DCAD04A1}" cxnId="{B17D8BB6-C4EE-484F-8891-7BF7D75A9B55}" type="sibTrans">
      <dgm:prSet/>
      <dgm:spPr/>
      <dgm:t>
        <a:bodyPr/>
        <a:lstStyle/>
        <a:p>
          <a:endParaRPr lang="zh-CN" altLang="en-US"/>
        </a:p>
      </dgm:t>
    </dgm:pt>
    <dgm:pt modelId="{33D71B9C-5693-404D-AECE-D23912DB9D27}">
      <dgm:prSet/>
      <dgm:spPr/>
      <dgm:t>
        <a:bodyPr/>
        <a:lstStyle/>
        <a:p>
          <a:r>
            <a:rPr lang="zh-CN" altLang="en-US" dirty="0"/>
            <a:t>项目相关方的角色与影响</a:t>
          </a:r>
        </a:p>
      </dgm:t>
    </dgm:pt>
    <dgm:pt modelId="{8475E35D-2A71-458F-A4AC-A31F7E10AC5F}" cxnId="{ED4153FE-B5B3-4AFC-84D6-565A7EEEA2B0}" type="parTrans">
      <dgm:prSet/>
      <dgm:spPr/>
      <dgm:t>
        <a:bodyPr/>
        <a:lstStyle/>
        <a:p>
          <a:endParaRPr lang="zh-CN" altLang="en-US"/>
        </a:p>
      </dgm:t>
    </dgm:pt>
    <dgm:pt modelId="{DBF14952-162D-45A1-95A1-25CEE01538C5}" cxnId="{ED4153FE-B5B3-4AFC-84D6-565A7EEEA2B0}" type="sibTrans">
      <dgm:prSet/>
      <dgm:spPr/>
      <dgm:t>
        <a:bodyPr/>
        <a:lstStyle/>
        <a:p>
          <a:endParaRPr lang="zh-CN" altLang="en-US"/>
        </a:p>
      </dgm:t>
    </dgm:pt>
    <dgm:pt modelId="{8E16D7F1-79F4-444F-BD75-FF26C5371886}">
      <dgm:prSet/>
      <dgm:spPr/>
      <dgm:t>
        <a:bodyPr/>
        <a:lstStyle/>
        <a:p>
          <a:r>
            <a:rPr lang="zh-CN" altLang="en-US" dirty="0"/>
            <a:t>项目三角形：范围、时间、成本</a:t>
          </a:r>
        </a:p>
      </dgm:t>
    </dgm:pt>
    <dgm:pt modelId="{CC30C505-BA3E-42D1-A662-2151DEA02B05}" cxnId="{8FC19421-BAE4-4EA4-BDE2-34B8B4D2AC4D}" type="parTrans">
      <dgm:prSet/>
      <dgm:spPr/>
      <dgm:t>
        <a:bodyPr/>
        <a:lstStyle/>
        <a:p>
          <a:endParaRPr lang="zh-CN" altLang="en-US"/>
        </a:p>
      </dgm:t>
    </dgm:pt>
    <dgm:pt modelId="{964AC231-6D91-44E2-857D-D422754DDC0C}" cxnId="{8FC19421-BAE4-4EA4-BDE2-34B8B4D2AC4D}" type="sibTrans">
      <dgm:prSet/>
      <dgm:spPr/>
      <dgm:t>
        <a:bodyPr/>
        <a:lstStyle/>
        <a:p>
          <a:endParaRPr lang="zh-CN" altLang="en-US"/>
        </a:p>
      </dgm:t>
    </dgm:pt>
    <dgm:pt modelId="{1775BD14-B130-4DCD-A1D3-33E5F9D363E1}">
      <dgm:prSet/>
      <dgm:spPr/>
      <dgm:t>
        <a:bodyPr/>
        <a:lstStyle/>
        <a:p>
          <a:r>
            <a:rPr lang="en-US" altLang="en-US" dirty="0"/>
            <a:t>3. </a:t>
          </a:r>
          <a:r>
            <a:rPr lang="zh-CN" altLang="en-US" dirty="0"/>
            <a:t>项目管理流程与结构</a:t>
          </a:r>
        </a:p>
      </dgm:t>
    </dgm:pt>
    <dgm:pt modelId="{CF5B1EB1-7F9A-4E54-B187-2B5E1E154EC3}" cxnId="{C652F4F5-A653-42A4-857E-1CC2D4F19DFD}" type="parTrans">
      <dgm:prSet/>
      <dgm:spPr/>
      <dgm:t>
        <a:bodyPr/>
        <a:lstStyle/>
        <a:p>
          <a:endParaRPr lang="zh-CN" altLang="en-US"/>
        </a:p>
      </dgm:t>
    </dgm:pt>
    <dgm:pt modelId="{A74E407F-A65C-44CC-B68B-9B66AEE3302C}" cxnId="{C652F4F5-A653-42A4-857E-1CC2D4F19DFD}" type="sibTrans">
      <dgm:prSet/>
      <dgm:spPr/>
      <dgm:t>
        <a:bodyPr/>
        <a:lstStyle/>
        <a:p>
          <a:endParaRPr lang="zh-CN" altLang="en-US"/>
        </a:p>
      </dgm:t>
    </dgm:pt>
    <dgm:pt modelId="{C694D2FA-AD1E-4200-BCB5-1009F4DDF171}">
      <dgm:prSet/>
      <dgm:spPr/>
      <dgm:t>
        <a:bodyPr/>
        <a:lstStyle/>
        <a:p>
          <a:r>
            <a:rPr lang="zh-CN" altLang="en-US" dirty="0"/>
            <a:t>项目管理知识体系概述</a:t>
          </a:r>
        </a:p>
      </dgm:t>
    </dgm:pt>
    <dgm:pt modelId="{D75C7E2F-1C12-4794-884E-2B60C561A393}" cxnId="{14D891AB-2F31-4A1D-AD88-88F4AC2D75E1}" type="parTrans">
      <dgm:prSet/>
      <dgm:spPr/>
      <dgm:t>
        <a:bodyPr/>
        <a:lstStyle/>
        <a:p>
          <a:endParaRPr lang="zh-CN" altLang="en-US"/>
        </a:p>
      </dgm:t>
    </dgm:pt>
    <dgm:pt modelId="{AB6C1409-313A-4B51-9006-FC9ECED08A4A}" cxnId="{14D891AB-2F31-4A1D-AD88-88F4AC2D75E1}" type="sibTrans">
      <dgm:prSet/>
      <dgm:spPr/>
      <dgm:t>
        <a:bodyPr/>
        <a:lstStyle/>
        <a:p>
          <a:endParaRPr lang="zh-CN" altLang="en-US"/>
        </a:p>
      </dgm:t>
    </dgm:pt>
    <dgm:pt modelId="{B3A0BEFB-1BDB-4040-8ED0-4172CFEE3322}">
      <dgm:prSet/>
      <dgm:spPr/>
      <dgm:t>
        <a:bodyPr/>
        <a:lstStyle/>
        <a:p>
          <a:r>
            <a:rPr lang="zh-CN" altLang="en-US" dirty="0"/>
            <a:t>项目管理流程的三个阶段：定义、计划、实施</a:t>
          </a:r>
        </a:p>
      </dgm:t>
    </dgm:pt>
    <dgm:pt modelId="{6718C9B8-04B9-4D31-99FD-ECD2CB213258}" cxnId="{C0C0ACF2-3484-4820-A6C6-09B477EC7EBF}" type="parTrans">
      <dgm:prSet/>
      <dgm:spPr/>
      <dgm:t>
        <a:bodyPr/>
        <a:lstStyle/>
        <a:p>
          <a:endParaRPr lang="zh-CN" altLang="en-US"/>
        </a:p>
      </dgm:t>
    </dgm:pt>
    <dgm:pt modelId="{50F0EC66-8518-4F21-9FEB-E18AECC18B40}" cxnId="{C0C0ACF2-3484-4820-A6C6-09B477EC7EBF}" type="sibTrans">
      <dgm:prSet/>
      <dgm:spPr/>
      <dgm:t>
        <a:bodyPr/>
        <a:lstStyle/>
        <a:p>
          <a:endParaRPr lang="zh-CN" altLang="en-US"/>
        </a:p>
      </dgm:t>
    </dgm:pt>
    <dgm:pt modelId="{ADE455D4-96B6-48DC-AE97-B15A5CC5572E}">
      <dgm:prSet/>
      <dgm:spPr/>
      <dgm:t>
        <a:bodyPr/>
        <a:lstStyle/>
        <a:p>
          <a:r>
            <a:rPr lang="zh-CN" altLang="en-US" dirty="0"/>
            <a:t>项目生命周期与方法论</a:t>
          </a:r>
        </a:p>
      </dgm:t>
    </dgm:pt>
    <dgm:pt modelId="{D0E59CC0-F93F-401F-BCB7-F0F473D8A340}" cxnId="{0D43AEB6-BD49-45A3-A28D-CD8619A7669F}" type="parTrans">
      <dgm:prSet/>
      <dgm:spPr/>
      <dgm:t>
        <a:bodyPr/>
        <a:lstStyle/>
        <a:p>
          <a:endParaRPr lang="zh-CN" altLang="en-US"/>
        </a:p>
      </dgm:t>
    </dgm:pt>
    <dgm:pt modelId="{484B1C20-AE08-4937-84A8-5D9CDC3F12B2}" cxnId="{0D43AEB6-BD49-45A3-A28D-CD8619A7669F}" type="sibTrans">
      <dgm:prSet/>
      <dgm:spPr/>
      <dgm:t>
        <a:bodyPr/>
        <a:lstStyle/>
        <a:p>
          <a:endParaRPr lang="zh-CN" altLang="en-US"/>
        </a:p>
      </dgm:t>
    </dgm:pt>
    <dgm:pt modelId="{5F46FDB2-8B9C-46FC-9C0A-FAC1A460E9CE}">
      <dgm:prSet/>
      <dgm:spPr/>
      <dgm:t>
        <a:bodyPr/>
        <a:lstStyle/>
        <a:p>
          <a:r>
            <a:rPr lang="en-US" altLang="en-US" dirty="0"/>
            <a:t>4. </a:t>
          </a:r>
          <a:r>
            <a:rPr lang="zh-CN" altLang="en-US" dirty="0"/>
            <a:t>启动阶段</a:t>
          </a:r>
        </a:p>
      </dgm:t>
    </dgm:pt>
    <dgm:pt modelId="{1617B4BB-71D7-47C2-BB7C-9F0AF97AD68F}" cxnId="{2A4CA83E-4DA2-44AE-BE50-D452EF1970AA}" type="parTrans">
      <dgm:prSet/>
      <dgm:spPr/>
      <dgm:t>
        <a:bodyPr/>
        <a:lstStyle/>
        <a:p>
          <a:endParaRPr lang="zh-CN" altLang="en-US"/>
        </a:p>
      </dgm:t>
    </dgm:pt>
    <dgm:pt modelId="{19958ED8-BBF4-4E58-B560-C45FA99BA6FE}" cxnId="{2A4CA83E-4DA2-44AE-BE50-D452EF1970AA}" type="sibTrans">
      <dgm:prSet/>
      <dgm:spPr/>
      <dgm:t>
        <a:bodyPr/>
        <a:lstStyle/>
        <a:p>
          <a:endParaRPr lang="zh-CN" altLang="en-US"/>
        </a:p>
      </dgm:t>
    </dgm:pt>
    <dgm:pt modelId="{AABBE0A4-9943-4BF2-B71E-191309CC95E3}">
      <dgm:prSet/>
      <dgm:spPr/>
      <dgm:t>
        <a:bodyPr/>
        <a:lstStyle/>
        <a:p>
          <a:r>
            <a:rPr lang="zh-CN" altLang="en-US" dirty="0"/>
            <a:t>项目目标的</a:t>
          </a:r>
          <a:r>
            <a:rPr lang="en-US" altLang="en-US" dirty="0"/>
            <a:t>SMART</a:t>
          </a:r>
          <a:r>
            <a:rPr lang="zh-CN" altLang="en-US" dirty="0"/>
            <a:t>原则</a:t>
          </a:r>
        </a:p>
      </dgm:t>
    </dgm:pt>
    <dgm:pt modelId="{1C96CB9B-9AD6-4306-8417-201BAE32F872}" cxnId="{14B61186-B463-4BCB-90B0-E5DB078E45FE}" type="parTrans">
      <dgm:prSet/>
      <dgm:spPr/>
      <dgm:t>
        <a:bodyPr/>
        <a:lstStyle/>
        <a:p>
          <a:endParaRPr lang="zh-CN" altLang="en-US"/>
        </a:p>
      </dgm:t>
    </dgm:pt>
    <dgm:pt modelId="{4AEBA3C7-2F6B-4C72-9441-35AE37F9E6D7}" cxnId="{14B61186-B463-4BCB-90B0-E5DB078E45FE}" type="sibTrans">
      <dgm:prSet/>
      <dgm:spPr/>
      <dgm:t>
        <a:bodyPr/>
        <a:lstStyle/>
        <a:p>
          <a:endParaRPr lang="zh-CN" altLang="en-US"/>
        </a:p>
      </dgm:t>
    </dgm:pt>
    <dgm:pt modelId="{9E6830FF-4519-4F9D-BBF1-2FFEB414CC9D}">
      <dgm:prSet/>
      <dgm:spPr/>
      <dgm:t>
        <a:bodyPr/>
        <a:lstStyle/>
        <a:p>
          <a:r>
            <a:rPr lang="zh-CN" altLang="en-US" dirty="0"/>
            <a:t>工作分解结构（</a:t>
          </a:r>
          <a:r>
            <a:rPr lang="en-US" altLang="en-US" dirty="0"/>
            <a:t>WBS</a:t>
          </a:r>
          <a:r>
            <a:rPr lang="zh-CN" altLang="en-US" dirty="0"/>
            <a:t>）的创建与验证</a:t>
          </a:r>
        </a:p>
      </dgm:t>
    </dgm:pt>
    <dgm:pt modelId="{AA29ACB3-55FA-4E4E-A473-453927517240}" cxnId="{47DDB68A-5E68-4200-9644-D87243D36D83}" type="parTrans">
      <dgm:prSet/>
      <dgm:spPr/>
      <dgm:t>
        <a:bodyPr/>
        <a:lstStyle/>
        <a:p>
          <a:endParaRPr lang="zh-CN" altLang="en-US"/>
        </a:p>
      </dgm:t>
    </dgm:pt>
    <dgm:pt modelId="{CD6213DC-62C0-4FD9-AEDC-F47DB8212F13}" cxnId="{47DDB68A-5E68-4200-9644-D87243D36D83}" type="sibTrans">
      <dgm:prSet/>
      <dgm:spPr/>
      <dgm:t>
        <a:bodyPr/>
        <a:lstStyle/>
        <a:p>
          <a:endParaRPr lang="zh-CN" altLang="en-US"/>
        </a:p>
      </dgm:t>
    </dgm:pt>
    <dgm:pt modelId="{F8EA75DB-460A-4165-B925-D4E4EB0C2E01}">
      <dgm:prSet/>
      <dgm:spPr/>
      <dgm:t>
        <a:bodyPr/>
        <a:lstStyle/>
        <a:p>
          <a:r>
            <a:rPr lang="zh-CN" altLang="en-US" dirty="0"/>
            <a:t>子项目与复杂项目的管理</a:t>
          </a:r>
        </a:p>
      </dgm:t>
    </dgm:pt>
    <dgm:pt modelId="{F21CE7E1-86B6-417E-A427-F94D8FFD2610}" cxnId="{247CB5FC-4E01-4C24-B9B6-5A41CCC66954}" type="parTrans">
      <dgm:prSet/>
      <dgm:spPr/>
      <dgm:t>
        <a:bodyPr/>
        <a:lstStyle/>
        <a:p>
          <a:endParaRPr lang="zh-CN" altLang="en-US"/>
        </a:p>
      </dgm:t>
    </dgm:pt>
    <dgm:pt modelId="{0C4890C1-93FE-4449-8B57-2FEFAC28901E}" cxnId="{247CB5FC-4E01-4C24-B9B6-5A41CCC66954}" type="sibTrans">
      <dgm:prSet/>
      <dgm:spPr/>
      <dgm:t>
        <a:bodyPr/>
        <a:lstStyle/>
        <a:p>
          <a:endParaRPr lang="zh-CN" altLang="en-US"/>
        </a:p>
      </dgm:t>
    </dgm:pt>
    <dgm:pt modelId="{AA49655E-AC21-4D52-9AE5-876E3DB89758}">
      <dgm:prSet/>
      <dgm:spPr/>
      <dgm:t>
        <a:bodyPr/>
        <a:lstStyle/>
        <a:p>
          <a:r>
            <a:rPr lang="en-US" altLang="en-US" dirty="0"/>
            <a:t>5. </a:t>
          </a:r>
          <a:r>
            <a:rPr lang="zh-CN" altLang="en-US" dirty="0"/>
            <a:t>规划阶段</a:t>
          </a:r>
        </a:p>
      </dgm:t>
    </dgm:pt>
    <dgm:pt modelId="{689985CF-898D-4169-81A1-0BAB3132A57C}" cxnId="{8D9BAEA4-28A2-4661-A978-69A050942F07}" type="parTrans">
      <dgm:prSet/>
      <dgm:spPr/>
      <dgm:t>
        <a:bodyPr/>
        <a:lstStyle/>
        <a:p>
          <a:endParaRPr lang="zh-CN" altLang="en-US"/>
        </a:p>
      </dgm:t>
    </dgm:pt>
    <dgm:pt modelId="{E2772ACF-DB3B-4737-B5F5-7B60BD939A8B}" cxnId="{8D9BAEA4-28A2-4661-A978-69A050942F07}" type="sibTrans">
      <dgm:prSet/>
      <dgm:spPr/>
      <dgm:t>
        <a:bodyPr/>
        <a:lstStyle/>
        <a:p>
          <a:endParaRPr lang="zh-CN" altLang="en-US"/>
        </a:p>
      </dgm:t>
    </dgm:pt>
    <dgm:pt modelId="{DFA681E0-BB81-405D-B376-D5EDAA1AE6DB}">
      <dgm:prSet/>
      <dgm:spPr/>
      <dgm:t>
        <a:bodyPr/>
        <a:lstStyle/>
        <a:p>
          <a:r>
            <a:rPr lang="zh-CN" altLang="en-US" dirty="0"/>
            <a:t>项目目标与项目计划的制定</a:t>
          </a:r>
        </a:p>
      </dgm:t>
    </dgm:pt>
    <dgm:pt modelId="{D0E3BD71-FA8F-4CF0-8287-A1AE26266207}" cxnId="{27DB02DA-3EE9-4878-9DEE-DD21D38CDD5B}" type="parTrans">
      <dgm:prSet/>
      <dgm:spPr/>
      <dgm:t>
        <a:bodyPr/>
        <a:lstStyle/>
        <a:p>
          <a:endParaRPr lang="zh-CN" altLang="en-US"/>
        </a:p>
      </dgm:t>
    </dgm:pt>
    <dgm:pt modelId="{F25704E0-CAB9-445A-9FAC-AC4D3B51C2F4}" cxnId="{27DB02DA-3EE9-4878-9DEE-DD21D38CDD5B}" type="sibTrans">
      <dgm:prSet/>
      <dgm:spPr/>
      <dgm:t>
        <a:bodyPr/>
        <a:lstStyle/>
        <a:p>
          <a:endParaRPr lang="zh-CN" altLang="en-US"/>
        </a:p>
      </dgm:t>
    </dgm:pt>
    <dgm:pt modelId="{1A0BEEE9-93B0-4173-B885-F24619DC3462}">
      <dgm:prSet/>
      <dgm:spPr/>
      <dgm:t>
        <a:bodyPr/>
        <a:lstStyle/>
        <a:p>
          <a:r>
            <a:rPr lang="zh-CN" altLang="en-US" dirty="0"/>
            <a:t>资源计划与成本核算</a:t>
          </a:r>
        </a:p>
      </dgm:t>
    </dgm:pt>
    <dgm:pt modelId="{822237F9-EE47-4A82-9CA3-BFF6E75F62A5}" cxnId="{C12F5D14-202D-4DF7-8836-FCF69400C455}" type="parTrans">
      <dgm:prSet/>
      <dgm:spPr/>
      <dgm:t>
        <a:bodyPr/>
        <a:lstStyle/>
        <a:p>
          <a:endParaRPr lang="zh-CN" altLang="en-US"/>
        </a:p>
      </dgm:t>
    </dgm:pt>
    <dgm:pt modelId="{027F515C-B04D-4CB6-8BCE-0F435E6594E4}" cxnId="{C12F5D14-202D-4DF7-8836-FCF69400C455}" type="sibTrans">
      <dgm:prSet/>
      <dgm:spPr/>
      <dgm:t>
        <a:bodyPr/>
        <a:lstStyle/>
        <a:p>
          <a:endParaRPr lang="zh-CN" altLang="en-US"/>
        </a:p>
      </dgm:t>
    </dgm:pt>
    <dgm:pt modelId="{7007D68C-5684-4A85-9642-EAC96A467240}">
      <dgm:prSet/>
      <dgm:spPr/>
      <dgm:t>
        <a:bodyPr/>
        <a:lstStyle/>
        <a:p>
          <a:r>
            <a:rPr lang="zh-CN" altLang="en-US" dirty="0"/>
            <a:t>工作顺序与网络图的绘制</a:t>
          </a:r>
        </a:p>
      </dgm:t>
    </dgm:pt>
    <dgm:pt modelId="{1DD66DFC-DCEA-49FA-A810-C7C002C36F15}" cxnId="{491EA417-7FC7-435F-B48F-A13D4EAE9FEE}" type="parTrans">
      <dgm:prSet/>
      <dgm:spPr/>
      <dgm:t>
        <a:bodyPr/>
        <a:lstStyle/>
        <a:p>
          <a:endParaRPr lang="zh-CN" altLang="en-US"/>
        </a:p>
      </dgm:t>
    </dgm:pt>
    <dgm:pt modelId="{D7D8A410-49C3-41A4-91C7-942E8DE8D9A7}" cxnId="{491EA417-7FC7-435F-B48F-A13D4EAE9FEE}" type="sibTrans">
      <dgm:prSet/>
      <dgm:spPr/>
      <dgm:t>
        <a:bodyPr/>
        <a:lstStyle/>
        <a:p>
          <a:endParaRPr lang="zh-CN" altLang="en-US"/>
        </a:p>
      </dgm:t>
    </dgm:pt>
    <dgm:pt modelId="{2AA38D31-B8B1-4B45-85B3-183BE455B6E6}">
      <dgm:prSet/>
      <dgm:spPr/>
      <dgm:t>
        <a:bodyPr/>
        <a:lstStyle/>
        <a:p>
          <a:r>
            <a:rPr lang="zh-CN" altLang="en-US" dirty="0"/>
            <a:t>关键路径的识别与分析</a:t>
          </a:r>
        </a:p>
      </dgm:t>
    </dgm:pt>
    <dgm:pt modelId="{ECCB906D-0E6D-4663-B8ED-C4AFC60B79D7}" cxnId="{9677F3FB-80E5-4C0C-92EE-7B05E80BB7C0}" type="parTrans">
      <dgm:prSet/>
      <dgm:spPr/>
      <dgm:t>
        <a:bodyPr/>
        <a:lstStyle/>
        <a:p>
          <a:endParaRPr lang="zh-CN" altLang="en-US"/>
        </a:p>
      </dgm:t>
    </dgm:pt>
    <dgm:pt modelId="{82C9DF18-7DD1-471B-8926-A5D5FB76B9DD}" cxnId="{9677F3FB-80E5-4C0C-92EE-7B05E80BB7C0}" type="sibTrans">
      <dgm:prSet/>
      <dgm:spPr/>
      <dgm:t>
        <a:bodyPr/>
        <a:lstStyle/>
        <a:p>
          <a:endParaRPr lang="zh-CN" altLang="en-US"/>
        </a:p>
      </dgm:t>
    </dgm:pt>
    <dgm:pt modelId="{54083B6D-96B2-4001-8014-CCBFD736493A}">
      <dgm:prSet/>
      <dgm:spPr/>
      <dgm:t>
        <a:bodyPr/>
        <a:lstStyle/>
        <a:p>
          <a:r>
            <a:rPr lang="zh-CN" altLang="en-US" dirty="0"/>
            <a:t>风险管理计划的制定与实施</a:t>
          </a:r>
        </a:p>
      </dgm:t>
    </dgm:pt>
    <dgm:pt modelId="{621D2103-E543-4471-9A7E-2D95BFEBE7A6}" cxnId="{97326442-F7DB-49BD-974D-3118AFF0DD9A}" type="parTrans">
      <dgm:prSet/>
      <dgm:spPr/>
      <dgm:t>
        <a:bodyPr/>
        <a:lstStyle/>
        <a:p>
          <a:endParaRPr lang="zh-CN" altLang="en-US"/>
        </a:p>
      </dgm:t>
    </dgm:pt>
    <dgm:pt modelId="{902B73B2-3A4E-4D35-AF0F-66C33101E6DF}" cxnId="{97326442-F7DB-49BD-974D-3118AFF0DD9A}" type="sibTrans">
      <dgm:prSet/>
      <dgm:spPr/>
      <dgm:t>
        <a:bodyPr/>
        <a:lstStyle/>
        <a:p>
          <a:endParaRPr lang="zh-CN" altLang="en-US"/>
        </a:p>
      </dgm:t>
    </dgm:pt>
    <dgm:pt modelId="{2D036551-9B83-4CC6-A86A-46554D8AEFF0}">
      <dgm:prSet/>
      <dgm:spPr/>
      <dgm:t>
        <a:bodyPr/>
        <a:lstStyle/>
        <a:p>
          <a:r>
            <a:rPr lang="zh-CN" altLang="en-US" dirty="0"/>
            <a:t>机会管理与潜在机会的发掘</a:t>
          </a:r>
        </a:p>
      </dgm:t>
    </dgm:pt>
    <dgm:pt modelId="{4C5AF63A-6F2F-4A23-8EAA-D9D682C2F0BB}" cxnId="{72535272-68B5-4DA9-B055-B4B975000ECC}" type="parTrans">
      <dgm:prSet/>
      <dgm:spPr/>
      <dgm:t>
        <a:bodyPr/>
        <a:lstStyle/>
        <a:p>
          <a:endParaRPr lang="zh-CN" altLang="en-US"/>
        </a:p>
      </dgm:t>
    </dgm:pt>
    <dgm:pt modelId="{8CC745F8-2D02-4FBA-BD9A-6BD308ECC9E9}" cxnId="{72535272-68B5-4DA9-B055-B4B975000ECC}" type="sibTrans">
      <dgm:prSet/>
      <dgm:spPr/>
      <dgm:t>
        <a:bodyPr/>
        <a:lstStyle/>
        <a:p>
          <a:endParaRPr lang="zh-CN" altLang="en-US"/>
        </a:p>
      </dgm:t>
    </dgm:pt>
    <dgm:pt modelId="{EBD6D830-231F-4719-BD03-702045224D23}" type="pres">
      <dgm:prSet presAssocID="{F615DB35-EEEE-4AB5-B56F-08FC4B41153E}" presName="linear" presStyleCnt="0">
        <dgm:presLayoutVars>
          <dgm:dir/>
          <dgm:animLvl val="lvl"/>
          <dgm:resizeHandles val="exact"/>
        </dgm:presLayoutVars>
      </dgm:prSet>
      <dgm:spPr/>
    </dgm:pt>
    <dgm:pt modelId="{4898F4E3-77FC-4255-A0CB-9AA40C8A47DE}" type="pres">
      <dgm:prSet presAssocID="{8CD2A057-4722-4F06-A13E-9D676106898D}" presName="parentLin" presStyleCnt="0"/>
      <dgm:spPr/>
    </dgm:pt>
    <dgm:pt modelId="{CC251DCA-05C4-4CF8-8BD0-CE17D998E79D}" type="pres">
      <dgm:prSet presAssocID="{8CD2A057-4722-4F06-A13E-9D676106898D}" presName="parentLeftMargin" presStyleLbl="node1" presStyleIdx="0" presStyleCnt="5"/>
      <dgm:spPr/>
    </dgm:pt>
    <dgm:pt modelId="{4BE67D07-2CEC-4DE8-AD5E-DDD7D322FC39}" type="pres">
      <dgm:prSet presAssocID="{8CD2A057-4722-4F06-A13E-9D676106898D}" presName="parentText" presStyleLbl="node1" presStyleIdx="0" presStyleCnt="5">
        <dgm:presLayoutVars>
          <dgm:chMax val="0"/>
          <dgm:bulletEnabled val="1"/>
        </dgm:presLayoutVars>
      </dgm:prSet>
      <dgm:spPr/>
    </dgm:pt>
    <dgm:pt modelId="{1EE6069A-D68D-4449-BECF-13D379ECA212}" type="pres">
      <dgm:prSet presAssocID="{8CD2A057-4722-4F06-A13E-9D676106898D}" presName="negativeSpace" presStyleCnt="0"/>
      <dgm:spPr/>
    </dgm:pt>
    <dgm:pt modelId="{211E9F1F-E4DF-43C2-8351-BB16DBEE3A92}" type="pres">
      <dgm:prSet presAssocID="{8CD2A057-4722-4F06-A13E-9D676106898D}" presName="childText" presStyleLbl="conFgAcc1" presStyleIdx="0" presStyleCnt="5">
        <dgm:presLayoutVars>
          <dgm:bulletEnabled val="1"/>
        </dgm:presLayoutVars>
      </dgm:prSet>
      <dgm:spPr/>
    </dgm:pt>
    <dgm:pt modelId="{4A8903DE-E144-4347-A2A4-A31B3D571E06}" type="pres">
      <dgm:prSet presAssocID="{84BC8DC8-1CA1-403A-B58C-A304131E35E7}" presName="spaceBetweenRectangles" presStyleCnt="0"/>
      <dgm:spPr/>
    </dgm:pt>
    <dgm:pt modelId="{D196754B-ABEA-494F-B2E4-DDBA2E8E3053}" type="pres">
      <dgm:prSet presAssocID="{4179305C-D9BC-4FA7-8BE0-C34BDE57E1FF}" presName="parentLin" presStyleCnt="0"/>
      <dgm:spPr/>
    </dgm:pt>
    <dgm:pt modelId="{E944E18B-9F2F-4EA6-874B-D39F9F4B37E9}" type="pres">
      <dgm:prSet presAssocID="{4179305C-D9BC-4FA7-8BE0-C34BDE57E1FF}" presName="parentLeftMargin" presStyleLbl="node1" presStyleIdx="0" presStyleCnt="5"/>
      <dgm:spPr/>
    </dgm:pt>
    <dgm:pt modelId="{5FB0413C-35B7-4DCF-9F0C-E2FE058FDE6A}" type="pres">
      <dgm:prSet presAssocID="{4179305C-D9BC-4FA7-8BE0-C34BDE57E1FF}" presName="parentText" presStyleLbl="node1" presStyleIdx="1" presStyleCnt="5">
        <dgm:presLayoutVars>
          <dgm:chMax val="0"/>
          <dgm:bulletEnabled val="1"/>
        </dgm:presLayoutVars>
      </dgm:prSet>
      <dgm:spPr/>
    </dgm:pt>
    <dgm:pt modelId="{E57E88E9-64BC-4544-A04D-4BF741EC0CDC}" type="pres">
      <dgm:prSet presAssocID="{4179305C-D9BC-4FA7-8BE0-C34BDE57E1FF}" presName="negativeSpace" presStyleCnt="0"/>
      <dgm:spPr/>
    </dgm:pt>
    <dgm:pt modelId="{B899DC30-F1C2-42B2-A49E-40C00661E4B3}" type="pres">
      <dgm:prSet presAssocID="{4179305C-D9BC-4FA7-8BE0-C34BDE57E1FF}" presName="childText" presStyleLbl="conFgAcc1" presStyleIdx="1" presStyleCnt="5">
        <dgm:presLayoutVars>
          <dgm:bulletEnabled val="1"/>
        </dgm:presLayoutVars>
      </dgm:prSet>
      <dgm:spPr/>
    </dgm:pt>
    <dgm:pt modelId="{009DC45A-BB8D-41F0-98F5-4B4E079D90EE}" type="pres">
      <dgm:prSet presAssocID="{1B43BF01-CEC1-46F4-A388-722B2A27ED92}" presName="spaceBetweenRectangles" presStyleCnt="0"/>
      <dgm:spPr/>
    </dgm:pt>
    <dgm:pt modelId="{BBF03AFC-04A8-4674-8CD0-76E9778B8EA9}" type="pres">
      <dgm:prSet presAssocID="{1775BD14-B130-4DCD-A1D3-33E5F9D363E1}" presName="parentLin" presStyleCnt="0"/>
      <dgm:spPr/>
    </dgm:pt>
    <dgm:pt modelId="{B7D937EC-2021-4780-AC20-DBD121B3B6EF}" type="pres">
      <dgm:prSet presAssocID="{1775BD14-B130-4DCD-A1D3-33E5F9D363E1}" presName="parentLeftMargin" presStyleLbl="node1" presStyleIdx="1" presStyleCnt="5"/>
      <dgm:spPr/>
    </dgm:pt>
    <dgm:pt modelId="{98AD5124-3CF6-49F7-AC15-58BB2ECB7519}" type="pres">
      <dgm:prSet presAssocID="{1775BD14-B130-4DCD-A1D3-33E5F9D363E1}" presName="parentText" presStyleLbl="node1" presStyleIdx="2" presStyleCnt="5">
        <dgm:presLayoutVars>
          <dgm:chMax val="0"/>
          <dgm:bulletEnabled val="1"/>
        </dgm:presLayoutVars>
      </dgm:prSet>
      <dgm:spPr/>
    </dgm:pt>
    <dgm:pt modelId="{73F500A0-C081-4607-B5B6-D411E4371495}" type="pres">
      <dgm:prSet presAssocID="{1775BD14-B130-4DCD-A1D3-33E5F9D363E1}" presName="negativeSpace" presStyleCnt="0"/>
      <dgm:spPr/>
    </dgm:pt>
    <dgm:pt modelId="{DA89A198-BD03-417D-B8D8-F7EFC21869EA}" type="pres">
      <dgm:prSet presAssocID="{1775BD14-B130-4DCD-A1D3-33E5F9D363E1}" presName="childText" presStyleLbl="conFgAcc1" presStyleIdx="2" presStyleCnt="5">
        <dgm:presLayoutVars>
          <dgm:bulletEnabled val="1"/>
        </dgm:presLayoutVars>
      </dgm:prSet>
      <dgm:spPr/>
    </dgm:pt>
    <dgm:pt modelId="{97503A2C-CE2F-4C3D-87D5-49FC10B13DFE}" type="pres">
      <dgm:prSet presAssocID="{A74E407F-A65C-44CC-B68B-9B66AEE3302C}" presName="spaceBetweenRectangles" presStyleCnt="0"/>
      <dgm:spPr/>
    </dgm:pt>
    <dgm:pt modelId="{BAA004FF-C0B0-4AFB-AA97-B9EBE3DDA174}" type="pres">
      <dgm:prSet presAssocID="{5F46FDB2-8B9C-46FC-9C0A-FAC1A460E9CE}" presName="parentLin" presStyleCnt="0"/>
      <dgm:spPr/>
    </dgm:pt>
    <dgm:pt modelId="{432DF25F-3A95-4D33-8C20-7F68E409A3AD}" type="pres">
      <dgm:prSet presAssocID="{5F46FDB2-8B9C-46FC-9C0A-FAC1A460E9CE}" presName="parentLeftMargin" presStyleLbl="node1" presStyleIdx="2" presStyleCnt="5"/>
      <dgm:spPr/>
    </dgm:pt>
    <dgm:pt modelId="{32643C36-3F64-498C-8C0D-B7F3E31E4C1E}" type="pres">
      <dgm:prSet presAssocID="{5F46FDB2-8B9C-46FC-9C0A-FAC1A460E9CE}" presName="parentText" presStyleLbl="node1" presStyleIdx="3" presStyleCnt="5">
        <dgm:presLayoutVars>
          <dgm:chMax val="0"/>
          <dgm:bulletEnabled val="1"/>
        </dgm:presLayoutVars>
      </dgm:prSet>
      <dgm:spPr/>
    </dgm:pt>
    <dgm:pt modelId="{636BF5F7-BB86-4AD8-B50B-899CC5B3B2FC}" type="pres">
      <dgm:prSet presAssocID="{5F46FDB2-8B9C-46FC-9C0A-FAC1A460E9CE}" presName="negativeSpace" presStyleCnt="0"/>
      <dgm:spPr/>
    </dgm:pt>
    <dgm:pt modelId="{CC747699-772A-46CD-813C-CF194BD9B24B}" type="pres">
      <dgm:prSet presAssocID="{5F46FDB2-8B9C-46FC-9C0A-FAC1A460E9CE}" presName="childText" presStyleLbl="conFgAcc1" presStyleIdx="3" presStyleCnt="5">
        <dgm:presLayoutVars>
          <dgm:bulletEnabled val="1"/>
        </dgm:presLayoutVars>
      </dgm:prSet>
      <dgm:spPr/>
    </dgm:pt>
    <dgm:pt modelId="{B25047B6-B165-4119-BBD6-A691D2CB0670}" type="pres">
      <dgm:prSet presAssocID="{19958ED8-BBF4-4E58-B560-C45FA99BA6FE}" presName="spaceBetweenRectangles" presStyleCnt="0"/>
      <dgm:spPr/>
    </dgm:pt>
    <dgm:pt modelId="{93BD06D9-07E2-4928-B160-972175A1DF37}" type="pres">
      <dgm:prSet presAssocID="{AA49655E-AC21-4D52-9AE5-876E3DB89758}" presName="parentLin" presStyleCnt="0"/>
      <dgm:spPr/>
    </dgm:pt>
    <dgm:pt modelId="{28A3FD51-86D7-40D6-9D50-220B99F68E83}" type="pres">
      <dgm:prSet presAssocID="{AA49655E-AC21-4D52-9AE5-876E3DB89758}" presName="parentLeftMargin" presStyleLbl="node1" presStyleIdx="3" presStyleCnt="5"/>
      <dgm:spPr/>
    </dgm:pt>
    <dgm:pt modelId="{179E6E21-51F0-484A-874B-F439FDB7A343}" type="pres">
      <dgm:prSet presAssocID="{AA49655E-AC21-4D52-9AE5-876E3DB89758}" presName="parentText" presStyleLbl="node1" presStyleIdx="4" presStyleCnt="5">
        <dgm:presLayoutVars>
          <dgm:chMax val="0"/>
          <dgm:bulletEnabled val="1"/>
        </dgm:presLayoutVars>
      </dgm:prSet>
      <dgm:spPr/>
    </dgm:pt>
    <dgm:pt modelId="{802E2DF7-A985-4320-A060-465BAA46A157}" type="pres">
      <dgm:prSet presAssocID="{AA49655E-AC21-4D52-9AE5-876E3DB89758}" presName="negativeSpace" presStyleCnt="0"/>
      <dgm:spPr/>
    </dgm:pt>
    <dgm:pt modelId="{398923F3-BF23-43A2-B30F-1E245ED93CBB}" type="pres">
      <dgm:prSet presAssocID="{AA49655E-AC21-4D52-9AE5-876E3DB89758}" presName="childText" presStyleLbl="conFgAcc1" presStyleIdx="4" presStyleCnt="5">
        <dgm:presLayoutVars>
          <dgm:bulletEnabled val="1"/>
        </dgm:presLayoutVars>
      </dgm:prSet>
      <dgm:spPr/>
    </dgm:pt>
  </dgm:ptLst>
  <dgm:cxnLst>
    <dgm:cxn modelId="{8D6C5506-39F6-4804-AC08-FDF38FC4A7C3}" type="presOf" srcId="{AA49655E-AC21-4D52-9AE5-876E3DB89758}" destId="{28A3FD51-86D7-40D6-9D50-220B99F68E83}" srcOrd="0" destOrd="0" presId="urn:microsoft.com/office/officeart/2005/8/layout/list1"/>
    <dgm:cxn modelId="{C12F5D14-202D-4DF7-8836-FCF69400C455}" srcId="{AA49655E-AC21-4D52-9AE5-876E3DB89758}" destId="{1A0BEEE9-93B0-4173-B885-F24619DC3462}" srcOrd="1" destOrd="0" parTransId="{822237F9-EE47-4A82-9CA3-BFF6E75F62A5}" sibTransId="{027F515C-B04D-4CB6-8BCE-0F435E6594E4}"/>
    <dgm:cxn modelId="{491EA417-7FC7-435F-B48F-A13D4EAE9FEE}" srcId="{AA49655E-AC21-4D52-9AE5-876E3DB89758}" destId="{7007D68C-5684-4A85-9642-EAC96A467240}" srcOrd="2" destOrd="0" parTransId="{1DD66DFC-DCEA-49FA-A810-C7C002C36F15}" sibTransId="{D7D8A410-49C3-41A4-91C7-942E8DE8D9A7}"/>
    <dgm:cxn modelId="{06483E18-C655-4FD1-A49B-C06DDF8D19BE}" srcId="{8CD2A057-4722-4F06-A13E-9D676106898D}" destId="{CFEB4A4B-0749-4675-AC39-B6BEBA1FB6A1}" srcOrd="1" destOrd="0" parTransId="{4B91D0A0-73BB-416F-AA07-4EBEAF2CBDFE}" sibTransId="{295A1BC5-C232-4D48-B2C3-589735394B4B}"/>
    <dgm:cxn modelId="{45D45A1E-6659-4FA1-A54F-E5FE8CE06006}" type="presOf" srcId="{1775BD14-B130-4DCD-A1D3-33E5F9D363E1}" destId="{98AD5124-3CF6-49F7-AC15-58BB2ECB7519}" srcOrd="1" destOrd="0" presId="urn:microsoft.com/office/officeart/2005/8/layout/list1"/>
    <dgm:cxn modelId="{A7A3BD1E-43B5-4B7C-915E-213584825F36}" type="presOf" srcId="{54083B6D-96B2-4001-8014-CCBFD736493A}" destId="{398923F3-BF23-43A2-B30F-1E245ED93CBB}" srcOrd="0" destOrd="4" presId="urn:microsoft.com/office/officeart/2005/8/layout/list1"/>
    <dgm:cxn modelId="{8FC19421-BAE4-4EA4-BDE2-34B8B4D2AC4D}" srcId="{4179305C-D9BC-4FA7-8BE0-C34BDE57E1FF}" destId="{8E16D7F1-79F4-444F-BD75-FF26C5371886}" srcOrd="2" destOrd="0" parTransId="{CC30C505-BA3E-42D1-A662-2151DEA02B05}" sibTransId="{964AC231-6D91-44E2-857D-D422754DDC0C}"/>
    <dgm:cxn modelId="{9D1E403D-5D44-4664-8A29-5E8B75B6E27D}" type="presOf" srcId="{C694D2FA-AD1E-4200-BCB5-1009F4DDF171}" destId="{DA89A198-BD03-417D-B8D8-F7EFC21869EA}" srcOrd="0" destOrd="0" presId="urn:microsoft.com/office/officeart/2005/8/layout/list1"/>
    <dgm:cxn modelId="{2A4CA83E-4DA2-44AE-BE50-D452EF1970AA}" srcId="{F615DB35-EEEE-4AB5-B56F-08FC4B41153E}" destId="{5F46FDB2-8B9C-46FC-9C0A-FAC1A460E9CE}" srcOrd="3" destOrd="0" parTransId="{1617B4BB-71D7-47C2-BB7C-9F0AF97AD68F}" sibTransId="{19958ED8-BBF4-4E58-B560-C45FA99BA6FE}"/>
    <dgm:cxn modelId="{9380673F-CA78-4E2C-A680-CCE48F323484}" srcId="{F615DB35-EEEE-4AB5-B56F-08FC4B41153E}" destId="{8CD2A057-4722-4F06-A13E-9D676106898D}" srcOrd="0" destOrd="0" parTransId="{3430EABE-77C1-45F5-A273-D84557BFF0FA}" sibTransId="{84BC8DC8-1CA1-403A-B58C-A304131E35E7}"/>
    <dgm:cxn modelId="{A36ECA3F-AAE7-45CD-9243-51E7336C42C2}" type="presOf" srcId="{5F46FDB2-8B9C-46FC-9C0A-FAC1A460E9CE}" destId="{432DF25F-3A95-4D33-8C20-7F68E409A3AD}" srcOrd="0" destOrd="0" presId="urn:microsoft.com/office/officeart/2005/8/layout/list1"/>
    <dgm:cxn modelId="{CFE6195E-A8E7-4FB9-AA4E-01F30CB76B54}" type="presOf" srcId="{DFA681E0-BB81-405D-B376-D5EDAA1AE6DB}" destId="{398923F3-BF23-43A2-B30F-1E245ED93CBB}" srcOrd="0" destOrd="0" presId="urn:microsoft.com/office/officeart/2005/8/layout/list1"/>
    <dgm:cxn modelId="{F38CAF41-A16A-47C3-9993-EFEE97F0709A}" type="presOf" srcId="{8E16D7F1-79F4-444F-BD75-FF26C5371886}" destId="{B899DC30-F1C2-42B2-A49E-40C00661E4B3}" srcOrd="0" destOrd="2" presId="urn:microsoft.com/office/officeart/2005/8/layout/list1"/>
    <dgm:cxn modelId="{97326442-F7DB-49BD-974D-3118AFF0DD9A}" srcId="{AA49655E-AC21-4D52-9AE5-876E3DB89758}" destId="{54083B6D-96B2-4001-8014-CCBFD736493A}" srcOrd="4" destOrd="0" parTransId="{621D2103-E543-4471-9A7E-2D95BFEBE7A6}" sibTransId="{902B73B2-3A4E-4D35-AF0F-66C33101E6DF}"/>
    <dgm:cxn modelId="{E85FDB47-CFA8-4450-B02B-E53D3B38517B}" type="presOf" srcId="{9E6830FF-4519-4F9D-BBF1-2FFEB414CC9D}" destId="{CC747699-772A-46CD-813C-CF194BD9B24B}" srcOrd="0" destOrd="1" presId="urn:microsoft.com/office/officeart/2005/8/layout/list1"/>
    <dgm:cxn modelId="{A2E84C4A-19E4-4835-BD76-4DC42335672D}" type="presOf" srcId="{2D036551-9B83-4CC6-A86A-46554D8AEFF0}" destId="{398923F3-BF23-43A2-B30F-1E245ED93CBB}" srcOrd="0" destOrd="5" presId="urn:microsoft.com/office/officeart/2005/8/layout/list1"/>
    <dgm:cxn modelId="{B4A1544A-B2F1-418E-BC20-E4EDC80518EA}" type="presOf" srcId="{5F46FDB2-8B9C-46FC-9C0A-FAC1A460E9CE}" destId="{32643C36-3F64-498C-8C0D-B7F3E31E4C1E}" srcOrd="1" destOrd="0" presId="urn:microsoft.com/office/officeart/2005/8/layout/list1"/>
    <dgm:cxn modelId="{94887C6C-B530-4AE8-A30B-1AAE8D56A285}" type="presOf" srcId="{ADE455D4-96B6-48DC-AE97-B15A5CC5572E}" destId="{DA89A198-BD03-417D-B8D8-F7EFC21869EA}" srcOrd="0" destOrd="2" presId="urn:microsoft.com/office/officeart/2005/8/layout/list1"/>
    <dgm:cxn modelId="{DDD5764E-3BDC-49E0-9C42-DCCBDD020223}" type="presOf" srcId="{AA49655E-AC21-4D52-9AE5-876E3DB89758}" destId="{179E6E21-51F0-484A-874B-F439FDB7A343}" srcOrd="1" destOrd="0" presId="urn:microsoft.com/office/officeart/2005/8/layout/list1"/>
    <dgm:cxn modelId="{72535272-68B5-4DA9-B055-B4B975000ECC}" srcId="{AA49655E-AC21-4D52-9AE5-876E3DB89758}" destId="{2D036551-9B83-4CC6-A86A-46554D8AEFF0}" srcOrd="5" destOrd="0" parTransId="{4C5AF63A-6F2F-4A23-8EAA-D9D682C2F0BB}" sibTransId="{8CC745F8-2D02-4FBA-BD9A-6BD308ECC9E9}"/>
    <dgm:cxn modelId="{7522BB72-E75C-4E09-B006-1DC849325EDD}" type="presOf" srcId="{8CD2A057-4722-4F06-A13E-9D676106898D}" destId="{CC251DCA-05C4-4CF8-8BD0-CE17D998E79D}" srcOrd="0" destOrd="0" presId="urn:microsoft.com/office/officeart/2005/8/layout/list1"/>
    <dgm:cxn modelId="{419F4F55-78D1-41F8-B21A-3CD183CF2F61}" type="presOf" srcId="{F8EA75DB-460A-4165-B925-D4E4EB0C2E01}" destId="{CC747699-772A-46CD-813C-CF194BD9B24B}" srcOrd="0" destOrd="2" presId="urn:microsoft.com/office/officeart/2005/8/layout/list1"/>
    <dgm:cxn modelId="{14B61186-B463-4BCB-90B0-E5DB078E45FE}" srcId="{5F46FDB2-8B9C-46FC-9C0A-FAC1A460E9CE}" destId="{AABBE0A4-9943-4BF2-B71E-191309CC95E3}" srcOrd="0" destOrd="0" parTransId="{1C96CB9B-9AD6-4306-8417-201BAE32F872}" sibTransId="{4AEBA3C7-2F6B-4C72-9441-35AE37F9E6D7}"/>
    <dgm:cxn modelId="{47DDB68A-5E68-4200-9644-D87243D36D83}" srcId="{5F46FDB2-8B9C-46FC-9C0A-FAC1A460E9CE}" destId="{9E6830FF-4519-4F9D-BBF1-2FFEB414CC9D}" srcOrd="1" destOrd="0" parTransId="{AA29ACB3-55FA-4E4E-A473-453927517240}" sibTransId="{CD6213DC-62C0-4FD9-AEDC-F47DB8212F13}"/>
    <dgm:cxn modelId="{512C6992-A87B-4698-AA75-2670BF3655AC}" type="presOf" srcId="{4179305C-D9BC-4FA7-8BE0-C34BDE57E1FF}" destId="{5FB0413C-35B7-4DCF-9F0C-E2FE058FDE6A}" srcOrd="1" destOrd="0" presId="urn:microsoft.com/office/officeart/2005/8/layout/list1"/>
    <dgm:cxn modelId="{5CAEC59C-F6C6-40A8-8134-9031BD83A745}" type="presOf" srcId="{1A0BEEE9-93B0-4173-B885-F24619DC3462}" destId="{398923F3-BF23-43A2-B30F-1E245ED93CBB}" srcOrd="0" destOrd="1" presId="urn:microsoft.com/office/officeart/2005/8/layout/list1"/>
    <dgm:cxn modelId="{A2F37DA3-F176-4A43-86FD-A9214C11E5B1}" type="presOf" srcId="{CFEB4A4B-0749-4675-AC39-B6BEBA1FB6A1}" destId="{211E9F1F-E4DF-43C2-8351-BB16DBEE3A92}" srcOrd="0" destOrd="1" presId="urn:microsoft.com/office/officeart/2005/8/layout/list1"/>
    <dgm:cxn modelId="{8D9BAEA4-28A2-4661-A978-69A050942F07}" srcId="{F615DB35-EEEE-4AB5-B56F-08FC4B41153E}" destId="{AA49655E-AC21-4D52-9AE5-876E3DB89758}" srcOrd="4" destOrd="0" parTransId="{689985CF-898D-4169-81A1-0BAB3132A57C}" sibTransId="{E2772ACF-DB3B-4737-B5F5-7B60BD939A8B}"/>
    <dgm:cxn modelId="{37DFEEA4-C447-4C14-83A6-E1CDC439A384}" type="presOf" srcId="{7007D68C-5684-4A85-9642-EAC96A467240}" destId="{398923F3-BF23-43A2-B30F-1E245ED93CBB}" srcOrd="0" destOrd="2" presId="urn:microsoft.com/office/officeart/2005/8/layout/list1"/>
    <dgm:cxn modelId="{18D817A8-5BDC-4E40-A47B-4530038A5FFC}" type="presOf" srcId="{4179305C-D9BC-4FA7-8BE0-C34BDE57E1FF}" destId="{E944E18B-9F2F-4EA6-874B-D39F9F4B37E9}" srcOrd="0" destOrd="0" presId="urn:microsoft.com/office/officeart/2005/8/layout/list1"/>
    <dgm:cxn modelId="{14D891AB-2F31-4A1D-AD88-88F4AC2D75E1}" srcId="{1775BD14-B130-4DCD-A1D3-33E5F9D363E1}" destId="{C694D2FA-AD1E-4200-BCB5-1009F4DDF171}" srcOrd="0" destOrd="0" parTransId="{D75C7E2F-1C12-4794-884E-2B60C561A393}" sibTransId="{AB6C1409-313A-4B51-9006-FC9ECED08A4A}"/>
    <dgm:cxn modelId="{B861C8AB-ECC5-4635-9726-47EDB2CD7E6A}" type="presOf" srcId="{AABBE0A4-9943-4BF2-B71E-191309CC95E3}" destId="{CC747699-772A-46CD-813C-CF194BD9B24B}" srcOrd="0" destOrd="0" presId="urn:microsoft.com/office/officeart/2005/8/layout/list1"/>
    <dgm:cxn modelId="{F57ECCAD-E3AE-4B71-B46D-A6805307B534}" type="presOf" srcId="{F615DB35-EEEE-4AB5-B56F-08FC4B41153E}" destId="{EBD6D830-231F-4719-BD03-702045224D23}" srcOrd="0" destOrd="0" presId="urn:microsoft.com/office/officeart/2005/8/layout/list1"/>
    <dgm:cxn modelId="{0EEFF6AE-FA48-4659-9A2C-B37D957FE833}" type="presOf" srcId="{8CD2A057-4722-4F06-A13E-9D676106898D}" destId="{4BE67D07-2CEC-4DE8-AD5E-DDD7D322FC39}" srcOrd="1" destOrd="0" presId="urn:microsoft.com/office/officeart/2005/8/layout/list1"/>
    <dgm:cxn modelId="{1CA1E6B4-24B0-4966-B408-2A2CAC444108}" type="presOf" srcId="{2AA38D31-B8B1-4B45-85B3-183BE455B6E6}" destId="{398923F3-BF23-43A2-B30F-1E245ED93CBB}" srcOrd="0" destOrd="3" presId="urn:microsoft.com/office/officeart/2005/8/layout/list1"/>
    <dgm:cxn modelId="{B17D8BB6-C4EE-484F-8891-7BF7D75A9B55}" srcId="{4179305C-D9BC-4FA7-8BE0-C34BDE57E1FF}" destId="{C2AD54F1-0B0D-4D98-A464-07900CC7F8E4}" srcOrd="0" destOrd="0" parTransId="{09150DEB-0995-4039-93E5-D39CD4A9F9B9}" sibTransId="{A2CE6C12-1F3C-4D11-B69C-8FC8DCAD04A1}"/>
    <dgm:cxn modelId="{0D43AEB6-BD49-45A3-A28D-CD8619A7669F}" srcId="{1775BD14-B130-4DCD-A1D3-33E5F9D363E1}" destId="{ADE455D4-96B6-48DC-AE97-B15A5CC5572E}" srcOrd="2" destOrd="0" parTransId="{D0E59CC0-F93F-401F-BCB7-F0F473D8A340}" sibTransId="{484B1C20-AE08-4937-84A8-5D9CDC3F12B2}"/>
    <dgm:cxn modelId="{796F0BBD-4095-4B15-84A1-DF7E8BED1B95}" type="presOf" srcId="{1775BD14-B130-4DCD-A1D3-33E5F9D363E1}" destId="{B7D937EC-2021-4780-AC20-DBD121B3B6EF}" srcOrd="0" destOrd="0" presId="urn:microsoft.com/office/officeart/2005/8/layout/list1"/>
    <dgm:cxn modelId="{C5E745D5-4394-47EE-AC0F-9ABFBA36FD78}" type="presOf" srcId="{B3A0BEFB-1BDB-4040-8ED0-4172CFEE3322}" destId="{DA89A198-BD03-417D-B8D8-F7EFC21869EA}" srcOrd="0" destOrd="1" presId="urn:microsoft.com/office/officeart/2005/8/layout/list1"/>
    <dgm:cxn modelId="{A0FED7D6-D4F6-47A3-BF64-DDEC8287FCE7}" srcId="{8CD2A057-4722-4F06-A13E-9D676106898D}" destId="{155DAACA-3553-4AB4-941D-1613E6C6AC97}" srcOrd="0" destOrd="0" parTransId="{2D3C364C-0194-4109-9E66-5628BEB6E774}" sibTransId="{B864D8B1-D2AD-4BD8-9BA8-D3FF000EC55B}"/>
    <dgm:cxn modelId="{27DB02DA-3EE9-4878-9DEE-DD21D38CDD5B}" srcId="{AA49655E-AC21-4D52-9AE5-876E3DB89758}" destId="{DFA681E0-BB81-405D-B376-D5EDAA1AE6DB}" srcOrd="0" destOrd="0" parTransId="{D0E3BD71-FA8F-4CF0-8287-A1AE26266207}" sibTransId="{F25704E0-CAB9-445A-9FAC-AC4D3B51C2F4}"/>
    <dgm:cxn modelId="{E19FB6E0-7005-4E32-B2E5-D0E7D646613A}" type="presOf" srcId="{155DAACA-3553-4AB4-941D-1613E6C6AC97}" destId="{211E9F1F-E4DF-43C2-8351-BB16DBEE3A92}" srcOrd="0" destOrd="0" presId="urn:microsoft.com/office/officeart/2005/8/layout/list1"/>
    <dgm:cxn modelId="{1BF4E0E0-6726-4259-A40C-93B8972348E6}" type="presOf" srcId="{C2AD54F1-0B0D-4D98-A464-07900CC7F8E4}" destId="{B899DC30-F1C2-42B2-A49E-40C00661E4B3}" srcOrd="0" destOrd="0" presId="urn:microsoft.com/office/officeart/2005/8/layout/list1"/>
    <dgm:cxn modelId="{7C8C5DEB-319E-4028-8796-61162CA94FF9}" srcId="{F615DB35-EEEE-4AB5-B56F-08FC4B41153E}" destId="{4179305C-D9BC-4FA7-8BE0-C34BDE57E1FF}" srcOrd="1" destOrd="0" parTransId="{491C8FDE-D629-471E-A867-DC3FD886965A}" sibTransId="{1B43BF01-CEC1-46F4-A388-722B2A27ED92}"/>
    <dgm:cxn modelId="{AFFBD0EB-A5DC-4B84-97F4-F063270A804A}" type="presOf" srcId="{33D71B9C-5693-404D-AECE-D23912DB9D27}" destId="{B899DC30-F1C2-42B2-A49E-40C00661E4B3}" srcOrd="0" destOrd="1" presId="urn:microsoft.com/office/officeart/2005/8/layout/list1"/>
    <dgm:cxn modelId="{C0C0ACF2-3484-4820-A6C6-09B477EC7EBF}" srcId="{1775BD14-B130-4DCD-A1D3-33E5F9D363E1}" destId="{B3A0BEFB-1BDB-4040-8ED0-4172CFEE3322}" srcOrd="1" destOrd="0" parTransId="{6718C9B8-04B9-4D31-99FD-ECD2CB213258}" sibTransId="{50F0EC66-8518-4F21-9FEB-E18AECC18B40}"/>
    <dgm:cxn modelId="{C652F4F5-A653-42A4-857E-1CC2D4F19DFD}" srcId="{F615DB35-EEEE-4AB5-B56F-08FC4B41153E}" destId="{1775BD14-B130-4DCD-A1D3-33E5F9D363E1}" srcOrd="2" destOrd="0" parTransId="{CF5B1EB1-7F9A-4E54-B187-2B5E1E154EC3}" sibTransId="{A74E407F-A65C-44CC-B68B-9B66AEE3302C}"/>
    <dgm:cxn modelId="{9677F3FB-80E5-4C0C-92EE-7B05E80BB7C0}" srcId="{AA49655E-AC21-4D52-9AE5-876E3DB89758}" destId="{2AA38D31-B8B1-4B45-85B3-183BE455B6E6}" srcOrd="3" destOrd="0" parTransId="{ECCB906D-0E6D-4663-B8ED-C4AFC60B79D7}" sibTransId="{82C9DF18-7DD1-471B-8926-A5D5FB76B9DD}"/>
    <dgm:cxn modelId="{247CB5FC-4E01-4C24-B9B6-5A41CCC66954}" srcId="{5F46FDB2-8B9C-46FC-9C0A-FAC1A460E9CE}" destId="{F8EA75DB-460A-4165-B925-D4E4EB0C2E01}" srcOrd="2" destOrd="0" parTransId="{F21CE7E1-86B6-417E-A427-F94D8FFD2610}" sibTransId="{0C4890C1-93FE-4449-8B57-2FEFAC28901E}"/>
    <dgm:cxn modelId="{ED4153FE-B5B3-4AFC-84D6-565A7EEEA2B0}" srcId="{4179305C-D9BC-4FA7-8BE0-C34BDE57E1FF}" destId="{33D71B9C-5693-404D-AECE-D23912DB9D27}" srcOrd="1" destOrd="0" parTransId="{8475E35D-2A71-458F-A4AC-A31F7E10AC5F}" sibTransId="{DBF14952-162D-45A1-95A1-25CEE01538C5}"/>
    <dgm:cxn modelId="{D533FC89-4CD0-4FC4-878C-497412A11FFE}" type="presParOf" srcId="{EBD6D830-231F-4719-BD03-702045224D23}" destId="{4898F4E3-77FC-4255-A0CB-9AA40C8A47DE}" srcOrd="0" destOrd="0" presId="urn:microsoft.com/office/officeart/2005/8/layout/list1"/>
    <dgm:cxn modelId="{83FBEF99-33A7-481B-874F-2DE7C5524EB2}" type="presParOf" srcId="{4898F4E3-77FC-4255-A0CB-9AA40C8A47DE}" destId="{CC251DCA-05C4-4CF8-8BD0-CE17D998E79D}" srcOrd="0" destOrd="0" presId="urn:microsoft.com/office/officeart/2005/8/layout/list1"/>
    <dgm:cxn modelId="{A3480085-156E-41DD-B44E-8923B490140C}" type="presParOf" srcId="{4898F4E3-77FC-4255-A0CB-9AA40C8A47DE}" destId="{4BE67D07-2CEC-4DE8-AD5E-DDD7D322FC39}" srcOrd="1" destOrd="0" presId="urn:microsoft.com/office/officeart/2005/8/layout/list1"/>
    <dgm:cxn modelId="{C74DF56C-ED9B-4702-9B7A-50A7884A7592}" type="presParOf" srcId="{EBD6D830-231F-4719-BD03-702045224D23}" destId="{1EE6069A-D68D-4449-BECF-13D379ECA212}" srcOrd="1" destOrd="0" presId="urn:microsoft.com/office/officeart/2005/8/layout/list1"/>
    <dgm:cxn modelId="{5AFF0886-911D-4F03-B54C-E284F18F38DB}" type="presParOf" srcId="{EBD6D830-231F-4719-BD03-702045224D23}" destId="{211E9F1F-E4DF-43C2-8351-BB16DBEE3A92}" srcOrd="2" destOrd="0" presId="urn:microsoft.com/office/officeart/2005/8/layout/list1"/>
    <dgm:cxn modelId="{BEF04221-2B0D-4D9A-AEC8-5F94A8350F95}" type="presParOf" srcId="{EBD6D830-231F-4719-BD03-702045224D23}" destId="{4A8903DE-E144-4347-A2A4-A31B3D571E06}" srcOrd="3" destOrd="0" presId="urn:microsoft.com/office/officeart/2005/8/layout/list1"/>
    <dgm:cxn modelId="{E1A7C986-6F30-438A-B42A-FA733CF11ED6}" type="presParOf" srcId="{EBD6D830-231F-4719-BD03-702045224D23}" destId="{D196754B-ABEA-494F-B2E4-DDBA2E8E3053}" srcOrd="4" destOrd="0" presId="urn:microsoft.com/office/officeart/2005/8/layout/list1"/>
    <dgm:cxn modelId="{82FBFE90-1E62-45BA-A809-6A79E77A0FA0}" type="presParOf" srcId="{D196754B-ABEA-494F-B2E4-DDBA2E8E3053}" destId="{E944E18B-9F2F-4EA6-874B-D39F9F4B37E9}" srcOrd="0" destOrd="0" presId="urn:microsoft.com/office/officeart/2005/8/layout/list1"/>
    <dgm:cxn modelId="{3B04B61B-5A42-48FA-BC7D-5FAAF7B02CF3}" type="presParOf" srcId="{D196754B-ABEA-494F-B2E4-DDBA2E8E3053}" destId="{5FB0413C-35B7-4DCF-9F0C-E2FE058FDE6A}" srcOrd="1" destOrd="0" presId="urn:microsoft.com/office/officeart/2005/8/layout/list1"/>
    <dgm:cxn modelId="{F1A15599-817F-4696-9066-9745F5BCB9D0}" type="presParOf" srcId="{EBD6D830-231F-4719-BD03-702045224D23}" destId="{E57E88E9-64BC-4544-A04D-4BF741EC0CDC}" srcOrd="5" destOrd="0" presId="urn:microsoft.com/office/officeart/2005/8/layout/list1"/>
    <dgm:cxn modelId="{AC162E5B-F450-498F-BB79-6606A90A747A}" type="presParOf" srcId="{EBD6D830-231F-4719-BD03-702045224D23}" destId="{B899DC30-F1C2-42B2-A49E-40C00661E4B3}" srcOrd="6" destOrd="0" presId="urn:microsoft.com/office/officeart/2005/8/layout/list1"/>
    <dgm:cxn modelId="{5CF534E5-D0E4-4020-A73B-782969F60733}" type="presParOf" srcId="{EBD6D830-231F-4719-BD03-702045224D23}" destId="{009DC45A-BB8D-41F0-98F5-4B4E079D90EE}" srcOrd="7" destOrd="0" presId="urn:microsoft.com/office/officeart/2005/8/layout/list1"/>
    <dgm:cxn modelId="{5F48E7B6-4A3C-43B5-98D2-49972F8F5F8D}" type="presParOf" srcId="{EBD6D830-231F-4719-BD03-702045224D23}" destId="{BBF03AFC-04A8-4674-8CD0-76E9778B8EA9}" srcOrd="8" destOrd="0" presId="urn:microsoft.com/office/officeart/2005/8/layout/list1"/>
    <dgm:cxn modelId="{5BCBFEE6-53D5-4742-B99F-79FFD750FF9E}" type="presParOf" srcId="{BBF03AFC-04A8-4674-8CD0-76E9778B8EA9}" destId="{B7D937EC-2021-4780-AC20-DBD121B3B6EF}" srcOrd="0" destOrd="0" presId="urn:microsoft.com/office/officeart/2005/8/layout/list1"/>
    <dgm:cxn modelId="{774AB8C8-ED93-4ABB-B883-244F71A4243F}" type="presParOf" srcId="{BBF03AFC-04A8-4674-8CD0-76E9778B8EA9}" destId="{98AD5124-3CF6-49F7-AC15-58BB2ECB7519}" srcOrd="1" destOrd="0" presId="urn:microsoft.com/office/officeart/2005/8/layout/list1"/>
    <dgm:cxn modelId="{417DFC6B-CA81-4DA9-86E5-B1E5851B36D2}" type="presParOf" srcId="{EBD6D830-231F-4719-BD03-702045224D23}" destId="{73F500A0-C081-4607-B5B6-D411E4371495}" srcOrd="9" destOrd="0" presId="urn:microsoft.com/office/officeart/2005/8/layout/list1"/>
    <dgm:cxn modelId="{6A15EAE5-5F5E-41E4-A1D1-FF98988A9E04}" type="presParOf" srcId="{EBD6D830-231F-4719-BD03-702045224D23}" destId="{DA89A198-BD03-417D-B8D8-F7EFC21869EA}" srcOrd="10" destOrd="0" presId="urn:microsoft.com/office/officeart/2005/8/layout/list1"/>
    <dgm:cxn modelId="{9A89C1F1-9338-449E-B7AB-362962AC23EE}" type="presParOf" srcId="{EBD6D830-231F-4719-BD03-702045224D23}" destId="{97503A2C-CE2F-4C3D-87D5-49FC10B13DFE}" srcOrd="11" destOrd="0" presId="urn:microsoft.com/office/officeart/2005/8/layout/list1"/>
    <dgm:cxn modelId="{B1484A5A-6918-4E58-861E-4E22CDA7802D}" type="presParOf" srcId="{EBD6D830-231F-4719-BD03-702045224D23}" destId="{BAA004FF-C0B0-4AFB-AA97-B9EBE3DDA174}" srcOrd="12" destOrd="0" presId="urn:microsoft.com/office/officeart/2005/8/layout/list1"/>
    <dgm:cxn modelId="{A5B59996-B547-49B2-BE53-AD884C3DF386}" type="presParOf" srcId="{BAA004FF-C0B0-4AFB-AA97-B9EBE3DDA174}" destId="{432DF25F-3A95-4D33-8C20-7F68E409A3AD}" srcOrd="0" destOrd="0" presId="urn:microsoft.com/office/officeart/2005/8/layout/list1"/>
    <dgm:cxn modelId="{117ADE97-EAA4-41A6-9355-2256086572D6}" type="presParOf" srcId="{BAA004FF-C0B0-4AFB-AA97-B9EBE3DDA174}" destId="{32643C36-3F64-498C-8C0D-B7F3E31E4C1E}" srcOrd="1" destOrd="0" presId="urn:microsoft.com/office/officeart/2005/8/layout/list1"/>
    <dgm:cxn modelId="{81F8C01C-DA5F-45D7-8972-5759FBB413F8}" type="presParOf" srcId="{EBD6D830-231F-4719-BD03-702045224D23}" destId="{636BF5F7-BB86-4AD8-B50B-899CC5B3B2FC}" srcOrd="13" destOrd="0" presId="urn:microsoft.com/office/officeart/2005/8/layout/list1"/>
    <dgm:cxn modelId="{8E2F80EA-9517-4D43-BDF3-21F7810E79AB}" type="presParOf" srcId="{EBD6D830-231F-4719-BD03-702045224D23}" destId="{CC747699-772A-46CD-813C-CF194BD9B24B}" srcOrd="14" destOrd="0" presId="urn:microsoft.com/office/officeart/2005/8/layout/list1"/>
    <dgm:cxn modelId="{E8390677-F298-40AD-8B15-6072522A513B}" type="presParOf" srcId="{EBD6D830-231F-4719-BD03-702045224D23}" destId="{B25047B6-B165-4119-BBD6-A691D2CB0670}" srcOrd="15" destOrd="0" presId="urn:microsoft.com/office/officeart/2005/8/layout/list1"/>
    <dgm:cxn modelId="{B2675E9F-357A-486B-84CC-DE3DB3464C4C}" type="presParOf" srcId="{EBD6D830-231F-4719-BD03-702045224D23}" destId="{93BD06D9-07E2-4928-B160-972175A1DF37}" srcOrd="16" destOrd="0" presId="urn:microsoft.com/office/officeart/2005/8/layout/list1"/>
    <dgm:cxn modelId="{A14297D9-4ECD-4A45-9DB3-E30B39D9CBD3}" type="presParOf" srcId="{93BD06D9-07E2-4928-B160-972175A1DF37}" destId="{28A3FD51-86D7-40D6-9D50-220B99F68E83}" srcOrd="0" destOrd="0" presId="urn:microsoft.com/office/officeart/2005/8/layout/list1"/>
    <dgm:cxn modelId="{05E594B6-6643-450C-AA96-185964D8AA5E}" type="presParOf" srcId="{93BD06D9-07E2-4928-B160-972175A1DF37}" destId="{179E6E21-51F0-484A-874B-F439FDB7A343}" srcOrd="1" destOrd="0" presId="urn:microsoft.com/office/officeart/2005/8/layout/list1"/>
    <dgm:cxn modelId="{D9C3327E-0C0C-4D2B-8C50-161193E75F13}" type="presParOf" srcId="{EBD6D830-231F-4719-BD03-702045224D23}" destId="{802E2DF7-A985-4320-A060-465BAA46A157}" srcOrd="17" destOrd="0" presId="urn:microsoft.com/office/officeart/2005/8/layout/list1"/>
    <dgm:cxn modelId="{A6E82303-6A05-45C4-B1E5-A78F5BE5E6BB}" type="presParOf" srcId="{EBD6D830-231F-4719-BD03-702045224D23}" destId="{398923F3-BF23-43A2-B30F-1E245ED93CBB}" srcOrd="18" destOrd="0" presId="urn:microsoft.com/office/officeart/2005/8/layout/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726BA73B-0847-4769-945C-DF9C876B2F3A}" type="doc">
      <dgm:prSet loTypeId="urn:microsoft.com/office/officeart/2005/8/layout/list1" loCatId="list" qsTypeId="urn:microsoft.com/office/officeart/2005/8/quickstyle/simple1" qsCatId="simple" csTypeId="urn:microsoft.com/office/officeart/2005/8/colors/colorful2" csCatId="colorful" phldr="1"/>
      <dgm:spPr/>
      <dgm:t>
        <a:bodyPr/>
        <a:lstStyle/>
        <a:p>
          <a:endParaRPr lang="zh-CN" altLang="en-US"/>
        </a:p>
      </dgm:t>
    </dgm:pt>
    <dgm:pt modelId="{C0DEDDF9-DEA5-4D95-8CAD-3C9279CF9CE4}">
      <dgm:prSet phldrT="[文本]"/>
      <dgm:spPr/>
      <dgm:t>
        <a:bodyPr/>
        <a:lstStyle/>
        <a:p>
          <a:r>
            <a:rPr lang="en-US" altLang="en-US"/>
            <a:t>6. </a:t>
          </a:r>
          <a:r>
            <a:rPr lang="zh-CN" altLang="en-US"/>
            <a:t>沟通管理</a:t>
          </a:r>
          <a:endParaRPr lang="zh-CN" altLang="en-US" dirty="0"/>
        </a:p>
      </dgm:t>
    </dgm:pt>
    <dgm:pt modelId="{975DA8A4-1C54-48B4-B89D-70731BC9C764}" cxnId="{CA12FA64-66D8-4AA6-8641-A492E334C3A8}" type="parTrans">
      <dgm:prSet/>
      <dgm:spPr/>
      <dgm:t>
        <a:bodyPr/>
        <a:lstStyle/>
        <a:p>
          <a:endParaRPr lang="zh-CN" altLang="en-US"/>
        </a:p>
      </dgm:t>
    </dgm:pt>
    <dgm:pt modelId="{452B9154-9027-4015-A4F6-07255F1DE768}" cxnId="{CA12FA64-66D8-4AA6-8641-A492E334C3A8}" type="sibTrans">
      <dgm:prSet/>
      <dgm:spPr/>
      <dgm:t>
        <a:bodyPr/>
        <a:lstStyle/>
        <a:p>
          <a:endParaRPr lang="zh-CN" altLang="en-US"/>
        </a:p>
      </dgm:t>
    </dgm:pt>
    <dgm:pt modelId="{BF72EE64-535D-4ACB-8982-B7C6F62AA1D2}">
      <dgm:prSet phldrT="[文本]"/>
      <dgm:spPr/>
      <dgm:t>
        <a:bodyPr/>
        <a:lstStyle/>
        <a:p>
          <a:r>
            <a:rPr lang="zh-CN" altLang="en-US" dirty="0"/>
            <a:t>沟通的重要性与沟通计划</a:t>
          </a:r>
        </a:p>
      </dgm:t>
    </dgm:pt>
    <dgm:pt modelId="{23A914A5-A6DA-4CC6-97C6-97721B857E20}" cxnId="{20B3B9A5-61A5-4CF1-8275-AC1CBC92517D}" type="parTrans">
      <dgm:prSet/>
      <dgm:spPr/>
      <dgm:t>
        <a:bodyPr/>
        <a:lstStyle/>
        <a:p>
          <a:endParaRPr lang="zh-CN" altLang="en-US"/>
        </a:p>
      </dgm:t>
    </dgm:pt>
    <dgm:pt modelId="{D05581F0-6479-474F-9A98-29D7B7052D04}" cxnId="{20B3B9A5-61A5-4CF1-8275-AC1CBC92517D}" type="sibTrans">
      <dgm:prSet/>
      <dgm:spPr/>
      <dgm:t>
        <a:bodyPr/>
        <a:lstStyle/>
        <a:p>
          <a:endParaRPr lang="zh-CN" altLang="en-US"/>
        </a:p>
      </dgm:t>
    </dgm:pt>
    <dgm:pt modelId="{D88C2DC7-C4E5-4D7C-AA79-5CED71A4018D}">
      <dgm:prSet phldrT="[文本]"/>
      <dgm:spPr/>
      <dgm:t>
        <a:bodyPr/>
        <a:lstStyle/>
        <a:p>
          <a:r>
            <a:rPr lang="zh-CN" altLang="en-US" dirty="0"/>
            <a:t>沟通方式的选择与应用</a:t>
          </a:r>
        </a:p>
      </dgm:t>
    </dgm:pt>
    <dgm:pt modelId="{3D6822F1-A47F-46B1-B835-2F783633992D}" cxnId="{AB26D0B9-7836-4012-A23E-8230FCD92E67}" type="parTrans">
      <dgm:prSet/>
      <dgm:spPr/>
      <dgm:t>
        <a:bodyPr/>
        <a:lstStyle/>
        <a:p>
          <a:endParaRPr lang="zh-CN" altLang="en-US"/>
        </a:p>
      </dgm:t>
    </dgm:pt>
    <dgm:pt modelId="{227DB852-8B99-423E-8841-A3DD43622202}" cxnId="{AB26D0B9-7836-4012-A23E-8230FCD92E67}" type="sibTrans">
      <dgm:prSet/>
      <dgm:spPr/>
      <dgm:t>
        <a:bodyPr/>
        <a:lstStyle/>
        <a:p>
          <a:endParaRPr lang="zh-CN" altLang="en-US"/>
        </a:p>
      </dgm:t>
    </dgm:pt>
    <dgm:pt modelId="{4D7D2A91-5CA6-44B1-815E-E49D8FF4D063}">
      <dgm:prSet phldrT="[文本]"/>
      <dgm:spPr/>
      <dgm:t>
        <a:bodyPr/>
        <a:lstStyle/>
        <a:p>
          <a:r>
            <a:rPr lang="zh-CN" altLang="en-US" dirty="0"/>
            <a:t>有效沟通的技巧与实践</a:t>
          </a:r>
        </a:p>
      </dgm:t>
    </dgm:pt>
    <dgm:pt modelId="{D8E23FFC-9265-4D6F-9AA7-92CE780AD408}" cxnId="{61EDD8D4-CEF8-45F1-9430-72EF9BF02D8A}" type="parTrans">
      <dgm:prSet/>
      <dgm:spPr/>
      <dgm:t>
        <a:bodyPr/>
        <a:lstStyle/>
        <a:p>
          <a:endParaRPr lang="zh-CN" altLang="en-US"/>
        </a:p>
      </dgm:t>
    </dgm:pt>
    <dgm:pt modelId="{AFF2A90D-2DD7-4704-B942-92C4DBD2859D}" cxnId="{61EDD8D4-CEF8-45F1-9430-72EF9BF02D8A}" type="sibTrans">
      <dgm:prSet/>
      <dgm:spPr/>
      <dgm:t>
        <a:bodyPr/>
        <a:lstStyle/>
        <a:p>
          <a:endParaRPr lang="zh-CN" altLang="en-US"/>
        </a:p>
      </dgm:t>
    </dgm:pt>
    <dgm:pt modelId="{C2203CB2-AEA4-4637-B355-D781D40480FE}">
      <dgm:prSet phldrT="[文本]"/>
      <dgm:spPr/>
      <dgm:t>
        <a:bodyPr/>
        <a:lstStyle/>
        <a:p>
          <a:r>
            <a:rPr lang="zh-CN" altLang="en-US" dirty="0"/>
            <a:t>本质洞察、条理、同理心</a:t>
          </a:r>
        </a:p>
      </dgm:t>
    </dgm:pt>
    <dgm:pt modelId="{C11DF5FA-B3F6-4A4D-A005-AB0D3CEC2E35}" cxnId="{C86ADC64-6D41-4D08-B71A-7D1C168FE56D}" type="parTrans">
      <dgm:prSet/>
      <dgm:spPr/>
      <dgm:t>
        <a:bodyPr/>
        <a:lstStyle/>
        <a:p>
          <a:endParaRPr lang="zh-CN" altLang="en-US"/>
        </a:p>
      </dgm:t>
    </dgm:pt>
    <dgm:pt modelId="{B062CD20-7906-4C49-BBE4-C7F6A994497A}" cxnId="{C86ADC64-6D41-4D08-B71A-7D1C168FE56D}" type="sibTrans">
      <dgm:prSet/>
      <dgm:spPr/>
      <dgm:t>
        <a:bodyPr/>
        <a:lstStyle/>
        <a:p>
          <a:endParaRPr lang="zh-CN" altLang="en-US"/>
        </a:p>
      </dgm:t>
    </dgm:pt>
    <dgm:pt modelId="{A066BE63-641F-4D5A-AF95-E5C5E58895EB}">
      <dgm:prSet phldrT="[文本]"/>
      <dgm:spPr/>
      <dgm:t>
        <a:bodyPr/>
        <a:lstStyle/>
        <a:p>
          <a:r>
            <a:rPr lang="zh-CN" altLang="en-US" dirty="0"/>
            <a:t>问题升级与解决策略</a:t>
          </a:r>
        </a:p>
      </dgm:t>
    </dgm:pt>
    <dgm:pt modelId="{9BDBE2B2-92DF-4976-A0CC-F1AF61D708EB}" cxnId="{3CEB4B4A-F239-4A28-BBE4-C6DE305285F7}" type="parTrans">
      <dgm:prSet/>
      <dgm:spPr/>
      <dgm:t>
        <a:bodyPr/>
        <a:lstStyle/>
        <a:p>
          <a:endParaRPr lang="zh-CN" altLang="en-US"/>
        </a:p>
      </dgm:t>
    </dgm:pt>
    <dgm:pt modelId="{C2A96FDA-9F86-48FA-B557-9BAE25D8B5A3}" cxnId="{3CEB4B4A-F239-4A28-BBE4-C6DE305285F7}" type="sibTrans">
      <dgm:prSet/>
      <dgm:spPr/>
      <dgm:t>
        <a:bodyPr/>
        <a:lstStyle/>
        <a:p>
          <a:endParaRPr lang="zh-CN" altLang="en-US"/>
        </a:p>
      </dgm:t>
    </dgm:pt>
    <dgm:pt modelId="{B3D91545-3DA5-4A07-8CCD-CFFFE09B3459}">
      <dgm:prSet phldrT="[文本]"/>
      <dgm:spPr/>
      <dgm:t>
        <a:bodyPr/>
        <a:lstStyle/>
        <a:p>
          <a:r>
            <a:rPr lang="en-US" altLang="en-US" dirty="0"/>
            <a:t>7. </a:t>
          </a:r>
          <a:r>
            <a:rPr lang="zh-CN" altLang="en-US" dirty="0"/>
            <a:t>执行阶段</a:t>
          </a:r>
        </a:p>
      </dgm:t>
    </dgm:pt>
    <dgm:pt modelId="{F37A26FB-1F10-4C74-AE93-8BFB464E97C9}" cxnId="{B635D621-95E4-4088-AF94-8F2A48041BAE}" type="parTrans">
      <dgm:prSet/>
      <dgm:spPr/>
      <dgm:t>
        <a:bodyPr/>
        <a:lstStyle/>
        <a:p>
          <a:endParaRPr lang="zh-CN" altLang="en-US"/>
        </a:p>
      </dgm:t>
    </dgm:pt>
    <dgm:pt modelId="{A2E90985-B14A-45FE-AAE3-B0976CEBA9A3}" cxnId="{B635D621-95E4-4088-AF94-8F2A48041BAE}" type="sibTrans">
      <dgm:prSet/>
      <dgm:spPr/>
      <dgm:t>
        <a:bodyPr/>
        <a:lstStyle/>
        <a:p>
          <a:endParaRPr lang="zh-CN" altLang="en-US"/>
        </a:p>
      </dgm:t>
    </dgm:pt>
    <dgm:pt modelId="{0949E3A7-95C9-4EF5-ABF3-1BDC2480EFE4}">
      <dgm:prSet/>
      <dgm:spPr/>
      <dgm:t>
        <a:bodyPr/>
        <a:lstStyle/>
        <a:p>
          <a:r>
            <a:rPr lang="zh-CN" altLang="en-US" dirty="0"/>
            <a:t>团队建设与沟通管理</a:t>
          </a:r>
        </a:p>
      </dgm:t>
    </dgm:pt>
    <dgm:pt modelId="{F1382D22-C8D8-4E83-82AD-645609D7A077}" cxnId="{5B871954-9796-43E1-921B-709CC39997EA}" type="parTrans">
      <dgm:prSet/>
      <dgm:spPr/>
      <dgm:t>
        <a:bodyPr/>
        <a:lstStyle/>
        <a:p>
          <a:endParaRPr lang="zh-CN" altLang="en-US"/>
        </a:p>
      </dgm:t>
    </dgm:pt>
    <dgm:pt modelId="{D26361FD-8C5D-4646-B4E4-6B443F83090F}" cxnId="{5B871954-9796-43E1-921B-709CC39997EA}" type="sibTrans">
      <dgm:prSet/>
      <dgm:spPr/>
      <dgm:t>
        <a:bodyPr/>
        <a:lstStyle/>
        <a:p>
          <a:endParaRPr lang="zh-CN" altLang="en-US"/>
        </a:p>
      </dgm:t>
    </dgm:pt>
    <dgm:pt modelId="{28AA00DD-1EA5-445C-94C6-2D6E5B0C3BF0}">
      <dgm:prSet/>
      <dgm:spPr/>
      <dgm:t>
        <a:bodyPr/>
        <a:lstStyle/>
        <a:p>
          <a:r>
            <a:rPr lang="zh-CN" altLang="en-US" dirty="0"/>
            <a:t>项目启动会议的组织与执行</a:t>
          </a:r>
        </a:p>
      </dgm:t>
    </dgm:pt>
    <dgm:pt modelId="{F32FED75-EDB4-44DB-A83F-38B282EC0AEF}" cxnId="{0D062523-D673-4937-B34F-B502D251E1AA}" type="parTrans">
      <dgm:prSet/>
      <dgm:spPr/>
      <dgm:t>
        <a:bodyPr/>
        <a:lstStyle/>
        <a:p>
          <a:endParaRPr lang="zh-CN" altLang="en-US"/>
        </a:p>
      </dgm:t>
    </dgm:pt>
    <dgm:pt modelId="{51D626C0-DA80-4004-AAFD-C63413AF6AC0}" cxnId="{0D062523-D673-4937-B34F-B502D251E1AA}" type="sibTrans">
      <dgm:prSet/>
      <dgm:spPr/>
      <dgm:t>
        <a:bodyPr/>
        <a:lstStyle/>
        <a:p>
          <a:endParaRPr lang="zh-CN" altLang="en-US"/>
        </a:p>
      </dgm:t>
    </dgm:pt>
    <dgm:pt modelId="{E44D1EE0-ABF1-4FC5-AE10-B3D8C9E58E24}">
      <dgm:prSet/>
      <dgm:spPr/>
      <dgm:t>
        <a:bodyPr/>
        <a:lstStyle/>
        <a:p>
          <a:r>
            <a:rPr lang="zh-CN" altLang="en-US" dirty="0"/>
            <a:t>变更管理的原则与实践</a:t>
          </a:r>
        </a:p>
      </dgm:t>
    </dgm:pt>
    <dgm:pt modelId="{963FC75F-25FE-4E03-801B-CAC80662F1C5}" cxnId="{5BA668E5-5E0F-4EF3-AE0D-99014446BA55}" type="parTrans">
      <dgm:prSet/>
      <dgm:spPr/>
      <dgm:t>
        <a:bodyPr/>
        <a:lstStyle/>
        <a:p>
          <a:endParaRPr lang="zh-CN" altLang="en-US"/>
        </a:p>
      </dgm:t>
    </dgm:pt>
    <dgm:pt modelId="{A86D58D9-2BB8-4225-BCC1-A62777748AD9}" cxnId="{5BA668E5-5E0F-4EF3-AE0D-99014446BA55}" type="sibTrans">
      <dgm:prSet/>
      <dgm:spPr/>
      <dgm:t>
        <a:bodyPr/>
        <a:lstStyle/>
        <a:p>
          <a:endParaRPr lang="zh-CN" altLang="en-US"/>
        </a:p>
      </dgm:t>
    </dgm:pt>
    <dgm:pt modelId="{F4A9574F-441C-4CFC-96A8-F38FE783D5D7}">
      <dgm:prSet/>
      <dgm:spPr/>
      <dgm:t>
        <a:bodyPr/>
        <a:lstStyle/>
        <a:p>
          <a:r>
            <a:rPr lang="zh-CN" altLang="en-US" dirty="0"/>
            <a:t>监督与控制项目进度</a:t>
          </a:r>
        </a:p>
      </dgm:t>
    </dgm:pt>
    <dgm:pt modelId="{842CEC51-24A2-4CB8-8871-E3109F4B1E3D}" cxnId="{BD79E540-C7E0-4A3A-8B61-D99CDCC9C2DE}" type="parTrans">
      <dgm:prSet/>
      <dgm:spPr/>
      <dgm:t>
        <a:bodyPr/>
        <a:lstStyle/>
        <a:p>
          <a:endParaRPr lang="zh-CN" altLang="en-US"/>
        </a:p>
      </dgm:t>
    </dgm:pt>
    <dgm:pt modelId="{2ABC45DC-8AC0-49E7-9F26-F4C5C393DB05}" cxnId="{BD79E540-C7E0-4A3A-8B61-D99CDCC9C2DE}" type="sibTrans">
      <dgm:prSet/>
      <dgm:spPr/>
      <dgm:t>
        <a:bodyPr/>
        <a:lstStyle/>
        <a:p>
          <a:endParaRPr lang="zh-CN" altLang="en-US"/>
        </a:p>
      </dgm:t>
    </dgm:pt>
    <dgm:pt modelId="{28B63718-0861-48C1-913E-CC78A349FDE6}">
      <dgm:prSet/>
      <dgm:spPr/>
      <dgm:t>
        <a:bodyPr/>
        <a:lstStyle/>
        <a:p>
          <a:r>
            <a:rPr lang="zh-CN" altLang="en-US" dirty="0"/>
            <a:t>里程碑的设定与检查</a:t>
          </a:r>
        </a:p>
      </dgm:t>
    </dgm:pt>
    <dgm:pt modelId="{F5435191-B3AB-4331-ACCB-DD853551CF0D}" cxnId="{5A79D73D-B5A2-4F90-BD6F-7FDE5B3A06BA}" type="parTrans">
      <dgm:prSet/>
      <dgm:spPr/>
      <dgm:t>
        <a:bodyPr/>
        <a:lstStyle/>
        <a:p>
          <a:endParaRPr lang="zh-CN" altLang="en-US"/>
        </a:p>
      </dgm:t>
    </dgm:pt>
    <dgm:pt modelId="{58A5B4FE-9546-4D6D-9FE6-DC7D88E8AB55}" cxnId="{5A79D73D-B5A2-4F90-BD6F-7FDE5B3A06BA}" type="sibTrans">
      <dgm:prSet/>
      <dgm:spPr/>
      <dgm:t>
        <a:bodyPr/>
        <a:lstStyle/>
        <a:p>
          <a:endParaRPr lang="zh-CN" altLang="en-US"/>
        </a:p>
      </dgm:t>
    </dgm:pt>
    <dgm:pt modelId="{02F885FB-BCFB-4CEE-A770-E4CC21C1D399}">
      <dgm:prSet/>
      <dgm:spPr/>
      <dgm:t>
        <a:bodyPr/>
        <a:lstStyle/>
        <a:p>
          <a:r>
            <a:rPr lang="zh-CN" altLang="en-US" dirty="0"/>
            <a:t>完工总结与经验教训的记录</a:t>
          </a:r>
        </a:p>
      </dgm:t>
    </dgm:pt>
    <dgm:pt modelId="{81966B0E-16B6-4E59-8CAC-B250B448694A}" cxnId="{1605AC9A-DCCA-48F9-ADBD-2AA5C8CF1B60}" type="parTrans">
      <dgm:prSet/>
      <dgm:spPr/>
      <dgm:t>
        <a:bodyPr/>
        <a:lstStyle/>
        <a:p>
          <a:endParaRPr lang="zh-CN" altLang="en-US"/>
        </a:p>
      </dgm:t>
    </dgm:pt>
    <dgm:pt modelId="{879B59DA-23F3-4E13-ACCC-03225D6D7C7D}" cxnId="{1605AC9A-DCCA-48F9-ADBD-2AA5C8CF1B60}" type="sibTrans">
      <dgm:prSet/>
      <dgm:spPr/>
      <dgm:t>
        <a:bodyPr/>
        <a:lstStyle/>
        <a:p>
          <a:endParaRPr lang="zh-CN" altLang="en-US"/>
        </a:p>
      </dgm:t>
    </dgm:pt>
    <dgm:pt modelId="{ADD95E9A-1C90-4DAB-9767-3485E55BACA3}">
      <dgm:prSet/>
      <dgm:spPr/>
      <dgm:t>
        <a:bodyPr/>
        <a:lstStyle/>
        <a:p>
          <a:r>
            <a:rPr lang="en-US" altLang="en-US" dirty="0"/>
            <a:t>8. </a:t>
          </a:r>
          <a:r>
            <a:rPr lang="zh-CN" altLang="en-US" dirty="0"/>
            <a:t>案例分析与实践</a:t>
          </a:r>
        </a:p>
      </dgm:t>
    </dgm:pt>
    <dgm:pt modelId="{81E0C287-B3D7-4868-AF39-C2E032577706}" cxnId="{67F682C7-24CB-49F6-A46E-B385ABC81DE6}" type="parTrans">
      <dgm:prSet/>
      <dgm:spPr/>
      <dgm:t>
        <a:bodyPr/>
        <a:lstStyle/>
        <a:p>
          <a:endParaRPr lang="zh-CN" altLang="en-US"/>
        </a:p>
      </dgm:t>
    </dgm:pt>
    <dgm:pt modelId="{11107ACF-C96F-470B-A06B-CD5A4D7A202B}" cxnId="{67F682C7-24CB-49F6-A46E-B385ABC81DE6}" type="sibTrans">
      <dgm:prSet/>
      <dgm:spPr/>
      <dgm:t>
        <a:bodyPr/>
        <a:lstStyle/>
        <a:p>
          <a:endParaRPr lang="zh-CN" altLang="en-US"/>
        </a:p>
      </dgm:t>
    </dgm:pt>
    <dgm:pt modelId="{02DF754E-F25A-4BDB-AB8C-5F4F2C23867B}">
      <dgm:prSet/>
      <dgm:spPr/>
      <dgm:t>
        <a:bodyPr/>
        <a:lstStyle/>
        <a:p>
          <a:r>
            <a:rPr lang="zh-CN" altLang="en-US" dirty="0"/>
            <a:t>分析案例中项目管理的成功与失败因素</a:t>
          </a:r>
        </a:p>
      </dgm:t>
    </dgm:pt>
    <dgm:pt modelId="{C9E44FF7-7CE5-4BE9-8BC7-18F277ADEB9C}" cxnId="{59750EEE-651C-4BC0-AADB-CDFF7A69E679}" type="parTrans">
      <dgm:prSet/>
      <dgm:spPr/>
      <dgm:t>
        <a:bodyPr/>
        <a:lstStyle/>
        <a:p>
          <a:endParaRPr lang="zh-CN" altLang="en-US"/>
        </a:p>
      </dgm:t>
    </dgm:pt>
    <dgm:pt modelId="{80C36A61-DF2F-489C-AC5F-8CB0264EE822}" cxnId="{59750EEE-651C-4BC0-AADB-CDFF7A69E679}" type="sibTrans">
      <dgm:prSet/>
      <dgm:spPr/>
      <dgm:t>
        <a:bodyPr/>
        <a:lstStyle/>
        <a:p>
          <a:endParaRPr lang="zh-CN" altLang="en-US"/>
        </a:p>
      </dgm:t>
    </dgm:pt>
    <dgm:pt modelId="{4065D2C8-017F-47F0-99A8-6A07A0A327F4}">
      <dgm:prSet/>
      <dgm:spPr/>
      <dgm:t>
        <a:bodyPr/>
        <a:lstStyle/>
        <a:p>
          <a:r>
            <a:rPr lang="zh-CN" altLang="en-US" dirty="0"/>
            <a:t>讨论案例中的实践要点与改进措施</a:t>
          </a:r>
        </a:p>
      </dgm:t>
    </dgm:pt>
    <dgm:pt modelId="{68F1B169-C3CE-46D5-8781-43F5CCFFAD7F}" cxnId="{30977974-94E8-4043-AAB2-90524488389F}" type="parTrans">
      <dgm:prSet/>
      <dgm:spPr/>
      <dgm:t>
        <a:bodyPr/>
        <a:lstStyle/>
        <a:p>
          <a:endParaRPr lang="zh-CN" altLang="en-US"/>
        </a:p>
      </dgm:t>
    </dgm:pt>
    <dgm:pt modelId="{D8BAED8E-8C14-467A-BCBD-3710E8D84CDB}" cxnId="{30977974-94E8-4043-AAB2-90524488389F}" type="sibTrans">
      <dgm:prSet/>
      <dgm:spPr/>
      <dgm:t>
        <a:bodyPr/>
        <a:lstStyle/>
        <a:p>
          <a:endParaRPr lang="zh-CN" altLang="en-US"/>
        </a:p>
      </dgm:t>
    </dgm:pt>
    <dgm:pt modelId="{DA0053D7-9CD0-4810-A5F5-819A6DE74A3B}">
      <dgm:prSet/>
      <dgm:spPr/>
      <dgm:t>
        <a:bodyPr/>
        <a:lstStyle/>
        <a:p>
          <a:r>
            <a:rPr lang="en-US" altLang="en-US" dirty="0"/>
            <a:t>9. </a:t>
          </a:r>
          <a:r>
            <a:rPr lang="zh-CN" altLang="en-US" dirty="0"/>
            <a:t>课程总结和回顾</a:t>
          </a:r>
        </a:p>
      </dgm:t>
    </dgm:pt>
    <dgm:pt modelId="{FC6C7437-3FA0-4143-A01C-70E4E7B0F83E}" cxnId="{3EAD048A-3956-41AF-8616-4A5456AE219A}" type="parTrans">
      <dgm:prSet/>
      <dgm:spPr/>
      <dgm:t>
        <a:bodyPr/>
        <a:lstStyle/>
        <a:p>
          <a:endParaRPr lang="zh-CN" altLang="en-US"/>
        </a:p>
      </dgm:t>
    </dgm:pt>
    <dgm:pt modelId="{084DA1E0-D69E-4DAF-8AC5-3B3EA5EB79E7}" cxnId="{3EAD048A-3956-41AF-8616-4A5456AE219A}" type="sibTrans">
      <dgm:prSet/>
      <dgm:spPr/>
      <dgm:t>
        <a:bodyPr/>
        <a:lstStyle/>
        <a:p>
          <a:endParaRPr lang="zh-CN" altLang="en-US"/>
        </a:p>
      </dgm:t>
    </dgm:pt>
    <dgm:pt modelId="{2AC9CDED-3CA3-4FA0-9A25-86CA743538C5}">
      <dgm:prSet/>
      <dgm:spPr/>
      <dgm:t>
        <a:bodyPr/>
        <a:lstStyle/>
        <a:p>
          <a:r>
            <a:rPr lang="zh-CN" altLang="en-US" dirty="0"/>
            <a:t>回顾课程要点</a:t>
          </a:r>
        </a:p>
      </dgm:t>
    </dgm:pt>
    <dgm:pt modelId="{2C85677D-C6E3-41E2-B662-1CCEDA3154F4}" cxnId="{77FED919-7482-484D-835A-91DBC0B39C13}" type="parTrans">
      <dgm:prSet/>
      <dgm:spPr/>
      <dgm:t>
        <a:bodyPr/>
        <a:lstStyle/>
        <a:p>
          <a:endParaRPr lang="zh-CN" altLang="en-US"/>
        </a:p>
      </dgm:t>
    </dgm:pt>
    <dgm:pt modelId="{73798CBE-834C-47DA-827D-4D45E535B9E6}" cxnId="{77FED919-7482-484D-835A-91DBC0B39C13}" type="sibTrans">
      <dgm:prSet/>
      <dgm:spPr/>
      <dgm:t>
        <a:bodyPr/>
        <a:lstStyle/>
        <a:p>
          <a:endParaRPr lang="zh-CN" altLang="en-US"/>
        </a:p>
      </dgm:t>
    </dgm:pt>
    <dgm:pt modelId="{BD023DAA-69C6-4196-BAD0-9035656FF821}" type="pres">
      <dgm:prSet presAssocID="{726BA73B-0847-4769-945C-DF9C876B2F3A}" presName="linear" presStyleCnt="0">
        <dgm:presLayoutVars>
          <dgm:dir/>
          <dgm:animLvl val="lvl"/>
          <dgm:resizeHandles val="exact"/>
        </dgm:presLayoutVars>
      </dgm:prSet>
      <dgm:spPr/>
    </dgm:pt>
    <dgm:pt modelId="{45856193-C4B8-498D-B6BA-AC01DCBEE91E}" type="pres">
      <dgm:prSet presAssocID="{C0DEDDF9-DEA5-4D95-8CAD-3C9279CF9CE4}" presName="parentLin" presStyleCnt="0"/>
      <dgm:spPr/>
    </dgm:pt>
    <dgm:pt modelId="{4A3A7654-FA58-4D7B-B008-0995BB0FEDCD}" type="pres">
      <dgm:prSet presAssocID="{C0DEDDF9-DEA5-4D95-8CAD-3C9279CF9CE4}" presName="parentLeftMargin" presStyleLbl="node1" presStyleIdx="0" presStyleCnt="4"/>
      <dgm:spPr/>
    </dgm:pt>
    <dgm:pt modelId="{3755F6E4-575A-4E6A-B574-B611E150BA63}" type="pres">
      <dgm:prSet presAssocID="{C0DEDDF9-DEA5-4D95-8CAD-3C9279CF9CE4}" presName="parentText" presStyleLbl="node1" presStyleIdx="0" presStyleCnt="4">
        <dgm:presLayoutVars>
          <dgm:chMax val="0"/>
          <dgm:bulletEnabled val="1"/>
        </dgm:presLayoutVars>
      </dgm:prSet>
      <dgm:spPr/>
    </dgm:pt>
    <dgm:pt modelId="{DC48573C-2961-40EF-BC44-4229589C593B}" type="pres">
      <dgm:prSet presAssocID="{C0DEDDF9-DEA5-4D95-8CAD-3C9279CF9CE4}" presName="negativeSpace" presStyleCnt="0"/>
      <dgm:spPr/>
    </dgm:pt>
    <dgm:pt modelId="{53BC6CD0-A147-4782-BCB8-4CDB5986F7C0}" type="pres">
      <dgm:prSet presAssocID="{C0DEDDF9-DEA5-4D95-8CAD-3C9279CF9CE4}" presName="childText" presStyleLbl="conFgAcc1" presStyleIdx="0" presStyleCnt="4">
        <dgm:presLayoutVars>
          <dgm:bulletEnabled val="1"/>
        </dgm:presLayoutVars>
      </dgm:prSet>
      <dgm:spPr/>
    </dgm:pt>
    <dgm:pt modelId="{7AE9F5E0-6BC2-47A2-B3A1-0A2A1E7012A1}" type="pres">
      <dgm:prSet presAssocID="{452B9154-9027-4015-A4F6-07255F1DE768}" presName="spaceBetweenRectangles" presStyleCnt="0"/>
      <dgm:spPr/>
    </dgm:pt>
    <dgm:pt modelId="{820637EC-152C-44A8-874A-969A86B62393}" type="pres">
      <dgm:prSet presAssocID="{B3D91545-3DA5-4A07-8CCD-CFFFE09B3459}" presName="parentLin" presStyleCnt="0"/>
      <dgm:spPr/>
    </dgm:pt>
    <dgm:pt modelId="{9C66DE84-3C7D-4299-8189-B459A680ABEB}" type="pres">
      <dgm:prSet presAssocID="{B3D91545-3DA5-4A07-8CCD-CFFFE09B3459}" presName="parentLeftMargin" presStyleLbl="node1" presStyleIdx="0" presStyleCnt="4"/>
      <dgm:spPr/>
    </dgm:pt>
    <dgm:pt modelId="{F966B0B3-5D61-4E36-AD03-7A88937DD2D6}" type="pres">
      <dgm:prSet presAssocID="{B3D91545-3DA5-4A07-8CCD-CFFFE09B3459}" presName="parentText" presStyleLbl="node1" presStyleIdx="1" presStyleCnt="4">
        <dgm:presLayoutVars>
          <dgm:chMax val="0"/>
          <dgm:bulletEnabled val="1"/>
        </dgm:presLayoutVars>
      </dgm:prSet>
      <dgm:spPr/>
    </dgm:pt>
    <dgm:pt modelId="{92ED6A72-8ACF-4446-BE27-F40AEFF83FDB}" type="pres">
      <dgm:prSet presAssocID="{B3D91545-3DA5-4A07-8CCD-CFFFE09B3459}" presName="negativeSpace" presStyleCnt="0"/>
      <dgm:spPr/>
    </dgm:pt>
    <dgm:pt modelId="{C302958C-5753-4CCE-A69A-C899B90BE58D}" type="pres">
      <dgm:prSet presAssocID="{B3D91545-3DA5-4A07-8CCD-CFFFE09B3459}" presName="childText" presStyleLbl="conFgAcc1" presStyleIdx="1" presStyleCnt="4">
        <dgm:presLayoutVars>
          <dgm:bulletEnabled val="1"/>
        </dgm:presLayoutVars>
      </dgm:prSet>
      <dgm:spPr/>
    </dgm:pt>
    <dgm:pt modelId="{ACF6014F-26F3-4249-A977-DE4A8B27B7A8}" type="pres">
      <dgm:prSet presAssocID="{A2E90985-B14A-45FE-AAE3-B0976CEBA9A3}" presName="spaceBetweenRectangles" presStyleCnt="0"/>
      <dgm:spPr/>
    </dgm:pt>
    <dgm:pt modelId="{8AB28BDD-9574-423C-A5B8-9841138319C3}" type="pres">
      <dgm:prSet presAssocID="{ADD95E9A-1C90-4DAB-9767-3485E55BACA3}" presName="parentLin" presStyleCnt="0"/>
      <dgm:spPr/>
    </dgm:pt>
    <dgm:pt modelId="{88CED1CE-FDF1-4F8E-A816-3FD1019FC1A6}" type="pres">
      <dgm:prSet presAssocID="{ADD95E9A-1C90-4DAB-9767-3485E55BACA3}" presName="parentLeftMargin" presStyleLbl="node1" presStyleIdx="1" presStyleCnt="4"/>
      <dgm:spPr/>
    </dgm:pt>
    <dgm:pt modelId="{F7CE9327-A1F3-4A15-BEE7-7F8B63F7B6E2}" type="pres">
      <dgm:prSet presAssocID="{ADD95E9A-1C90-4DAB-9767-3485E55BACA3}" presName="parentText" presStyleLbl="node1" presStyleIdx="2" presStyleCnt="4">
        <dgm:presLayoutVars>
          <dgm:chMax val="0"/>
          <dgm:bulletEnabled val="1"/>
        </dgm:presLayoutVars>
      </dgm:prSet>
      <dgm:spPr/>
    </dgm:pt>
    <dgm:pt modelId="{45772F69-3A28-4C50-A066-DE400F7455E5}" type="pres">
      <dgm:prSet presAssocID="{ADD95E9A-1C90-4DAB-9767-3485E55BACA3}" presName="negativeSpace" presStyleCnt="0"/>
      <dgm:spPr/>
    </dgm:pt>
    <dgm:pt modelId="{FABE6CBC-C6E1-48B3-AB5B-4992E9A4DFBB}" type="pres">
      <dgm:prSet presAssocID="{ADD95E9A-1C90-4DAB-9767-3485E55BACA3}" presName="childText" presStyleLbl="conFgAcc1" presStyleIdx="2" presStyleCnt="4">
        <dgm:presLayoutVars>
          <dgm:bulletEnabled val="1"/>
        </dgm:presLayoutVars>
      </dgm:prSet>
      <dgm:spPr/>
    </dgm:pt>
    <dgm:pt modelId="{6D70DDD8-65E9-4DF3-9A85-8DDCE49D52D5}" type="pres">
      <dgm:prSet presAssocID="{11107ACF-C96F-470B-A06B-CD5A4D7A202B}" presName="spaceBetweenRectangles" presStyleCnt="0"/>
      <dgm:spPr/>
    </dgm:pt>
    <dgm:pt modelId="{BAB1CF6A-F369-4A16-B9C8-447AABAB02A5}" type="pres">
      <dgm:prSet presAssocID="{DA0053D7-9CD0-4810-A5F5-819A6DE74A3B}" presName="parentLin" presStyleCnt="0"/>
      <dgm:spPr/>
    </dgm:pt>
    <dgm:pt modelId="{BCB87670-C66A-4D7B-9FE9-102E4B80BBD5}" type="pres">
      <dgm:prSet presAssocID="{DA0053D7-9CD0-4810-A5F5-819A6DE74A3B}" presName="parentLeftMargin" presStyleLbl="node1" presStyleIdx="2" presStyleCnt="4"/>
      <dgm:spPr/>
    </dgm:pt>
    <dgm:pt modelId="{FD98E740-51D2-42EA-BB4B-1C7CAD2FC40C}" type="pres">
      <dgm:prSet presAssocID="{DA0053D7-9CD0-4810-A5F5-819A6DE74A3B}" presName="parentText" presStyleLbl="node1" presStyleIdx="3" presStyleCnt="4">
        <dgm:presLayoutVars>
          <dgm:chMax val="0"/>
          <dgm:bulletEnabled val="1"/>
        </dgm:presLayoutVars>
      </dgm:prSet>
      <dgm:spPr/>
    </dgm:pt>
    <dgm:pt modelId="{8B99D138-FC25-4789-83E4-06018B57DC80}" type="pres">
      <dgm:prSet presAssocID="{DA0053D7-9CD0-4810-A5F5-819A6DE74A3B}" presName="negativeSpace" presStyleCnt="0"/>
      <dgm:spPr/>
    </dgm:pt>
    <dgm:pt modelId="{E28A0563-C9CF-44BE-AF5D-46FA133201BF}" type="pres">
      <dgm:prSet presAssocID="{DA0053D7-9CD0-4810-A5F5-819A6DE74A3B}" presName="childText" presStyleLbl="conFgAcc1" presStyleIdx="3" presStyleCnt="4">
        <dgm:presLayoutVars>
          <dgm:bulletEnabled val="1"/>
        </dgm:presLayoutVars>
      </dgm:prSet>
      <dgm:spPr/>
    </dgm:pt>
  </dgm:ptLst>
  <dgm:cxnLst>
    <dgm:cxn modelId="{E876AD07-8D7A-43C4-8A0B-A89ABE2D68AE}" type="presOf" srcId="{C2203CB2-AEA4-4637-B355-D781D40480FE}" destId="{53BC6CD0-A147-4782-BCB8-4CDB5986F7C0}" srcOrd="0" destOrd="3" presId="urn:microsoft.com/office/officeart/2005/8/layout/list1"/>
    <dgm:cxn modelId="{5410D511-4AF4-4077-B1BE-9CF5B5893C32}" type="presOf" srcId="{D88C2DC7-C4E5-4D7C-AA79-5CED71A4018D}" destId="{53BC6CD0-A147-4782-BCB8-4CDB5986F7C0}" srcOrd="0" destOrd="1" presId="urn:microsoft.com/office/officeart/2005/8/layout/list1"/>
    <dgm:cxn modelId="{F5F52B14-B014-485B-9CD9-93BFB19E8621}" type="presOf" srcId="{28AA00DD-1EA5-445C-94C6-2D6E5B0C3BF0}" destId="{C302958C-5753-4CCE-A69A-C899B90BE58D}" srcOrd="0" destOrd="1" presId="urn:microsoft.com/office/officeart/2005/8/layout/list1"/>
    <dgm:cxn modelId="{77FED919-7482-484D-835A-91DBC0B39C13}" srcId="{DA0053D7-9CD0-4810-A5F5-819A6DE74A3B}" destId="{2AC9CDED-3CA3-4FA0-9A25-86CA743538C5}" srcOrd="0" destOrd="0" parTransId="{2C85677D-C6E3-41E2-B662-1CCEDA3154F4}" sibTransId="{73798CBE-834C-47DA-827D-4D45E535B9E6}"/>
    <dgm:cxn modelId="{454ADD1C-8920-4BB8-893F-0311E0FC4E6E}" type="presOf" srcId="{E44D1EE0-ABF1-4FC5-AE10-B3D8C9E58E24}" destId="{C302958C-5753-4CCE-A69A-C899B90BE58D}" srcOrd="0" destOrd="2" presId="urn:microsoft.com/office/officeart/2005/8/layout/list1"/>
    <dgm:cxn modelId="{B635D621-95E4-4088-AF94-8F2A48041BAE}" srcId="{726BA73B-0847-4769-945C-DF9C876B2F3A}" destId="{B3D91545-3DA5-4A07-8CCD-CFFFE09B3459}" srcOrd="1" destOrd="0" parTransId="{F37A26FB-1F10-4C74-AE93-8BFB464E97C9}" sibTransId="{A2E90985-B14A-45FE-AAE3-B0976CEBA9A3}"/>
    <dgm:cxn modelId="{26F3A222-3F2D-4D35-849B-2E8D18BAF459}" type="presOf" srcId="{02DF754E-F25A-4BDB-AB8C-5F4F2C23867B}" destId="{FABE6CBC-C6E1-48B3-AB5B-4992E9A4DFBB}" srcOrd="0" destOrd="0" presId="urn:microsoft.com/office/officeart/2005/8/layout/list1"/>
    <dgm:cxn modelId="{0D062523-D673-4937-B34F-B502D251E1AA}" srcId="{B3D91545-3DA5-4A07-8CCD-CFFFE09B3459}" destId="{28AA00DD-1EA5-445C-94C6-2D6E5B0C3BF0}" srcOrd="1" destOrd="0" parTransId="{F32FED75-EDB4-44DB-A83F-38B282EC0AEF}" sibTransId="{51D626C0-DA80-4004-AAFD-C63413AF6AC0}"/>
    <dgm:cxn modelId="{2D9DE23B-EC44-41E1-8D24-BC9DFF28D589}" type="presOf" srcId="{28B63718-0861-48C1-913E-CC78A349FDE6}" destId="{C302958C-5753-4CCE-A69A-C899B90BE58D}" srcOrd="0" destOrd="4" presId="urn:microsoft.com/office/officeart/2005/8/layout/list1"/>
    <dgm:cxn modelId="{5A79D73D-B5A2-4F90-BD6F-7FDE5B3A06BA}" srcId="{B3D91545-3DA5-4A07-8CCD-CFFFE09B3459}" destId="{28B63718-0861-48C1-913E-CC78A349FDE6}" srcOrd="4" destOrd="0" parTransId="{F5435191-B3AB-4331-ACCB-DD853551CF0D}" sibTransId="{58A5B4FE-9546-4D6D-9FE6-DC7D88E8AB55}"/>
    <dgm:cxn modelId="{BD79E540-C7E0-4A3A-8B61-D99CDCC9C2DE}" srcId="{B3D91545-3DA5-4A07-8CCD-CFFFE09B3459}" destId="{F4A9574F-441C-4CFC-96A8-F38FE783D5D7}" srcOrd="3" destOrd="0" parTransId="{842CEC51-24A2-4CB8-8871-E3109F4B1E3D}" sibTransId="{2ABC45DC-8AC0-49E7-9F26-F4C5C393DB05}"/>
    <dgm:cxn modelId="{4A58DF5C-158D-4FD6-BB3B-3590DC0BBD73}" type="presOf" srcId="{DA0053D7-9CD0-4810-A5F5-819A6DE74A3B}" destId="{FD98E740-51D2-42EA-BB4B-1C7CAD2FC40C}" srcOrd="1" destOrd="0" presId="urn:microsoft.com/office/officeart/2005/8/layout/list1"/>
    <dgm:cxn modelId="{C2C9735D-D0E1-4FB1-A635-A3FB4DAC8CCE}" type="presOf" srcId="{C0DEDDF9-DEA5-4D95-8CAD-3C9279CF9CE4}" destId="{3755F6E4-575A-4E6A-B574-B611E150BA63}" srcOrd="1" destOrd="0" presId="urn:microsoft.com/office/officeart/2005/8/layout/list1"/>
    <dgm:cxn modelId="{543CA062-B2E1-4CF6-AA13-FD6C6259C0B6}" type="presOf" srcId="{B3D91545-3DA5-4A07-8CCD-CFFFE09B3459}" destId="{F966B0B3-5D61-4E36-AD03-7A88937DD2D6}" srcOrd="1" destOrd="0" presId="urn:microsoft.com/office/officeart/2005/8/layout/list1"/>
    <dgm:cxn modelId="{C86ADC64-6D41-4D08-B71A-7D1C168FE56D}" srcId="{C0DEDDF9-DEA5-4D95-8CAD-3C9279CF9CE4}" destId="{C2203CB2-AEA4-4637-B355-D781D40480FE}" srcOrd="3" destOrd="0" parTransId="{C11DF5FA-B3F6-4A4D-A005-AB0D3CEC2E35}" sibTransId="{B062CD20-7906-4C49-BBE4-C7F6A994497A}"/>
    <dgm:cxn modelId="{CA12FA64-66D8-4AA6-8641-A492E334C3A8}" srcId="{726BA73B-0847-4769-945C-DF9C876B2F3A}" destId="{C0DEDDF9-DEA5-4D95-8CAD-3C9279CF9CE4}" srcOrd="0" destOrd="0" parTransId="{975DA8A4-1C54-48B4-B89D-70731BC9C764}" sibTransId="{452B9154-9027-4015-A4F6-07255F1DE768}"/>
    <dgm:cxn modelId="{B714D747-96DB-4082-8DD3-DEC1B1DD61D2}" type="presOf" srcId="{BF72EE64-535D-4ACB-8982-B7C6F62AA1D2}" destId="{53BC6CD0-A147-4782-BCB8-4CDB5986F7C0}" srcOrd="0" destOrd="0" presId="urn:microsoft.com/office/officeart/2005/8/layout/list1"/>
    <dgm:cxn modelId="{3CEB4B4A-F239-4A28-BBE4-C6DE305285F7}" srcId="{C0DEDDF9-DEA5-4D95-8CAD-3C9279CF9CE4}" destId="{A066BE63-641F-4D5A-AF95-E5C5E58895EB}" srcOrd="4" destOrd="0" parTransId="{9BDBE2B2-92DF-4976-A0CC-F1AF61D708EB}" sibTransId="{C2A96FDA-9F86-48FA-B557-9BAE25D8B5A3}"/>
    <dgm:cxn modelId="{1B78C070-5522-49C7-B366-E38C1A64BF32}" type="presOf" srcId="{ADD95E9A-1C90-4DAB-9767-3485E55BACA3}" destId="{F7CE9327-A1F3-4A15-BEE7-7F8B63F7B6E2}" srcOrd="1" destOrd="0" presId="urn:microsoft.com/office/officeart/2005/8/layout/list1"/>
    <dgm:cxn modelId="{FB1B5A52-3D18-4B49-93D1-2A8F94760FBA}" type="presOf" srcId="{4D7D2A91-5CA6-44B1-815E-E49D8FF4D063}" destId="{53BC6CD0-A147-4782-BCB8-4CDB5986F7C0}" srcOrd="0" destOrd="2" presId="urn:microsoft.com/office/officeart/2005/8/layout/list1"/>
    <dgm:cxn modelId="{5B871954-9796-43E1-921B-709CC39997EA}" srcId="{B3D91545-3DA5-4A07-8CCD-CFFFE09B3459}" destId="{0949E3A7-95C9-4EF5-ABF3-1BDC2480EFE4}" srcOrd="0" destOrd="0" parTransId="{F1382D22-C8D8-4E83-82AD-645609D7A077}" sibTransId="{D26361FD-8C5D-4646-B4E4-6B443F83090F}"/>
    <dgm:cxn modelId="{30977974-94E8-4043-AAB2-90524488389F}" srcId="{ADD95E9A-1C90-4DAB-9767-3485E55BACA3}" destId="{4065D2C8-017F-47F0-99A8-6A07A0A327F4}" srcOrd="1" destOrd="0" parTransId="{68F1B169-C3CE-46D5-8781-43F5CCFFAD7F}" sibTransId="{D8BAED8E-8C14-467A-BCBD-3710E8D84CDB}"/>
    <dgm:cxn modelId="{D999FB54-51AA-4B58-84A2-E7D57DD79EDC}" type="presOf" srcId="{2AC9CDED-3CA3-4FA0-9A25-86CA743538C5}" destId="{E28A0563-C9CF-44BE-AF5D-46FA133201BF}" srcOrd="0" destOrd="0" presId="urn:microsoft.com/office/officeart/2005/8/layout/list1"/>
    <dgm:cxn modelId="{D8365757-49A6-42B7-9898-F26872D9AC11}" type="presOf" srcId="{ADD95E9A-1C90-4DAB-9767-3485E55BACA3}" destId="{88CED1CE-FDF1-4F8E-A816-3FD1019FC1A6}" srcOrd="0" destOrd="0" presId="urn:microsoft.com/office/officeart/2005/8/layout/list1"/>
    <dgm:cxn modelId="{610B707B-1EF8-419B-B93F-8A60A56576EF}" type="presOf" srcId="{0949E3A7-95C9-4EF5-ABF3-1BDC2480EFE4}" destId="{C302958C-5753-4CCE-A69A-C899B90BE58D}" srcOrd="0" destOrd="0" presId="urn:microsoft.com/office/officeart/2005/8/layout/list1"/>
    <dgm:cxn modelId="{842F7787-8D61-4518-B2C5-B0212172ABEB}" type="presOf" srcId="{DA0053D7-9CD0-4810-A5F5-819A6DE74A3B}" destId="{BCB87670-C66A-4D7B-9FE9-102E4B80BBD5}" srcOrd="0" destOrd="0" presId="urn:microsoft.com/office/officeart/2005/8/layout/list1"/>
    <dgm:cxn modelId="{3EAD048A-3956-41AF-8616-4A5456AE219A}" srcId="{726BA73B-0847-4769-945C-DF9C876B2F3A}" destId="{DA0053D7-9CD0-4810-A5F5-819A6DE74A3B}" srcOrd="3" destOrd="0" parTransId="{FC6C7437-3FA0-4143-A01C-70E4E7B0F83E}" sibTransId="{084DA1E0-D69E-4DAF-8AC5-3B3EA5EB79E7}"/>
    <dgm:cxn modelId="{F2B41B8B-DC7B-4F08-B8F8-008AA69F742C}" type="presOf" srcId="{A066BE63-641F-4D5A-AF95-E5C5E58895EB}" destId="{53BC6CD0-A147-4782-BCB8-4CDB5986F7C0}" srcOrd="0" destOrd="4" presId="urn:microsoft.com/office/officeart/2005/8/layout/list1"/>
    <dgm:cxn modelId="{A551618F-3981-48DF-86D3-2F3ECA0D4986}" type="presOf" srcId="{F4A9574F-441C-4CFC-96A8-F38FE783D5D7}" destId="{C302958C-5753-4CCE-A69A-C899B90BE58D}" srcOrd="0" destOrd="3" presId="urn:microsoft.com/office/officeart/2005/8/layout/list1"/>
    <dgm:cxn modelId="{1605AC9A-DCCA-48F9-ADBD-2AA5C8CF1B60}" srcId="{B3D91545-3DA5-4A07-8CCD-CFFFE09B3459}" destId="{02F885FB-BCFB-4CEE-A770-E4CC21C1D399}" srcOrd="5" destOrd="0" parTransId="{81966B0E-16B6-4E59-8CAC-B250B448694A}" sibTransId="{879B59DA-23F3-4E13-ACCC-03225D6D7C7D}"/>
    <dgm:cxn modelId="{20B3B9A5-61A5-4CF1-8275-AC1CBC92517D}" srcId="{C0DEDDF9-DEA5-4D95-8CAD-3C9279CF9CE4}" destId="{BF72EE64-535D-4ACB-8982-B7C6F62AA1D2}" srcOrd="0" destOrd="0" parTransId="{23A914A5-A6DA-4CC6-97C6-97721B857E20}" sibTransId="{D05581F0-6479-474F-9A98-29D7B7052D04}"/>
    <dgm:cxn modelId="{394605B9-17F7-4B6C-B538-8FB8BB0D330C}" type="presOf" srcId="{726BA73B-0847-4769-945C-DF9C876B2F3A}" destId="{BD023DAA-69C6-4196-BAD0-9035656FF821}" srcOrd="0" destOrd="0" presId="urn:microsoft.com/office/officeart/2005/8/layout/list1"/>
    <dgm:cxn modelId="{AB26D0B9-7836-4012-A23E-8230FCD92E67}" srcId="{C0DEDDF9-DEA5-4D95-8CAD-3C9279CF9CE4}" destId="{D88C2DC7-C4E5-4D7C-AA79-5CED71A4018D}" srcOrd="1" destOrd="0" parTransId="{3D6822F1-A47F-46B1-B835-2F783633992D}" sibTransId="{227DB852-8B99-423E-8841-A3DD43622202}"/>
    <dgm:cxn modelId="{67F682C7-24CB-49F6-A46E-B385ABC81DE6}" srcId="{726BA73B-0847-4769-945C-DF9C876B2F3A}" destId="{ADD95E9A-1C90-4DAB-9767-3485E55BACA3}" srcOrd="2" destOrd="0" parTransId="{81E0C287-B3D7-4868-AF39-C2E032577706}" sibTransId="{11107ACF-C96F-470B-A06B-CD5A4D7A202B}"/>
    <dgm:cxn modelId="{3C0632CA-9495-4AB1-A037-2DDD7C2F99BC}" type="presOf" srcId="{02F885FB-BCFB-4CEE-A770-E4CC21C1D399}" destId="{C302958C-5753-4CCE-A69A-C899B90BE58D}" srcOrd="0" destOrd="5" presId="urn:microsoft.com/office/officeart/2005/8/layout/list1"/>
    <dgm:cxn modelId="{32C5AAD2-ABA6-4DA3-9A37-24530F792E39}" type="presOf" srcId="{4065D2C8-017F-47F0-99A8-6A07A0A327F4}" destId="{FABE6CBC-C6E1-48B3-AB5B-4992E9A4DFBB}" srcOrd="0" destOrd="1" presId="urn:microsoft.com/office/officeart/2005/8/layout/list1"/>
    <dgm:cxn modelId="{61EDD8D4-CEF8-45F1-9430-72EF9BF02D8A}" srcId="{C0DEDDF9-DEA5-4D95-8CAD-3C9279CF9CE4}" destId="{4D7D2A91-5CA6-44B1-815E-E49D8FF4D063}" srcOrd="2" destOrd="0" parTransId="{D8E23FFC-9265-4D6F-9AA7-92CE780AD408}" sibTransId="{AFF2A90D-2DD7-4704-B942-92C4DBD2859D}"/>
    <dgm:cxn modelId="{5BA668E5-5E0F-4EF3-AE0D-99014446BA55}" srcId="{B3D91545-3DA5-4A07-8CCD-CFFFE09B3459}" destId="{E44D1EE0-ABF1-4FC5-AE10-B3D8C9E58E24}" srcOrd="2" destOrd="0" parTransId="{963FC75F-25FE-4E03-801B-CAC80662F1C5}" sibTransId="{A86D58D9-2BB8-4225-BCC1-A62777748AD9}"/>
    <dgm:cxn modelId="{61BDC8E6-491E-4127-B7BB-ACD16051D2BE}" type="presOf" srcId="{C0DEDDF9-DEA5-4D95-8CAD-3C9279CF9CE4}" destId="{4A3A7654-FA58-4D7B-B008-0995BB0FEDCD}" srcOrd="0" destOrd="0" presId="urn:microsoft.com/office/officeart/2005/8/layout/list1"/>
    <dgm:cxn modelId="{59750EEE-651C-4BC0-AADB-CDFF7A69E679}" srcId="{ADD95E9A-1C90-4DAB-9767-3485E55BACA3}" destId="{02DF754E-F25A-4BDB-AB8C-5F4F2C23867B}" srcOrd="0" destOrd="0" parTransId="{C9E44FF7-7CE5-4BE9-8BC7-18F277ADEB9C}" sibTransId="{80C36A61-DF2F-489C-AC5F-8CB0264EE822}"/>
    <dgm:cxn modelId="{7CA414FD-8594-40BA-81BE-3BD68A966B15}" type="presOf" srcId="{B3D91545-3DA5-4A07-8CCD-CFFFE09B3459}" destId="{9C66DE84-3C7D-4299-8189-B459A680ABEB}" srcOrd="0" destOrd="0" presId="urn:microsoft.com/office/officeart/2005/8/layout/list1"/>
    <dgm:cxn modelId="{7A2FEF09-31CF-4FE6-9023-0666A609DBE5}" type="presParOf" srcId="{BD023DAA-69C6-4196-BAD0-9035656FF821}" destId="{45856193-C4B8-498D-B6BA-AC01DCBEE91E}" srcOrd="0" destOrd="0" presId="urn:microsoft.com/office/officeart/2005/8/layout/list1"/>
    <dgm:cxn modelId="{51161F13-0C03-4241-BC37-E58D184BADF5}" type="presParOf" srcId="{45856193-C4B8-498D-B6BA-AC01DCBEE91E}" destId="{4A3A7654-FA58-4D7B-B008-0995BB0FEDCD}" srcOrd="0" destOrd="0" presId="urn:microsoft.com/office/officeart/2005/8/layout/list1"/>
    <dgm:cxn modelId="{60F95DBC-0406-4740-96A3-87396A6A4F47}" type="presParOf" srcId="{45856193-C4B8-498D-B6BA-AC01DCBEE91E}" destId="{3755F6E4-575A-4E6A-B574-B611E150BA63}" srcOrd="1" destOrd="0" presId="urn:microsoft.com/office/officeart/2005/8/layout/list1"/>
    <dgm:cxn modelId="{776C64AA-9E8D-4E86-B14C-47D86605F27D}" type="presParOf" srcId="{BD023DAA-69C6-4196-BAD0-9035656FF821}" destId="{DC48573C-2961-40EF-BC44-4229589C593B}" srcOrd="1" destOrd="0" presId="urn:microsoft.com/office/officeart/2005/8/layout/list1"/>
    <dgm:cxn modelId="{9E238993-E402-4C7A-B75F-DE48F0315CF0}" type="presParOf" srcId="{BD023DAA-69C6-4196-BAD0-9035656FF821}" destId="{53BC6CD0-A147-4782-BCB8-4CDB5986F7C0}" srcOrd="2" destOrd="0" presId="urn:microsoft.com/office/officeart/2005/8/layout/list1"/>
    <dgm:cxn modelId="{A7096ECA-24F2-4C0E-9C69-1DB68F8D0BB5}" type="presParOf" srcId="{BD023DAA-69C6-4196-BAD0-9035656FF821}" destId="{7AE9F5E0-6BC2-47A2-B3A1-0A2A1E7012A1}" srcOrd="3" destOrd="0" presId="urn:microsoft.com/office/officeart/2005/8/layout/list1"/>
    <dgm:cxn modelId="{58B50C2C-20B9-41B4-B10B-AC085AB96CFB}" type="presParOf" srcId="{BD023DAA-69C6-4196-BAD0-9035656FF821}" destId="{820637EC-152C-44A8-874A-969A86B62393}" srcOrd="4" destOrd="0" presId="urn:microsoft.com/office/officeart/2005/8/layout/list1"/>
    <dgm:cxn modelId="{8BCC78F6-3287-4994-8D14-D896D5FE2DB3}" type="presParOf" srcId="{820637EC-152C-44A8-874A-969A86B62393}" destId="{9C66DE84-3C7D-4299-8189-B459A680ABEB}" srcOrd="0" destOrd="0" presId="urn:microsoft.com/office/officeart/2005/8/layout/list1"/>
    <dgm:cxn modelId="{55D2EDA5-E111-4E8F-9682-8185C18779E9}" type="presParOf" srcId="{820637EC-152C-44A8-874A-969A86B62393}" destId="{F966B0B3-5D61-4E36-AD03-7A88937DD2D6}" srcOrd="1" destOrd="0" presId="urn:microsoft.com/office/officeart/2005/8/layout/list1"/>
    <dgm:cxn modelId="{EB24BA8B-0704-422C-AF41-6AC45963DB5D}" type="presParOf" srcId="{BD023DAA-69C6-4196-BAD0-9035656FF821}" destId="{92ED6A72-8ACF-4446-BE27-F40AEFF83FDB}" srcOrd="5" destOrd="0" presId="urn:microsoft.com/office/officeart/2005/8/layout/list1"/>
    <dgm:cxn modelId="{5CF638A9-48D1-45DF-BFFF-81F31A89A608}" type="presParOf" srcId="{BD023DAA-69C6-4196-BAD0-9035656FF821}" destId="{C302958C-5753-4CCE-A69A-C899B90BE58D}" srcOrd="6" destOrd="0" presId="urn:microsoft.com/office/officeart/2005/8/layout/list1"/>
    <dgm:cxn modelId="{08EA3FFE-A56F-40E0-9AD0-AED332DE2F2E}" type="presParOf" srcId="{BD023DAA-69C6-4196-BAD0-9035656FF821}" destId="{ACF6014F-26F3-4249-A977-DE4A8B27B7A8}" srcOrd="7" destOrd="0" presId="urn:microsoft.com/office/officeart/2005/8/layout/list1"/>
    <dgm:cxn modelId="{432D82C2-E151-4F68-831E-45EF32A56E7E}" type="presParOf" srcId="{BD023DAA-69C6-4196-BAD0-9035656FF821}" destId="{8AB28BDD-9574-423C-A5B8-9841138319C3}" srcOrd="8" destOrd="0" presId="urn:microsoft.com/office/officeart/2005/8/layout/list1"/>
    <dgm:cxn modelId="{47727356-0722-47C3-B9B7-1A2CF504BA34}" type="presParOf" srcId="{8AB28BDD-9574-423C-A5B8-9841138319C3}" destId="{88CED1CE-FDF1-4F8E-A816-3FD1019FC1A6}" srcOrd="0" destOrd="0" presId="urn:microsoft.com/office/officeart/2005/8/layout/list1"/>
    <dgm:cxn modelId="{550E8A67-1EC9-4154-A097-EE59032DBA6E}" type="presParOf" srcId="{8AB28BDD-9574-423C-A5B8-9841138319C3}" destId="{F7CE9327-A1F3-4A15-BEE7-7F8B63F7B6E2}" srcOrd="1" destOrd="0" presId="urn:microsoft.com/office/officeart/2005/8/layout/list1"/>
    <dgm:cxn modelId="{70549564-1C4A-4A4E-B579-93FE15F74FCA}" type="presParOf" srcId="{BD023DAA-69C6-4196-BAD0-9035656FF821}" destId="{45772F69-3A28-4C50-A066-DE400F7455E5}" srcOrd="9" destOrd="0" presId="urn:microsoft.com/office/officeart/2005/8/layout/list1"/>
    <dgm:cxn modelId="{47084D58-9FAB-4F96-BBB2-5D0B568ED554}" type="presParOf" srcId="{BD023DAA-69C6-4196-BAD0-9035656FF821}" destId="{FABE6CBC-C6E1-48B3-AB5B-4992E9A4DFBB}" srcOrd="10" destOrd="0" presId="urn:microsoft.com/office/officeart/2005/8/layout/list1"/>
    <dgm:cxn modelId="{59F52F89-8D32-444C-B7F5-41709D000803}" type="presParOf" srcId="{BD023DAA-69C6-4196-BAD0-9035656FF821}" destId="{6D70DDD8-65E9-4DF3-9A85-8DDCE49D52D5}" srcOrd="11" destOrd="0" presId="urn:microsoft.com/office/officeart/2005/8/layout/list1"/>
    <dgm:cxn modelId="{1BFD8CB2-D99F-4B42-860C-31211F0BA68C}" type="presParOf" srcId="{BD023DAA-69C6-4196-BAD0-9035656FF821}" destId="{BAB1CF6A-F369-4A16-B9C8-447AABAB02A5}" srcOrd="12" destOrd="0" presId="urn:microsoft.com/office/officeart/2005/8/layout/list1"/>
    <dgm:cxn modelId="{EFD867ED-4146-4DDB-9976-8A9A8B18BC5D}" type="presParOf" srcId="{BAB1CF6A-F369-4A16-B9C8-447AABAB02A5}" destId="{BCB87670-C66A-4D7B-9FE9-102E4B80BBD5}" srcOrd="0" destOrd="0" presId="urn:microsoft.com/office/officeart/2005/8/layout/list1"/>
    <dgm:cxn modelId="{0B417D2C-EC5F-4A81-A565-545DBD416E03}" type="presParOf" srcId="{BAB1CF6A-F369-4A16-B9C8-447AABAB02A5}" destId="{FD98E740-51D2-42EA-BB4B-1C7CAD2FC40C}" srcOrd="1" destOrd="0" presId="urn:microsoft.com/office/officeart/2005/8/layout/list1"/>
    <dgm:cxn modelId="{EE8C115E-1683-4289-A269-56C205E3604E}" type="presParOf" srcId="{BD023DAA-69C6-4196-BAD0-9035656FF821}" destId="{8B99D138-FC25-4789-83E4-06018B57DC80}" srcOrd="13" destOrd="0" presId="urn:microsoft.com/office/officeart/2005/8/layout/list1"/>
    <dgm:cxn modelId="{F4073268-EE1E-49BE-A7A0-4ABE3EAE81B8}" type="presParOf" srcId="{BD023DAA-69C6-4196-BAD0-9035656FF821}" destId="{E28A0563-C9CF-44BE-AF5D-46FA133201BF}" srcOrd="14" destOrd="0" presId="urn:microsoft.com/office/officeart/2005/8/layout/list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F615DB35-EEEE-4AB5-B56F-08FC4B41153E}"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zh-CN" altLang="en-US"/>
        </a:p>
      </dgm:t>
    </dgm:pt>
    <dgm:pt modelId="{8CD2A057-4722-4F06-A13E-9D676106898D}">
      <dgm:prSet phldrT="[文本]"/>
      <dgm:spPr/>
      <dgm:t>
        <a:bodyPr/>
        <a:lstStyle/>
        <a:p>
          <a:r>
            <a:rPr lang="en-US" altLang="en-US" dirty="0"/>
            <a:t>1. </a:t>
          </a:r>
          <a:r>
            <a:rPr lang="zh-CN" altLang="en-US" dirty="0"/>
            <a:t>引言</a:t>
          </a:r>
        </a:p>
      </dgm:t>
    </dgm:pt>
    <dgm:pt modelId="{3430EABE-77C1-45F5-A273-D84557BFF0FA}" cxnId="{9380673F-CA78-4E2C-A680-CCE48F323484}" type="parTrans">
      <dgm:prSet/>
      <dgm:spPr/>
      <dgm:t>
        <a:bodyPr/>
        <a:lstStyle/>
        <a:p>
          <a:endParaRPr lang="zh-CN" altLang="en-US"/>
        </a:p>
      </dgm:t>
    </dgm:pt>
    <dgm:pt modelId="{84BC8DC8-1CA1-403A-B58C-A304131E35E7}" cxnId="{9380673F-CA78-4E2C-A680-CCE48F323484}" type="sibTrans">
      <dgm:prSet/>
      <dgm:spPr/>
      <dgm:t>
        <a:bodyPr/>
        <a:lstStyle/>
        <a:p>
          <a:endParaRPr lang="zh-CN" altLang="en-US"/>
        </a:p>
      </dgm:t>
    </dgm:pt>
    <dgm:pt modelId="{155DAACA-3553-4AB4-941D-1613E6C6AC97}">
      <dgm:prSet/>
      <dgm:spPr/>
      <dgm:t>
        <a:bodyPr/>
        <a:lstStyle/>
        <a:p>
          <a:r>
            <a:rPr lang="zh-CN" altLang="en-US" dirty="0"/>
            <a:t>项目管理的重要性</a:t>
          </a:r>
        </a:p>
      </dgm:t>
    </dgm:pt>
    <dgm:pt modelId="{2D3C364C-0194-4109-9E66-5628BEB6E774}" cxnId="{A0FED7D6-D4F6-47A3-BF64-DDEC8287FCE7}" type="parTrans">
      <dgm:prSet/>
      <dgm:spPr/>
      <dgm:t>
        <a:bodyPr/>
        <a:lstStyle/>
        <a:p>
          <a:endParaRPr lang="zh-CN" altLang="en-US"/>
        </a:p>
      </dgm:t>
    </dgm:pt>
    <dgm:pt modelId="{B864D8B1-D2AD-4BD8-9BA8-D3FF000EC55B}" cxnId="{A0FED7D6-D4F6-47A3-BF64-DDEC8287FCE7}" type="sibTrans">
      <dgm:prSet/>
      <dgm:spPr/>
      <dgm:t>
        <a:bodyPr/>
        <a:lstStyle/>
        <a:p>
          <a:endParaRPr lang="zh-CN" altLang="en-US"/>
        </a:p>
      </dgm:t>
    </dgm:pt>
    <dgm:pt modelId="{CFEB4A4B-0749-4675-AC39-B6BEBA1FB6A1}">
      <dgm:prSet/>
      <dgm:spPr/>
      <dgm:t>
        <a:bodyPr/>
        <a:lstStyle/>
        <a:p>
          <a:r>
            <a:rPr lang="zh-CN" altLang="en-US" dirty="0"/>
            <a:t>课程目标</a:t>
          </a:r>
        </a:p>
      </dgm:t>
    </dgm:pt>
    <dgm:pt modelId="{4B91D0A0-73BB-416F-AA07-4EBEAF2CBDFE}" cxnId="{06483E18-C655-4FD1-A49B-C06DDF8D19BE}" type="parTrans">
      <dgm:prSet/>
      <dgm:spPr/>
      <dgm:t>
        <a:bodyPr/>
        <a:lstStyle/>
        <a:p>
          <a:endParaRPr lang="zh-CN" altLang="en-US"/>
        </a:p>
      </dgm:t>
    </dgm:pt>
    <dgm:pt modelId="{295A1BC5-C232-4D48-B2C3-589735394B4B}" cxnId="{06483E18-C655-4FD1-A49B-C06DDF8D19BE}" type="sibTrans">
      <dgm:prSet/>
      <dgm:spPr/>
      <dgm:t>
        <a:bodyPr/>
        <a:lstStyle/>
        <a:p>
          <a:endParaRPr lang="zh-CN" altLang="en-US"/>
        </a:p>
      </dgm:t>
    </dgm:pt>
    <dgm:pt modelId="{4179305C-D9BC-4FA7-8BE0-C34BDE57E1FF}">
      <dgm:prSet/>
      <dgm:spPr/>
      <dgm:t>
        <a:bodyPr/>
        <a:lstStyle/>
        <a:p>
          <a:r>
            <a:rPr lang="en-US" altLang="en-US" dirty="0"/>
            <a:t>2. </a:t>
          </a:r>
          <a:r>
            <a:rPr lang="zh-CN" altLang="en-US" dirty="0"/>
            <a:t>项目管理基本概念</a:t>
          </a:r>
        </a:p>
      </dgm:t>
    </dgm:pt>
    <dgm:pt modelId="{491C8FDE-D629-471E-A867-DC3FD886965A}" cxnId="{7C8C5DEB-319E-4028-8796-61162CA94FF9}" type="parTrans">
      <dgm:prSet/>
      <dgm:spPr/>
      <dgm:t>
        <a:bodyPr/>
        <a:lstStyle/>
        <a:p>
          <a:endParaRPr lang="zh-CN" altLang="en-US"/>
        </a:p>
      </dgm:t>
    </dgm:pt>
    <dgm:pt modelId="{1B43BF01-CEC1-46F4-A388-722B2A27ED92}" cxnId="{7C8C5DEB-319E-4028-8796-61162CA94FF9}" type="sibTrans">
      <dgm:prSet/>
      <dgm:spPr/>
      <dgm:t>
        <a:bodyPr/>
        <a:lstStyle/>
        <a:p>
          <a:endParaRPr lang="zh-CN" altLang="en-US"/>
        </a:p>
      </dgm:t>
    </dgm:pt>
    <dgm:pt modelId="{C2AD54F1-0B0D-4D98-A464-07900CC7F8E4}">
      <dgm:prSet/>
      <dgm:spPr/>
      <dgm:t>
        <a:bodyPr/>
        <a:lstStyle/>
        <a:p>
          <a:r>
            <a:rPr lang="zh-CN" altLang="en-US" dirty="0"/>
            <a:t>项目的定义与特点</a:t>
          </a:r>
        </a:p>
      </dgm:t>
    </dgm:pt>
    <dgm:pt modelId="{09150DEB-0995-4039-93E5-D39CD4A9F9B9}" cxnId="{B17D8BB6-C4EE-484F-8891-7BF7D75A9B55}" type="parTrans">
      <dgm:prSet/>
      <dgm:spPr/>
      <dgm:t>
        <a:bodyPr/>
        <a:lstStyle/>
        <a:p>
          <a:endParaRPr lang="zh-CN" altLang="en-US"/>
        </a:p>
      </dgm:t>
    </dgm:pt>
    <dgm:pt modelId="{A2CE6C12-1F3C-4D11-B69C-8FC8DCAD04A1}" cxnId="{B17D8BB6-C4EE-484F-8891-7BF7D75A9B55}" type="sibTrans">
      <dgm:prSet/>
      <dgm:spPr/>
      <dgm:t>
        <a:bodyPr/>
        <a:lstStyle/>
        <a:p>
          <a:endParaRPr lang="zh-CN" altLang="en-US"/>
        </a:p>
      </dgm:t>
    </dgm:pt>
    <dgm:pt modelId="{33D71B9C-5693-404D-AECE-D23912DB9D27}">
      <dgm:prSet/>
      <dgm:spPr/>
      <dgm:t>
        <a:bodyPr/>
        <a:lstStyle/>
        <a:p>
          <a:r>
            <a:rPr lang="zh-CN" altLang="en-US" dirty="0"/>
            <a:t>项目相关方的角色与影响</a:t>
          </a:r>
        </a:p>
      </dgm:t>
    </dgm:pt>
    <dgm:pt modelId="{8475E35D-2A71-458F-A4AC-A31F7E10AC5F}" cxnId="{ED4153FE-B5B3-4AFC-84D6-565A7EEEA2B0}" type="parTrans">
      <dgm:prSet/>
      <dgm:spPr/>
      <dgm:t>
        <a:bodyPr/>
        <a:lstStyle/>
        <a:p>
          <a:endParaRPr lang="zh-CN" altLang="en-US"/>
        </a:p>
      </dgm:t>
    </dgm:pt>
    <dgm:pt modelId="{DBF14952-162D-45A1-95A1-25CEE01538C5}" cxnId="{ED4153FE-B5B3-4AFC-84D6-565A7EEEA2B0}" type="sibTrans">
      <dgm:prSet/>
      <dgm:spPr/>
      <dgm:t>
        <a:bodyPr/>
        <a:lstStyle/>
        <a:p>
          <a:endParaRPr lang="zh-CN" altLang="en-US"/>
        </a:p>
      </dgm:t>
    </dgm:pt>
    <dgm:pt modelId="{8E16D7F1-79F4-444F-BD75-FF26C5371886}">
      <dgm:prSet/>
      <dgm:spPr/>
      <dgm:t>
        <a:bodyPr/>
        <a:lstStyle/>
        <a:p>
          <a:r>
            <a:rPr lang="zh-CN" altLang="en-US" dirty="0"/>
            <a:t>项目三角形：范围、时间、成本</a:t>
          </a:r>
        </a:p>
      </dgm:t>
    </dgm:pt>
    <dgm:pt modelId="{CC30C505-BA3E-42D1-A662-2151DEA02B05}" cxnId="{8FC19421-BAE4-4EA4-BDE2-34B8B4D2AC4D}" type="parTrans">
      <dgm:prSet/>
      <dgm:spPr/>
      <dgm:t>
        <a:bodyPr/>
        <a:lstStyle/>
        <a:p>
          <a:endParaRPr lang="zh-CN" altLang="en-US"/>
        </a:p>
      </dgm:t>
    </dgm:pt>
    <dgm:pt modelId="{964AC231-6D91-44E2-857D-D422754DDC0C}" cxnId="{8FC19421-BAE4-4EA4-BDE2-34B8B4D2AC4D}" type="sibTrans">
      <dgm:prSet/>
      <dgm:spPr/>
      <dgm:t>
        <a:bodyPr/>
        <a:lstStyle/>
        <a:p>
          <a:endParaRPr lang="zh-CN" altLang="en-US"/>
        </a:p>
      </dgm:t>
    </dgm:pt>
    <dgm:pt modelId="{1775BD14-B130-4DCD-A1D3-33E5F9D363E1}">
      <dgm:prSet/>
      <dgm:spPr/>
      <dgm:t>
        <a:bodyPr/>
        <a:lstStyle/>
        <a:p>
          <a:r>
            <a:rPr lang="en-US" altLang="en-US" dirty="0"/>
            <a:t>3. </a:t>
          </a:r>
          <a:r>
            <a:rPr lang="zh-CN" altLang="en-US" dirty="0"/>
            <a:t>项目管理流程与结构</a:t>
          </a:r>
        </a:p>
      </dgm:t>
    </dgm:pt>
    <dgm:pt modelId="{CF5B1EB1-7F9A-4E54-B187-2B5E1E154EC3}" cxnId="{C652F4F5-A653-42A4-857E-1CC2D4F19DFD}" type="parTrans">
      <dgm:prSet/>
      <dgm:spPr/>
      <dgm:t>
        <a:bodyPr/>
        <a:lstStyle/>
        <a:p>
          <a:endParaRPr lang="zh-CN" altLang="en-US"/>
        </a:p>
      </dgm:t>
    </dgm:pt>
    <dgm:pt modelId="{A74E407F-A65C-44CC-B68B-9B66AEE3302C}" cxnId="{C652F4F5-A653-42A4-857E-1CC2D4F19DFD}" type="sibTrans">
      <dgm:prSet/>
      <dgm:spPr/>
      <dgm:t>
        <a:bodyPr/>
        <a:lstStyle/>
        <a:p>
          <a:endParaRPr lang="zh-CN" altLang="en-US"/>
        </a:p>
      </dgm:t>
    </dgm:pt>
    <dgm:pt modelId="{C694D2FA-AD1E-4200-BCB5-1009F4DDF171}">
      <dgm:prSet/>
      <dgm:spPr/>
      <dgm:t>
        <a:bodyPr/>
        <a:lstStyle/>
        <a:p>
          <a:r>
            <a:rPr lang="zh-CN" altLang="en-US" dirty="0"/>
            <a:t>项目管理知识体系概述</a:t>
          </a:r>
        </a:p>
      </dgm:t>
    </dgm:pt>
    <dgm:pt modelId="{D75C7E2F-1C12-4794-884E-2B60C561A393}" cxnId="{14D891AB-2F31-4A1D-AD88-88F4AC2D75E1}" type="parTrans">
      <dgm:prSet/>
      <dgm:spPr/>
      <dgm:t>
        <a:bodyPr/>
        <a:lstStyle/>
        <a:p>
          <a:endParaRPr lang="zh-CN" altLang="en-US"/>
        </a:p>
      </dgm:t>
    </dgm:pt>
    <dgm:pt modelId="{AB6C1409-313A-4B51-9006-FC9ECED08A4A}" cxnId="{14D891AB-2F31-4A1D-AD88-88F4AC2D75E1}" type="sibTrans">
      <dgm:prSet/>
      <dgm:spPr/>
      <dgm:t>
        <a:bodyPr/>
        <a:lstStyle/>
        <a:p>
          <a:endParaRPr lang="zh-CN" altLang="en-US"/>
        </a:p>
      </dgm:t>
    </dgm:pt>
    <dgm:pt modelId="{B3A0BEFB-1BDB-4040-8ED0-4172CFEE3322}">
      <dgm:prSet/>
      <dgm:spPr/>
      <dgm:t>
        <a:bodyPr/>
        <a:lstStyle/>
        <a:p>
          <a:r>
            <a:rPr lang="zh-CN" altLang="en-US" dirty="0"/>
            <a:t>项目管理流程的三个阶段：定义、计划、实施</a:t>
          </a:r>
        </a:p>
      </dgm:t>
    </dgm:pt>
    <dgm:pt modelId="{6718C9B8-04B9-4D31-99FD-ECD2CB213258}" cxnId="{C0C0ACF2-3484-4820-A6C6-09B477EC7EBF}" type="parTrans">
      <dgm:prSet/>
      <dgm:spPr/>
      <dgm:t>
        <a:bodyPr/>
        <a:lstStyle/>
        <a:p>
          <a:endParaRPr lang="zh-CN" altLang="en-US"/>
        </a:p>
      </dgm:t>
    </dgm:pt>
    <dgm:pt modelId="{50F0EC66-8518-4F21-9FEB-E18AECC18B40}" cxnId="{C0C0ACF2-3484-4820-A6C6-09B477EC7EBF}" type="sibTrans">
      <dgm:prSet/>
      <dgm:spPr/>
      <dgm:t>
        <a:bodyPr/>
        <a:lstStyle/>
        <a:p>
          <a:endParaRPr lang="zh-CN" altLang="en-US"/>
        </a:p>
      </dgm:t>
    </dgm:pt>
    <dgm:pt modelId="{ADE455D4-96B6-48DC-AE97-B15A5CC5572E}">
      <dgm:prSet/>
      <dgm:spPr/>
      <dgm:t>
        <a:bodyPr/>
        <a:lstStyle/>
        <a:p>
          <a:r>
            <a:rPr lang="zh-CN" altLang="en-US" dirty="0"/>
            <a:t>项目生命周期与方法论</a:t>
          </a:r>
        </a:p>
      </dgm:t>
    </dgm:pt>
    <dgm:pt modelId="{D0E59CC0-F93F-401F-BCB7-F0F473D8A340}" cxnId="{0D43AEB6-BD49-45A3-A28D-CD8619A7669F}" type="parTrans">
      <dgm:prSet/>
      <dgm:spPr/>
      <dgm:t>
        <a:bodyPr/>
        <a:lstStyle/>
        <a:p>
          <a:endParaRPr lang="zh-CN" altLang="en-US"/>
        </a:p>
      </dgm:t>
    </dgm:pt>
    <dgm:pt modelId="{484B1C20-AE08-4937-84A8-5D9CDC3F12B2}" cxnId="{0D43AEB6-BD49-45A3-A28D-CD8619A7669F}" type="sibTrans">
      <dgm:prSet/>
      <dgm:spPr/>
      <dgm:t>
        <a:bodyPr/>
        <a:lstStyle/>
        <a:p>
          <a:endParaRPr lang="zh-CN" altLang="en-US"/>
        </a:p>
      </dgm:t>
    </dgm:pt>
    <dgm:pt modelId="{5F46FDB2-8B9C-46FC-9C0A-FAC1A460E9CE}">
      <dgm:prSet/>
      <dgm:spPr/>
      <dgm:t>
        <a:bodyPr/>
        <a:lstStyle/>
        <a:p>
          <a:r>
            <a:rPr lang="en-US" altLang="en-US" dirty="0"/>
            <a:t>4. </a:t>
          </a:r>
          <a:r>
            <a:rPr lang="zh-CN" altLang="en-US" dirty="0"/>
            <a:t>启动阶段</a:t>
          </a:r>
        </a:p>
      </dgm:t>
    </dgm:pt>
    <dgm:pt modelId="{1617B4BB-71D7-47C2-BB7C-9F0AF97AD68F}" cxnId="{2A4CA83E-4DA2-44AE-BE50-D452EF1970AA}" type="parTrans">
      <dgm:prSet/>
      <dgm:spPr/>
      <dgm:t>
        <a:bodyPr/>
        <a:lstStyle/>
        <a:p>
          <a:endParaRPr lang="zh-CN" altLang="en-US"/>
        </a:p>
      </dgm:t>
    </dgm:pt>
    <dgm:pt modelId="{19958ED8-BBF4-4E58-B560-C45FA99BA6FE}" cxnId="{2A4CA83E-4DA2-44AE-BE50-D452EF1970AA}" type="sibTrans">
      <dgm:prSet/>
      <dgm:spPr/>
      <dgm:t>
        <a:bodyPr/>
        <a:lstStyle/>
        <a:p>
          <a:endParaRPr lang="zh-CN" altLang="en-US"/>
        </a:p>
      </dgm:t>
    </dgm:pt>
    <dgm:pt modelId="{AABBE0A4-9943-4BF2-B71E-191309CC95E3}">
      <dgm:prSet/>
      <dgm:spPr/>
      <dgm:t>
        <a:bodyPr/>
        <a:lstStyle/>
        <a:p>
          <a:r>
            <a:rPr lang="zh-CN" altLang="en-US" dirty="0"/>
            <a:t>项目目标的</a:t>
          </a:r>
          <a:r>
            <a:rPr lang="en-US" altLang="en-US" dirty="0"/>
            <a:t>SMART</a:t>
          </a:r>
          <a:r>
            <a:rPr lang="zh-CN" altLang="en-US" dirty="0"/>
            <a:t>原则</a:t>
          </a:r>
        </a:p>
      </dgm:t>
    </dgm:pt>
    <dgm:pt modelId="{1C96CB9B-9AD6-4306-8417-201BAE32F872}" cxnId="{14B61186-B463-4BCB-90B0-E5DB078E45FE}" type="parTrans">
      <dgm:prSet/>
      <dgm:spPr/>
      <dgm:t>
        <a:bodyPr/>
        <a:lstStyle/>
        <a:p>
          <a:endParaRPr lang="zh-CN" altLang="en-US"/>
        </a:p>
      </dgm:t>
    </dgm:pt>
    <dgm:pt modelId="{4AEBA3C7-2F6B-4C72-9441-35AE37F9E6D7}" cxnId="{14B61186-B463-4BCB-90B0-E5DB078E45FE}" type="sibTrans">
      <dgm:prSet/>
      <dgm:spPr/>
      <dgm:t>
        <a:bodyPr/>
        <a:lstStyle/>
        <a:p>
          <a:endParaRPr lang="zh-CN" altLang="en-US"/>
        </a:p>
      </dgm:t>
    </dgm:pt>
    <dgm:pt modelId="{9E6830FF-4519-4F9D-BBF1-2FFEB414CC9D}">
      <dgm:prSet/>
      <dgm:spPr/>
      <dgm:t>
        <a:bodyPr/>
        <a:lstStyle/>
        <a:p>
          <a:r>
            <a:rPr lang="zh-CN" altLang="en-US" dirty="0"/>
            <a:t>工作分解结构（</a:t>
          </a:r>
          <a:r>
            <a:rPr lang="en-US" altLang="en-US" dirty="0"/>
            <a:t>WBS</a:t>
          </a:r>
          <a:r>
            <a:rPr lang="zh-CN" altLang="en-US" dirty="0"/>
            <a:t>）的创建与验证</a:t>
          </a:r>
        </a:p>
      </dgm:t>
    </dgm:pt>
    <dgm:pt modelId="{AA29ACB3-55FA-4E4E-A473-453927517240}" cxnId="{47DDB68A-5E68-4200-9644-D87243D36D83}" type="parTrans">
      <dgm:prSet/>
      <dgm:spPr/>
      <dgm:t>
        <a:bodyPr/>
        <a:lstStyle/>
        <a:p>
          <a:endParaRPr lang="zh-CN" altLang="en-US"/>
        </a:p>
      </dgm:t>
    </dgm:pt>
    <dgm:pt modelId="{CD6213DC-62C0-4FD9-AEDC-F47DB8212F13}" cxnId="{47DDB68A-5E68-4200-9644-D87243D36D83}" type="sibTrans">
      <dgm:prSet/>
      <dgm:spPr/>
      <dgm:t>
        <a:bodyPr/>
        <a:lstStyle/>
        <a:p>
          <a:endParaRPr lang="zh-CN" altLang="en-US"/>
        </a:p>
      </dgm:t>
    </dgm:pt>
    <dgm:pt modelId="{F8EA75DB-460A-4165-B925-D4E4EB0C2E01}">
      <dgm:prSet/>
      <dgm:spPr/>
      <dgm:t>
        <a:bodyPr/>
        <a:lstStyle/>
        <a:p>
          <a:r>
            <a:rPr lang="zh-CN" altLang="en-US" dirty="0"/>
            <a:t>子项目与复杂项目的管理</a:t>
          </a:r>
        </a:p>
      </dgm:t>
    </dgm:pt>
    <dgm:pt modelId="{F21CE7E1-86B6-417E-A427-F94D8FFD2610}" cxnId="{247CB5FC-4E01-4C24-B9B6-5A41CCC66954}" type="parTrans">
      <dgm:prSet/>
      <dgm:spPr/>
      <dgm:t>
        <a:bodyPr/>
        <a:lstStyle/>
        <a:p>
          <a:endParaRPr lang="zh-CN" altLang="en-US"/>
        </a:p>
      </dgm:t>
    </dgm:pt>
    <dgm:pt modelId="{0C4890C1-93FE-4449-8B57-2FEFAC28901E}" cxnId="{247CB5FC-4E01-4C24-B9B6-5A41CCC66954}" type="sibTrans">
      <dgm:prSet/>
      <dgm:spPr/>
      <dgm:t>
        <a:bodyPr/>
        <a:lstStyle/>
        <a:p>
          <a:endParaRPr lang="zh-CN" altLang="en-US"/>
        </a:p>
      </dgm:t>
    </dgm:pt>
    <dgm:pt modelId="{AA49655E-AC21-4D52-9AE5-876E3DB89758}">
      <dgm:prSet/>
      <dgm:spPr/>
      <dgm:t>
        <a:bodyPr/>
        <a:lstStyle/>
        <a:p>
          <a:r>
            <a:rPr lang="en-US" altLang="en-US" dirty="0"/>
            <a:t>5. </a:t>
          </a:r>
          <a:r>
            <a:rPr lang="zh-CN" altLang="en-US" dirty="0"/>
            <a:t>规划阶段</a:t>
          </a:r>
        </a:p>
      </dgm:t>
    </dgm:pt>
    <dgm:pt modelId="{689985CF-898D-4169-81A1-0BAB3132A57C}" cxnId="{8D9BAEA4-28A2-4661-A978-69A050942F07}" type="parTrans">
      <dgm:prSet/>
      <dgm:spPr/>
      <dgm:t>
        <a:bodyPr/>
        <a:lstStyle/>
        <a:p>
          <a:endParaRPr lang="zh-CN" altLang="en-US"/>
        </a:p>
      </dgm:t>
    </dgm:pt>
    <dgm:pt modelId="{E2772ACF-DB3B-4737-B5F5-7B60BD939A8B}" cxnId="{8D9BAEA4-28A2-4661-A978-69A050942F07}" type="sibTrans">
      <dgm:prSet/>
      <dgm:spPr/>
      <dgm:t>
        <a:bodyPr/>
        <a:lstStyle/>
        <a:p>
          <a:endParaRPr lang="zh-CN" altLang="en-US"/>
        </a:p>
      </dgm:t>
    </dgm:pt>
    <dgm:pt modelId="{DFA681E0-BB81-405D-B376-D5EDAA1AE6DB}">
      <dgm:prSet/>
      <dgm:spPr/>
      <dgm:t>
        <a:bodyPr/>
        <a:lstStyle/>
        <a:p>
          <a:r>
            <a:rPr lang="zh-CN" altLang="en-US" dirty="0"/>
            <a:t>项目目标与项目计划的制定</a:t>
          </a:r>
        </a:p>
      </dgm:t>
    </dgm:pt>
    <dgm:pt modelId="{D0E3BD71-FA8F-4CF0-8287-A1AE26266207}" cxnId="{27DB02DA-3EE9-4878-9DEE-DD21D38CDD5B}" type="parTrans">
      <dgm:prSet/>
      <dgm:spPr/>
      <dgm:t>
        <a:bodyPr/>
        <a:lstStyle/>
        <a:p>
          <a:endParaRPr lang="zh-CN" altLang="en-US"/>
        </a:p>
      </dgm:t>
    </dgm:pt>
    <dgm:pt modelId="{F25704E0-CAB9-445A-9FAC-AC4D3B51C2F4}" cxnId="{27DB02DA-3EE9-4878-9DEE-DD21D38CDD5B}" type="sibTrans">
      <dgm:prSet/>
      <dgm:spPr/>
      <dgm:t>
        <a:bodyPr/>
        <a:lstStyle/>
        <a:p>
          <a:endParaRPr lang="zh-CN" altLang="en-US"/>
        </a:p>
      </dgm:t>
    </dgm:pt>
    <dgm:pt modelId="{1A0BEEE9-93B0-4173-B885-F24619DC3462}">
      <dgm:prSet/>
      <dgm:spPr/>
      <dgm:t>
        <a:bodyPr/>
        <a:lstStyle/>
        <a:p>
          <a:r>
            <a:rPr lang="zh-CN" altLang="en-US" dirty="0"/>
            <a:t>资源计划与成本核算</a:t>
          </a:r>
        </a:p>
      </dgm:t>
    </dgm:pt>
    <dgm:pt modelId="{822237F9-EE47-4A82-9CA3-BFF6E75F62A5}" cxnId="{C12F5D14-202D-4DF7-8836-FCF69400C455}" type="parTrans">
      <dgm:prSet/>
      <dgm:spPr/>
      <dgm:t>
        <a:bodyPr/>
        <a:lstStyle/>
        <a:p>
          <a:endParaRPr lang="zh-CN" altLang="en-US"/>
        </a:p>
      </dgm:t>
    </dgm:pt>
    <dgm:pt modelId="{027F515C-B04D-4CB6-8BCE-0F435E6594E4}" cxnId="{C12F5D14-202D-4DF7-8836-FCF69400C455}" type="sibTrans">
      <dgm:prSet/>
      <dgm:spPr/>
      <dgm:t>
        <a:bodyPr/>
        <a:lstStyle/>
        <a:p>
          <a:endParaRPr lang="zh-CN" altLang="en-US"/>
        </a:p>
      </dgm:t>
    </dgm:pt>
    <dgm:pt modelId="{7007D68C-5684-4A85-9642-EAC96A467240}">
      <dgm:prSet/>
      <dgm:spPr/>
      <dgm:t>
        <a:bodyPr/>
        <a:lstStyle/>
        <a:p>
          <a:r>
            <a:rPr lang="zh-CN" altLang="en-US" dirty="0"/>
            <a:t>工作顺序与网络图的绘制</a:t>
          </a:r>
        </a:p>
      </dgm:t>
    </dgm:pt>
    <dgm:pt modelId="{1DD66DFC-DCEA-49FA-A810-C7C002C36F15}" cxnId="{491EA417-7FC7-435F-B48F-A13D4EAE9FEE}" type="parTrans">
      <dgm:prSet/>
      <dgm:spPr/>
      <dgm:t>
        <a:bodyPr/>
        <a:lstStyle/>
        <a:p>
          <a:endParaRPr lang="zh-CN" altLang="en-US"/>
        </a:p>
      </dgm:t>
    </dgm:pt>
    <dgm:pt modelId="{D7D8A410-49C3-41A4-91C7-942E8DE8D9A7}" cxnId="{491EA417-7FC7-435F-B48F-A13D4EAE9FEE}" type="sibTrans">
      <dgm:prSet/>
      <dgm:spPr/>
      <dgm:t>
        <a:bodyPr/>
        <a:lstStyle/>
        <a:p>
          <a:endParaRPr lang="zh-CN" altLang="en-US"/>
        </a:p>
      </dgm:t>
    </dgm:pt>
    <dgm:pt modelId="{2AA38D31-B8B1-4B45-85B3-183BE455B6E6}">
      <dgm:prSet/>
      <dgm:spPr/>
      <dgm:t>
        <a:bodyPr/>
        <a:lstStyle/>
        <a:p>
          <a:r>
            <a:rPr lang="zh-CN" altLang="en-US" dirty="0"/>
            <a:t>关键路径的识别与分析</a:t>
          </a:r>
        </a:p>
      </dgm:t>
    </dgm:pt>
    <dgm:pt modelId="{ECCB906D-0E6D-4663-B8ED-C4AFC60B79D7}" cxnId="{9677F3FB-80E5-4C0C-92EE-7B05E80BB7C0}" type="parTrans">
      <dgm:prSet/>
      <dgm:spPr/>
      <dgm:t>
        <a:bodyPr/>
        <a:lstStyle/>
        <a:p>
          <a:endParaRPr lang="zh-CN" altLang="en-US"/>
        </a:p>
      </dgm:t>
    </dgm:pt>
    <dgm:pt modelId="{82C9DF18-7DD1-471B-8926-A5D5FB76B9DD}" cxnId="{9677F3FB-80E5-4C0C-92EE-7B05E80BB7C0}" type="sibTrans">
      <dgm:prSet/>
      <dgm:spPr/>
      <dgm:t>
        <a:bodyPr/>
        <a:lstStyle/>
        <a:p>
          <a:endParaRPr lang="zh-CN" altLang="en-US"/>
        </a:p>
      </dgm:t>
    </dgm:pt>
    <dgm:pt modelId="{54083B6D-96B2-4001-8014-CCBFD736493A}">
      <dgm:prSet/>
      <dgm:spPr/>
      <dgm:t>
        <a:bodyPr/>
        <a:lstStyle/>
        <a:p>
          <a:r>
            <a:rPr lang="zh-CN" altLang="en-US" dirty="0"/>
            <a:t>风险管理计划的制定与实施</a:t>
          </a:r>
        </a:p>
      </dgm:t>
    </dgm:pt>
    <dgm:pt modelId="{621D2103-E543-4471-9A7E-2D95BFEBE7A6}" cxnId="{97326442-F7DB-49BD-974D-3118AFF0DD9A}" type="parTrans">
      <dgm:prSet/>
      <dgm:spPr/>
      <dgm:t>
        <a:bodyPr/>
        <a:lstStyle/>
        <a:p>
          <a:endParaRPr lang="zh-CN" altLang="en-US"/>
        </a:p>
      </dgm:t>
    </dgm:pt>
    <dgm:pt modelId="{902B73B2-3A4E-4D35-AF0F-66C33101E6DF}" cxnId="{97326442-F7DB-49BD-974D-3118AFF0DD9A}" type="sibTrans">
      <dgm:prSet/>
      <dgm:spPr/>
      <dgm:t>
        <a:bodyPr/>
        <a:lstStyle/>
        <a:p>
          <a:endParaRPr lang="zh-CN" altLang="en-US"/>
        </a:p>
      </dgm:t>
    </dgm:pt>
    <dgm:pt modelId="{2D036551-9B83-4CC6-A86A-46554D8AEFF0}">
      <dgm:prSet/>
      <dgm:spPr/>
      <dgm:t>
        <a:bodyPr/>
        <a:lstStyle/>
        <a:p>
          <a:r>
            <a:rPr lang="zh-CN" altLang="en-US" dirty="0"/>
            <a:t>机会管理与潜在机会的发掘</a:t>
          </a:r>
        </a:p>
      </dgm:t>
    </dgm:pt>
    <dgm:pt modelId="{4C5AF63A-6F2F-4A23-8EAA-D9D682C2F0BB}" cxnId="{72535272-68B5-4DA9-B055-B4B975000ECC}" type="parTrans">
      <dgm:prSet/>
      <dgm:spPr/>
      <dgm:t>
        <a:bodyPr/>
        <a:lstStyle/>
        <a:p>
          <a:endParaRPr lang="zh-CN" altLang="en-US"/>
        </a:p>
      </dgm:t>
    </dgm:pt>
    <dgm:pt modelId="{8CC745F8-2D02-4FBA-BD9A-6BD308ECC9E9}" cxnId="{72535272-68B5-4DA9-B055-B4B975000ECC}" type="sibTrans">
      <dgm:prSet/>
      <dgm:spPr/>
      <dgm:t>
        <a:bodyPr/>
        <a:lstStyle/>
        <a:p>
          <a:endParaRPr lang="zh-CN" altLang="en-US"/>
        </a:p>
      </dgm:t>
    </dgm:pt>
    <dgm:pt modelId="{EBD6D830-231F-4719-BD03-702045224D23}" type="pres">
      <dgm:prSet presAssocID="{F615DB35-EEEE-4AB5-B56F-08FC4B41153E}" presName="linear" presStyleCnt="0">
        <dgm:presLayoutVars>
          <dgm:dir/>
          <dgm:animLvl val="lvl"/>
          <dgm:resizeHandles val="exact"/>
        </dgm:presLayoutVars>
      </dgm:prSet>
      <dgm:spPr/>
    </dgm:pt>
    <dgm:pt modelId="{4898F4E3-77FC-4255-A0CB-9AA40C8A47DE}" type="pres">
      <dgm:prSet presAssocID="{8CD2A057-4722-4F06-A13E-9D676106898D}" presName="parentLin" presStyleCnt="0"/>
      <dgm:spPr/>
    </dgm:pt>
    <dgm:pt modelId="{CC251DCA-05C4-4CF8-8BD0-CE17D998E79D}" type="pres">
      <dgm:prSet presAssocID="{8CD2A057-4722-4F06-A13E-9D676106898D}" presName="parentLeftMargin" presStyleLbl="node1" presStyleIdx="0" presStyleCnt="5"/>
      <dgm:spPr/>
    </dgm:pt>
    <dgm:pt modelId="{4BE67D07-2CEC-4DE8-AD5E-DDD7D322FC39}" type="pres">
      <dgm:prSet presAssocID="{8CD2A057-4722-4F06-A13E-9D676106898D}" presName="parentText" presStyleLbl="node1" presStyleIdx="0" presStyleCnt="5">
        <dgm:presLayoutVars>
          <dgm:chMax val="0"/>
          <dgm:bulletEnabled val="1"/>
        </dgm:presLayoutVars>
      </dgm:prSet>
      <dgm:spPr/>
    </dgm:pt>
    <dgm:pt modelId="{1EE6069A-D68D-4449-BECF-13D379ECA212}" type="pres">
      <dgm:prSet presAssocID="{8CD2A057-4722-4F06-A13E-9D676106898D}" presName="negativeSpace" presStyleCnt="0"/>
      <dgm:spPr/>
    </dgm:pt>
    <dgm:pt modelId="{211E9F1F-E4DF-43C2-8351-BB16DBEE3A92}" type="pres">
      <dgm:prSet presAssocID="{8CD2A057-4722-4F06-A13E-9D676106898D}" presName="childText" presStyleLbl="conFgAcc1" presStyleIdx="0" presStyleCnt="5">
        <dgm:presLayoutVars>
          <dgm:bulletEnabled val="1"/>
        </dgm:presLayoutVars>
      </dgm:prSet>
      <dgm:spPr/>
    </dgm:pt>
    <dgm:pt modelId="{4A8903DE-E144-4347-A2A4-A31B3D571E06}" type="pres">
      <dgm:prSet presAssocID="{84BC8DC8-1CA1-403A-B58C-A304131E35E7}" presName="spaceBetweenRectangles" presStyleCnt="0"/>
      <dgm:spPr/>
    </dgm:pt>
    <dgm:pt modelId="{D196754B-ABEA-494F-B2E4-DDBA2E8E3053}" type="pres">
      <dgm:prSet presAssocID="{4179305C-D9BC-4FA7-8BE0-C34BDE57E1FF}" presName="parentLin" presStyleCnt="0"/>
      <dgm:spPr/>
    </dgm:pt>
    <dgm:pt modelId="{E944E18B-9F2F-4EA6-874B-D39F9F4B37E9}" type="pres">
      <dgm:prSet presAssocID="{4179305C-D9BC-4FA7-8BE0-C34BDE57E1FF}" presName="parentLeftMargin" presStyleLbl="node1" presStyleIdx="0" presStyleCnt="5"/>
      <dgm:spPr/>
    </dgm:pt>
    <dgm:pt modelId="{5FB0413C-35B7-4DCF-9F0C-E2FE058FDE6A}" type="pres">
      <dgm:prSet presAssocID="{4179305C-D9BC-4FA7-8BE0-C34BDE57E1FF}" presName="parentText" presStyleLbl="node1" presStyleIdx="1" presStyleCnt="5">
        <dgm:presLayoutVars>
          <dgm:chMax val="0"/>
          <dgm:bulletEnabled val="1"/>
        </dgm:presLayoutVars>
      </dgm:prSet>
      <dgm:spPr/>
    </dgm:pt>
    <dgm:pt modelId="{E57E88E9-64BC-4544-A04D-4BF741EC0CDC}" type="pres">
      <dgm:prSet presAssocID="{4179305C-D9BC-4FA7-8BE0-C34BDE57E1FF}" presName="negativeSpace" presStyleCnt="0"/>
      <dgm:spPr/>
    </dgm:pt>
    <dgm:pt modelId="{B899DC30-F1C2-42B2-A49E-40C00661E4B3}" type="pres">
      <dgm:prSet presAssocID="{4179305C-D9BC-4FA7-8BE0-C34BDE57E1FF}" presName="childText" presStyleLbl="conFgAcc1" presStyleIdx="1" presStyleCnt="5">
        <dgm:presLayoutVars>
          <dgm:bulletEnabled val="1"/>
        </dgm:presLayoutVars>
      </dgm:prSet>
      <dgm:spPr/>
    </dgm:pt>
    <dgm:pt modelId="{009DC45A-BB8D-41F0-98F5-4B4E079D90EE}" type="pres">
      <dgm:prSet presAssocID="{1B43BF01-CEC1-46F4-A388-722B2A27ED92}" presName="spaceBetweenRectangles" presStyleCnt="0"/>
      <dgm:spPr/>
    </dgm:pt>
    <dgm:pt modelId="{BBF03AFC-04A8-4674-8CD0-76E9778B8EA9}" type="pres">
      <dgm:prSet presAssocID="{1775BD14-B130-4DCD-A1D3-33E5F9D363E1}" presName="parentLin" presStyleCnt="0"/>
      <dgm:spPr/>
    </dgm:pt>
    <dgm:pt modelId="{B7D937EC-2021-4780-AC20-DBD121B3B6EF}" type="pres">
      <dgm:prSet presAssocID="{1775BD14-B130-4DCD-A1D3-33E5F9D363E1}" presName="parentLeftMargin" presStyleLbl="node1" presStyleIdx="1" presStyleCnt="5"/>
      <dgm:spPr/>
    </dgm:pt>
    <dgm:pt modelId="{98AD5124-3CF6-49F7-AC15-58BB2ECB7519}" type="pres">
      <dgm:prSet presAssocID="{1775BD14-B130-4DCD-A1D3-33E5F9D363E1}" presName="parentText" presStyleLbl="node1" presStyleIdx="2" presStyleCnt="5">
        <dgm:presLayoutVars>
          <dgm:chMax val="0"/>
          <dgm:bulletEnabled val="1"/>
        </dgm:presLayoutVars>
      </dgm:prSet>
      <dgm:spPr/>
    </dgm:pt>
    <dgm:pt modelId="{73F500A0-C081-4607-B5B6-D411E4371495}" type="pres">
      <dgm:prSet presAssocID="{1775BD14-B130-4DCD-A1D3-33E5F9D363E1}" presName="negativeSpace" presStyleCnt="0"/>
      <dgm:spPr/>
    </dgm:pt>
    <dgm:pt modelId="{DA89A198-BD03-417D-B8D8-F7EFC21869EA}" type="pres">
      <dgm:prSet presAssocID="{1775BD14-B130-4DCD-A1D3-33E5F9D363E1}" presName="childText" presStyleLbl="conFgAcc1" presStyleIdx="2" presStyleCnt="5">
        <dgm:presLayoutVars>
          <dgm:bulletEnabled val="1"/>
        </dgm:presLayoutVars>
      </dgm:prSet>
      <dgm:spPr/>
    </dgm:pt>
    <dgm:pt modelId="{97503A2C-CE2F-4C3D-87D5-49FC10B13DFE}" type="pres">
      <dgm:prSet presAssocID="{A74E407F-A65C-44CC-B68B-9B66AEE3302C}" presName="spaceBetweenRectangles" presStyleCnt="0"/>
      <dgm:spPr/>
    </dgm:pt>
    <dgm:pt modelId="{BAA004FF-C0B0-4AFB-AA97-B9EBE3DDA174}" type="pres">
      <dgm:prSet presAssocID="{5F46FDB2-8B9C-46FC-9C0A-FAC1A460E9CE}" presName="parentLin" presStyleCnt="0"/>
      <dgm:spPr/>
    </dgm:pt>
    <dgm:pt modelId="{432DF25F-3A95-4D33-8C20-7F68E409A3AD}" type="pres">
      <dgm:prSet presAssocID="{5F46FDB2-8B9C-46FC-9C0A-FAC1A460E9CE}" presName="parentLeftMargin" presStyleLbl="node1" presStyleIdx="2" presStyleCnt="5"/>
      <dgm:spPr/>
    </dgm:pt>
    <dgm:pt modelId="{32643C36-3F64-498C-8C0D-B7F3E31E4C1E}" type="pres">
      <dgm:prSet presAssocID="{5F46FDB2-8B9C-46FC-9C0A-FAC1A460E9CE}" presName="parentText" presStyleLbl="node1" presStyleIdx="3" presStyleCnt="5">
        <dgm:presLayoutVars>
          <dgm:chMax val="0"/>
          <dgm:bulletEnabled val="1"/>
        </dgm:presLayoutVars>
      </dgm:prSet>
      <dgm:spPr/>
    </dgm:pt>
    <dgm:pt modelId="{636BF5F7-BB86-4AD8-B50B-899CC5B3B2FC}" type="pres">
      <dgm:prSet presAssocID="{5F46FDB2-8B9C-46FC-9C0A-FAC1A460E9CE}" presName="negativeSpace" presStyleCnt="0"/>
      <dgm:spPr/>
    </dgm:pt>
    <dgm:pt modelId="{CC747699-772A-46CD-813C-CF194BD9B24B}" type="pres">
      <dgm:prSet presAssocID="{5F46FDB2-8B9C-46FC-9C0A-FAC1A460E9CE}" presName="childText" presStyleLbl="conFgAcc1" presStyleIdx="3" presStyleCnt="5">
        <dgm:presLayoutVars>
          <dgm:bulletEnabled val="1"/>
        </dgm:presLayoutVars>
      </dgm:prSet>
      <dgm:spPr/>
    </dgm:pt>
    <dgm:pt modelId="{B25047B6-B165-4119-BBD6-A691D2CB0670}" type="pres">
      <dgm:prSet presAssocID="{19958ED8-BBF4-4E58-B560-C45FA99BA6FE}" presName="spaceBetweenRectangles" presStyleCnt="0"/>
      <dgm:spPr/>
    </dgm:pt>
    <dgm:pt modelId="{93BD06D9-07E2-4928-B160-972175A1DF37}" type="pres">
      <dgm:prSet presAssocID="{AA49655E-AC21-4D52-9AE5-876E3DB89758}" presName="parentLin" presStyleCnt="0"/>
      <dgm:spPr/>
    </dgm:pt>
    <dgm:pt modelId="{28A3FD51-86D7-40D6-9D50-220B99F68E83}" type="pres">
      <dgm:prSet presAssocID="{AA49655E-AC21-4D52-9AE5-876E3DB89758}" presName="parentLeftMargin" presStyleLbl="node1" presStyleIdx="3" presStyleCnt="5"/>
      <dgm:spPr/>
    </dgm:pt>
    <dgm:pt modelId="{179E6E21-51F0-484A-874B-F439FDB7A343}" type="pres">
      <dgm:prSet presAssocID="{AA49655E-AC21-4D52-9AE5-876E3DB89758}" presName="parentText" presStyleLbl="node1" presStyleIdx="4" presStyleCnt="5">
        <dgm:presLayoutVars>
          <dgm:chMax val="0"/>
          <dgm:bulletEnabled val="1"/>
        </dgm:presLayoutVars>
      </dgm:prSet>
      <dgm:spPr/>
    </dgm:pt>
    <dgm:pt modelId="{802E2DF7-A985-4320-A060-465BAA46A157}" type="pres">
      <dgm:prSet presAssocID="{AA49655E-AC21-4D52-9AE5-876E3DB89758}" presName="negativeSpace" presStyleCnt="0"/>
      <dgm:spPr/>
    </dgm:pt>
    <dgm:pt modelId="{398923F3-BF23-43A2-B30F-1E245ED93CBB}" type="pres">
      <dgm:prSet presAssocID="{AA49655E-AC21-4D52-9AE5-876E3DB89758}" presName="childText" presStyleLbl="conFgAcc1" presStyleIdx="4" presStyleCnt="5">
        <dgm:presLayoutVars>
          <dgm:bulletEnabled val="1"/>
        </dgm:presLayoutVars>
      </dgm:prSet>
      <dgm:spPr/>
    </dgm:pt>
  </dgm:ptLst>
  <dgm:cxnLst>
    <dgm:cxn modelId="{8D6C5506-39F6-4804-AC08-FDF38FC4A7C3}" type="presOf" srcId="{AA49655E-AC21-4D52-9AE5-876E3DB89758}" destId="{28A3FD51-86D7-40D6-9D50-220B99F68E83}" srcOrd="0" destOrd="0" presId="urn:microsoft.com/office/officeart/2005/8/layout/list1"/>
    <dgm:cxn modelId="{C12F5D14-202D-4DF7-8836-FCF69400C455}" srcId="{AA49655E-AC21-4D52-9AE5-876E3DB89758}" destId="{1A0BEEE9-93B0-4173-B885-F24619DC3462}" srcOrd="1" destOrd="0" parTransId="{822237F9-EE47-4A82-9CA3-BFF6E75F62A5}" sibTransId="{027F515C-B04D-4CB6-8BCE-0F435E6594E4}"/>
    <dgm:cxn modelId="{491EA417-7FC7-435F-B48F-A13D4EAE9FEE}" srcId="{AA49655E-AC21-4D52-9AE5-876E3DB89758}" destId="{7007D68C-5684-4A85-9642-EAC96A467240}" srcOrd="2" destOrd="0" parTransId="{1DD66DFC-DCEA-49FA-A810-C7C002C36F15}" sibTransId="{D7D8A410-49C3-41A4-91C7-942E8DE8D9A7}"/>
    <dgm:cxn modelId="{06483E18-C655-4FD1-A49B-C06DDF8D19BE}" srcId="{8CD2A057-4722-4F06-A13E-9D676106898D}" destId="{CFEB4A4B-0749-4675-AC39-B6BEBA1FB6A1}" srcOrd="1" destOrd="0" parTransId="{4B91D0A0-73BB-416F-AA07-4EBEAF2CBDFE}" sibTransId="{295A1BC5-C232-4D48-B2C3-589735394B4B}"/>
    <dgm:cxn modelId="{45D45A1E-6659-4FA1-A54F-E5FE8CE06006}" type="presOf" srcId="{1775BD14-B130-4DCD-A1D3-33E5F9D363E1}" destId="{98AD5124-3CF6-49F7-AC15-58BB2ECB7519}" srcOrd="1" destOrd="0" presId="urn:microsoft.com/office/officeart/2005/8/layout/list1"/>
    <dgm:cxn modelId="{A7A3BD1E-43B5-4B7C-915E-213584825F36}" type="presOf" srcId="{54083B6D-96B2-4001-8014-CCBFD736493A}" destId="{398923F3-BF23-43A2-B30F-1E245ED93CBB}" srcOrd="0" destOrd="4" presId="urn:microsoft.com/office/officeart/2005/8/layout/list1"/>
    <dgm:cxn modelId="{8FC19421-BAE4-4EA4-BDE2-34B8B4D2AC4D}" srcId="{4179305C-D9BC-4FA7-8BE0-C34BDE57E1FF}" destId="{8E16D7F1-79F4-444F-BD75-FF26C5371886}" srcOrd="2" destOrd="0" parTransId="{CC30C505-BA3E-42D1-A662-2151DEA02B05}" sibTransId="{964AC231-6D91-44E2-857D-D422754DDC0C}"/>
    <dgm:cxn modelId="{9D1E403D-5D44-4664-8A29-5E8B75B6E27D}" type="presOf" srcId="{C694D2FA-AD1E-4200-BCB5-1009F4DDF171}" destId="{DA89A198-BD03-417D-B8D8-F7EFC21869EA}" srcOrd="0" destOrd="0" presId="urn:microsoft.com/office/officeart/2005/8/layout/list1"/>
    <dgm:cxn modelId="{2A4CA83E-4DA2-44AE-BE50-D452EF1970AA}" srcId="{F615DB35-EEEE-4AB5-B56F-08FC4B41153E}" destId="{5F46FDB2-8B9C-46FC-9C0A-FAC1A460E9CE}" srcOrd="3" destOrd="0" parTransId="{1617B4BB-71D7-47C2-BB7C-9F0AF97AD68F}" sibTransId="{19958ED8-BBF4-4E58-B560-C45FA99BA6FE}"/>
    <dgm:cxn modelId="{9380673F-CA78-4E2C-A680-CCE48F323484}" srcId="{F615DB35-EEEE-4AB5-B56F-08FC4B41153E}" destId="{8CD2A057-4722-4F06-A13E-9D676106898D}" srcOrd="0" destOrd="0" parTransId="{3430EABE-77C1-45F5-A273-D84557BFF0FA}" sibTransId="{84BC8DC8-1CA1-403A-B58C-A304131E35E7}"/>
    <dgm:cxn modelId="{A36ECA3F-AAE7-45CD-9243-51E7336C42C2}" type="presOf" srcId="{5F46FDB2-8B9C-46FC-9C0A-FAC1A460E9CE}" destId="{432DF25F-3A95-4D33-8C20-7F68E409A3AD}" srcOrd="0" destOrd="0" presId="urn:microsoft.com/office/officeart/2005/8/layout/list1"/>
    <dgm:cxn modelId="{CFE6195E-A8E7-4FB9-AA4E-01F30CB76B54}" type="presOf" srcId="{DFA681E0-BB81-405D-B376-D5EDAA1AE6DB}" destId="{398923F3-BF23-43A2-B30F-1E245ED93CBB}" srcOrd="0" destOrd="0" presId="urn:microsoft.com/office/officeart/2005/8/layout/list1"/>
    <dgm:cxn modelId="{F38CAF41-A16A-47C3-9993-EFEE97F0709A}" type="presOf" srcId="{8E16D7F1-79F4-444F-BD75-FF26C5371886}" destId="{B899DC30-F1C2-42B2-A49E-40C00661E4B3}" srcOrd="0" destOrd="2" presId="urn:microsoft.com/office/officeart/2005/8/layout/list1"/>
    <dgm:cxn modelId="{97326442-F7DB-49BD-974D-3118AFF0DD9A}" srcId="{AA49655E-AC21-4D52-9AE5-876E3DB89758}" destId="{54083B6D-96B2-4001-8014-CCBFD736493A}" srcOrd="4" destOrd="0" parTransId="{621D2103-E543-4471-9A7E-2D95BFEBE7A6}" sibTransId="{902B73B2-3A4E-4D35-AF0F-66C33101E6DF}"/>
    <dgm:cxn modelId="{E85FDB47-CFA8-4450-B02B-E53D3B38517B}" type="presOf" srcId="{9E6830FF-4519-4F9D-BBF1-2FFEB414CC9D}" destId="{CC747699-772A-46CD-813C-CF194BD9B24B}" srcOrd="0" destOrd="1" presId="urn:microsoft.com/office/officeart/2005/8/layout/list1"/>
    <dgm:cxn modelId="{A2E84C4A-19E4-4835-BD76-4DC42335672D}" type="presOf" srcId="{2D036551-9B83-4CC6-A86A-46554D8AEFF0}" destId="{398923F3-BF23-43A2-B30F-1E245ED93CBB}" srcOrd="0" destOrd="5" presId="urn:microsoft.com/office/officeart/2005/8/layout/list1"/>
    <dgm:cxn modelId="{B4A1544A-B2F1-418E-BC20-E4EDC80518EA}" type="presOf" srcId="{5F46FDB2-8B9C-46FC-9C0A-FAC1A460E9CE}" destId="{32643C36-3F64-498C-8C0D-B7F3E31E4C1E}" srcOrd="1" destOrd="0" presId="urn:microsoft.com/office/officeart/2005/8/layout/list1"/>
    <dgm:cxn modelId="{94887C6C-B530-4AE8-A30B-1AAE8D56A285}" type="presOf" srcId="{ADE455D4-96B6-48DC-AE97-B15A5CC5572E}" destId="{DA89A198-BD03-417D-B8D8-F7EFC21869EA}" srcOrd="0" destOrd="2" presId="urn:microsoft.com/office/officeart/2005/8/layout/list1"/>
    <dgm:cxn modelId="{DDD5764E-3BDC-49E0-9C42-DCCBDD020223}" type="presOf" srcId="{AA49655E-AC21-4D52-9AE5-876E3DB89758}" destId="{179E6E21-51F0-484A-874B-F439FDB7A343}" srcOrd="1" destOrd="0" presId="urn:microsoft.com/office/officeart/2005/8/layout/list1"/>
    <dgm:cxn modelId="{72535272-68B5-4DA9-B055-B4B975000ECC}" srcId="{AA49655E-AC21-4D52-9AE5-876E3DB89758}" destId="{2D036551-9B83-4CC6-A86A-46554D8AEFF0}" srcOrd="5" destOrd="0" parTransId="{4C5AF63A-6F2F-4A23-8EAA-D9D682C2F0BB}" sibTransId="{8CC745F8-2D02-4FBA-BD9A-6BD308ECC9E9}"/>
    <dgm:cxn modelId="{7522BB72-E75C-4E09-B006-1DC849325EDD}" type="presOf" srcId="{8CD2A057-4722-4F06-A13E-9D676106898D}" destId="{CC251DCA-05C4-4CF8-8BD0-CE17D998E79D}" srcOrd="0" destOrd="0" presId="urn:microsoft.com/office/officeart/2005/8/layout/list1"/>
    <dgm:cxn modelId="{419F4F55-78D1-41F8-B21A-3CD183CF2F61}" type="presOf" srcId="{F8EA75DB-460A-4165-B925-D4E4EB0C2E01}" destId="{CC747699-772A-46CD-813C-CF194BD9B24B}" srcOrd="0" destOrd="2" presId="urn:microsoft.com/office/officeart/2005/8/layout/list1"/>
    <dgm:cxn modelId="{14B61186-B463-4BCB-90B0-E5DB078E45FE}" srcId="{5F46FDB2-8B9C-46FC-9C0A-FAC1A460E9CE}" destId="{AABBE0A4-9943-4BF2-B71E-191309CC95E3}" srcOrd="0" destOrd="0" parTransId="{1C96CB9B-9AD6-4306-8417-201BAE32F872}" sibTransId="{4AEBA3C7-2F6B-4C72-9441-35AE37F9E6D7}"/>
    <dgm:cxn modelId="{47DDB68A-5E68-4200-9644-D87243D36D83}" srcId="{5F46FDB2-8B9C-46FC-9C0A-FAC1A460E9CE}" destId="{9E6830FF-4519-4F9D-BBF1-2FFEB414CC9D}" srcOrd="1" destOrd="0" parTransId="{AA29ACB3-55FA-4E4E-A473-453927517240}" sibTransId="{CD6213DC-62C0-4FD9-AEDC-F47DB8212F13}"/>
    <dgm:cxn modelId="{512C6992-A87B-4698-AA75-2670BF3655AC}" type="presOf" srcId="{4179305C-D9BC-4FA7-8BE0-C34BDE57E1FF}" destId="{5FB0413C-35B7-4DCF-9F0C-E2FE058FDE6A}" srcOrd="1" destOrd="0" presId="urn:microsoft.com/office/officeart/2005/8/layout/list1"/>
    <dgm:cxn modelId="{5CAEC59C-F6C6-40A8-8134-9031BD83A745}" type="presOf" srcId="{1A0BEEE9-93B0-4173-B885-F24619DC3462}" destId="{398923F3-BF23-43A2-B30F-1E245ED93CBB}" srcOrd="0" destOrd="1" presId="urn:microsoft.com/office/officeart/2005/8/layout/list1"/>
    <dgm:cxn modelId="{A2F37DA3-F176-4A43-86FD-A9214C11E5B1}" type="presOf" srcId="{CFEB4A4B-0749-4675-AC39-B6BEBA1FB6A1}" destId="{211E9F1F-E4DF-43C2-8351-BB16DBEE3A92}" srcOrd="0" destOrd="1" presId="urn:microsoft.com/office/officeart/2005/8/layout/list1"/>
    <dgm:cxn modelId="{8D9BAEA4-28A2-4661-A978-69A050942F07}" srcId="{F615DB35-EEEE-4AB5-B56F-08FC4B41153E}" destId="{AA49655E-AC21-4D52-9AE5-876E3DB89758}" srcOrd="4" destOrd="0" parTransId="{689985CF-898D-4169-81A1-0BAB3132A57C}" sibTransId="{E2772ACF-DB3B-4737-B5F5-7B60BD939A8B}"/>
    <dgm:cxn modelId="{37DFEEA4-C447-4C14-83A6-E1CDC439A384}" type="presOf" srcId="{7007D68C-5684-4A85-9642-EAC96A467240}" destId="{398923F3-BF23-43A2-B30F-1E245ED93CBB}" srcOrd="0" destOrd="2" presId="urn:microsoft.com/office/officeart/2005/8/layout/list1"/>
    <dgm:cxn modelId="{18D817A8-5BDC-4E40-A47B-4530038A5FFC}" type="presOf" srcId="{4179305C-D9BC-4FA7-8BE0-C34BDE57E1FF}" destId="{E944E18B-9F2F-4EA6-874B-D39F9F4B37E9}" srcOrd="0" destOrd="0" presId="urn:microsoft.com/office/officeart/2005/8/layout/list1"/>
    <dgm:cxn modelId="{14D891AB-2F31-4A1D-AD88-88F4AC2D75E1}" srcId="{1775BD14-B130-4DCD-A1D3-33E5F9D363E1}" destId="{C694D2FA-AD1E-4200-BCB5-1009F4DDF171}" srcOrd="0" destOrd="0" parTransId="{D75C7E2F-1C12-4794-884E-2B60C561A393}" sibTransId="{AB6C1409-313A-4B51-9006-FC9ECED08A4A}"/>
    <dgm:cxn modelId="{B861C8AB-ECC5-4635-9726-47EDB2CD7E6A}" type="presOf" srcId="{AABBE0A4-9943-4BF2-B71E-191309CC95E3}" destId="{CC747699-772A-46CD-813C-CF194BD9B24B}" srcOrd="0" destOrd="0" presId="urn:microsoft.com/office/officeart/2005/8/layout/list1"/>
    <dgm:cxn modelId="{F57ECCAD-E3AE-4B71-B46D-A6805307B534}" type="presOf" srcId="{F615DB35-EEEE-4AB5-B56F-08FC4B41153E}" destId="{EBD6D830-231F-4719-BD03-702045224D23}" srcOrd="0" destOrd="0" presId="urn:microsoft.com/office/officeart/2005/8/layout/list1"/>
    <dgm:cxn modelId="{0EEFF6AE-FA48-4659-9A2C-B37D957FE833}" type="presOf" srcId="{8CD2A057-4722-4F06-A13E-9D676106898D}" destId="{4BE67D07-2CEC-4DE8-AD5E-DDD7D322FC39}" srcOrd="1" destOrd="0" presId="urn:microsoft.com/office/officeart/2005/8/layout/list1"/>
    <dgm:cxn modelId="{1CA1E6B4-24B0-4966-B408-2A2CAC444108}" type="presOf" srcId="{2AA38D31-B8B1-4B45-85B3-183BE455B6E6}" destId="{398923F3-BF23-43A2-B30F-1E245ED93CBB}" srcOrd="0" destOrd="3" presId="urn:microsoft.com/office/officeart/2005/8/layout/list1"/>
    <dgm:cxn modelId="{B17D8BB6-C4EE-484F-8891-7BF7D75A9B55}" srcId="{4179305C-D9BC-4FA7-8BE0-C34BDE57E1FF}" destId="{C2AD54F1-0B0D-4D98-A464-07900CC7F8E4}" srcOrd="0" destOrd="0" parTransId="{09150DEB-0995-4039-93E5-D39CD4A9F9B9}" sibTransId="{A2CE6C12-1F3C-4D11-B69C-8FC8DCAD04A1}"/>
    <dgm:cxn modelId="{0D43AEB6-BD49-45A3-A28D-CD8619A7669F}" srcId="{1775BD14-B130-4DCD-A1D3-33E5F9D363E1}" destId="{ADE455D4-96B6-48DC-AE97-B15A5CC5572E}" srcOrd="2" destOrd="0" parTransId="{D0E59CC0-F93F-401F-BCB7-F0F473D8A340}" sibTransId="{484B1C20-AE08-4937-84A8-5D9CDC3F12B2}"/>
    <dgm:cxn modelId="{796F0BBD-4095-4B15-84A1-DF7E8BED1B95}" type="presOf" srcId="{1775BD14-B130-4DCD-A1D3-33E5F9D363E1}" destId="{B7D937EC-2021-4780-AC20-DBD121B3B6EF}" srcOrd="0" destOrd="0" presId="urn:microsoft.com/office/officeart/2005/8/layout/list1"/>
    <dgm:cxn modelId="{C5E745D5-4394-47EE-AC0F-9ABFBA36FD78}" type="presOf" srcId="{B3A0BEFB-1BDB-4040-8ED0-4172CFEE3322}" destId="{DA89A198-BD03-417D-B8D8-F7EFC21869EA}" srcOrd="0" destOrd="1" presId="urn:microsoft.com/office/officeart/2005/8/layout/list1"/>
    <dgm:cxn modelId="{A0FED7D6-D4F6-47A3-BF64-DDEC8287FCE7}" srcId="{8CD2A057-4722-4F06-A13E-9D676106898D}" destId="{155DAACA-3553-4AB4-941D-1613E6C6AC97}" srcOrd="0" destOrd="0" parTransId="{2D3C364C-0194-4109-9E66-5628BEB6E774}" sibTransId="{B864D8B1-D2AD-4BD8-9BA8-D3FF000EC55B}"/>
    <dgm:cxn modelId="{27DB02DA-3EE9-4878-9DEE-DD21D38CDD5B}" srcId="{AA49655E-AC21-4D52-9AE5-876E3DB89758}" destId="{DFA681E0-BB81-405D-B376-D5EDAA1AE6DB}" srcOrd="0" destOrd="0" parTransId="{D0E3BD71-FA8F-4CF0-8287-A1AE26266207}" sibTransId="{F25704E0-CAB9-445A-9FAC-AC4D3B51C2F4}"/>
    <dgm:cxn modelId="{E19FB6E0-7005-4E32-B2E5-D0E7D646613A}" type="presOf" srcId="{155DAACA-3553-4AB4-941D-1613E6C6AC97}" destId="{211E9F1F-E4DF-43C2-8351-BB16DBEE3A92}" srcOrd="0" destOrd="0" presId="urn:microsoft.com/office/officeart/2005/8/layout/list1"/>
    <dgm:cxn modelId="{1BF4E0E0-6726-4259-A40C-93B8972348E6}" type="presOf" srcId="{C2AD54F1-0B0D-4D98-A464-07900CC7F8E4}" destId="{B899DC30-F1C2-42B2-A49E-40C00661E4B3}" srcOrd="0" destOrd="0" presId="urn:microsoft.com/office/officeart/2005/8/layout/list1"/>
    <dgm:cxn modelId="{7C8C5DEB-319E-4028-8796-61162CA94FF9}" srcId="{F615DB35-EEEE-4AB5-B56F-08FC4B41153E}" destId="{4179305C-D9BC-4FA7-8BE0-C34BDE57E1FF}" srcOrd="1" destOrd="0" parTransId="{491C8FDE-D629-471E-A867-DC3FD886965A}" sibTransId="{1B43BF01-CEC1-46F4-A388-722B2A27ED92}"/>
    <dgm:cxn modelId="{AFFBD0EB-A5DC-4B84-97F4-F063270A804A}" type="presOf" srcId="{33D71B9C-5693-404D-AECE-D23912DB9D27}" destId="{B899DC30-F1C2-42B2-A49E-40C00661E4B3}" srcOrd="0" destOrd="1" presId="urn:microsoft.com/office/officeart/2005/8/layout/list1"/>
    <dgm:cxn modelId="{C0C0ACF2-3484-4820-A6C6-09B477EC7EBF}" srcId="{1775BD14-B130-4DCD-A1D3-33E5F9D363E1}" destId="{B3A0BEFB-1BDB-4040-8ED0-4172CFEE3322}" srcOrd="1" destOrd="0" parTransId="{6718C9B8-04B9-4D31-99FD-ECD2CB213258}" sibTransId="{50F0EC66-8518-4F21-9FEB-E18AECC18B40}"/>
    <dgm:cxn modelId="{C652F4F5-A653-42A4-857E-1CC2D4F19DFD}" srcId="{F615DB35-EEEE-4AB5-B56F-08FC4B41153E}" destId="{1775BD14-B130-4DCD-A1D3-33E5F9D363E1}" srcOrd="2" destOrd="0" parTransId="{CF5B1EB1-7F9A-4E54-B187-2B5E1E154EC3}" sibTransId="{A74E407F-A65C-44CC-B68B-9B66AEE3302C}"/>
    <dgm:cxn modelId="{9677F3FB-80E5-4C0C-92EE-7B05E80BB7C0}" srcId="{AA49655E-AC21-4D52-9AE5-876E3DB89758}" destId="{2AA38D31-B8B1-4B45-85B3-183BE455B6E6}" srcOrd="3" destOrd="0" parTransId="{ECCB906D-0E6D-4663-B8ED-C4AFC60B79D7}" sibTransId="{82C9DF18-7DD1-471B-8926-A5D5FB76B9DD}"/>
    <dgm:cxn modelId="{247CB5FC-4E01-4C24-B9B6-5A41CCC66954}" srcId="{5F46FDB2-8B9C-46FC-9C0A-FAC1A460E9CE}" destId="{F8EA75DB-460A-4165-B925-D4E4EB0C2E01}" srcOrd="2" destOrd="0" parTransId="{F21CE7E1-86B6-417E-A427-F94D8FFD2610}" sibTransId="{0C4890C1-93FE-4449-8B57-2FEFAC28901E}"/>
    <dgm:cxn modelId="{ED4153FE-B5B3-4AFC-84D6-565A7EEEA2B0}" srcId="{4179305C-D9BC-4FA7-8BE0-C34BDE57E1FF}" destId="{33D71B9C-5693-404D-AECE-D23912DB9D27}" srcOrd="1" destOrd="0" parTransId="{8475E35D-2A71-458F-A4AC-A31F7E10AC5F}" sibTransId="{DBF14952-162D-45A1-95A1-25CEE01538C5}"/>
    <dgm:cxn modelId="{D533FC89-4CD0-4FC4-878C-497412A11FFE}" type="presParOf" srcId="{EBD6D830-231F-4719-BD03-702045224D23}" destId="{4898F4E3-77FC-4255-A0CB-9AA40C8A47DE}" srcOrd="0" destOrd="0" presId="urn:microsoft.com/office/officeart/2005/8/layout/list1"/>
    <dgm:cxn modelId="{83FBEF99-33A7-481B-874F-2DE7C5524EB2}" type="presParOf" srcId="{4898F4E3-77FC-4255-A0CB-9AA40C8A47DE}" destId="{CC251DCA-05C4-4CF8-8BD0-CE17D998E79D}" srcOrd="0" destOrd="0" presId="urn:microsoft.com/office/officeart/2005/8/layout/list1"/>
    <dgm:cxn modelId="{A3480085-156E-41DD-B44E-8923B490140C}" type="presParOf" srcId="{4898F4E3-77FC-4255-A0CB-9AA40C8A47DE}" destId="{4BE67D07-2CEC-4DE8-AD5E-DDD7D322FC39}" srcOrd="1" destOrd="0" presId="urn:microsoft.com/office/officeart/2005/8/layout/list1"/>
    <dgm:cxn modelId="{C74DF56C-ED9B-4702-9B7A-50A7884A7592}" type="presParOf" srcId="{EBD6D830-231F-4719-BD03-702045224D23}" destId="{1EE6069A-D68D-4449-BECF-13D379ECA212}" srcOrd="1" destOrd="0" presId="urn:microsoft.com/office/officeart/2005/8/layout/list1"/>
    <dgm:cxn modelId="{5AFF0886-911D-4F03-B54C-E284F18F38DB}" type="presParOf" srcId="{EBD6D830-231F-4719-BD03-702045224D23}" destId="{211E9F1F-E4DF-43C2-8351-BB16DBEE3A92}" srcOrd="2" destOrd="0" presId="urn:microsoft.com/office/officeart/2005/8/layout/list1"/>
    <dgm:cxn modelId="{BEF04221-2B0D-4D9A-AEC8-5F94A8350F95}" type="presParOf" srcId="{EBD6D830-231F-4719-BD03-702045224D23}" destId="{4A8903DE-E144-4347-A2A4-A31B3D571E06}" srcOrd="3" destOrd="0" presId="urn:microsoft.com/office/officeart/2005/8/layout/list1"/>
    <dgm:cxn modelId="{E1A7C986-6F30-438A-B42A-FA733CF11ED6}" type="presParOf" srcId="{EBD6D830-231F-4719-BD03-702045224D23}" destId="{D196754B-ABEA-494F-B2E4-DDBA2E8E3053}" srcOrd="4" destOrd="0" presId="urn:microsoft.com/office/officeart/2005/8/layout/list1"/>
    <dgm:cxn modelId="{82FBFE90-1E62-45BA-A809-6A79E77A0FA0}" type="presParOf" srcId="{D196754B-ABEA-494F-B2E4-DDBA2E8E3053}" destId="{E944E18B-9F2F-4EA6-874B-D39F9F4B37E9}" srcOrd="0" destOrd="0" presId="urn:microsoft.com/office/officeart/2005/8/layout/list1"/>
    <dgm:cxn modelId="{3B04B61B-5A42-48FA-BC7D-5FAAF7B02CF3}" type="presParOf" srcId="{D196754B-ABEA-494F-B2E4-DDBA2E8E3053}" destId="{5FB0413C-35B7-4DCF-9F0C-E2FE058FDE6A}" srcOrd="1" destOrd="0" presId="urn:microsoft.com/office/officeart/2005/8/layout/list1"/>
    <dgm:cxn modelId="{F1A15599-817F-4696-9066-9745F5BCB9D0}" type="presParOf" srcId="{EBD6D830-231F-4719-BD03-702045224D23}" destId="{E57E88E9-64BC-4544-A04D-4BF741EC0CDC}" srcOrd="5" destOrd="0" presId="urn:microsoft.com/office/officeart/2005/8/layout/list1"/>
    <dgm:cxn modelId="{AC162E5B-F450-498F-BB79-6606A90A747A}" type="presParOf" srcId="{EBD6D830-231F-4719-BD03-702045224D23}" destId="{B899DC30-F1C2-42B2-A49E-40C00661E4B3}" srcOrd="6" destOrd="0" presId="urn:microsoft.com/office/officeart/2005/8/layout/list1"/>
    <dgm:cxn modelId="{5CF534E5-D0E4-4020-A73B-782969F60733}" type="presParOf" srcId="{EBD6D830-231F-4719-BD03-702045224D23}" destId="{009DC45A-BB8D-41F0-98F5-4B4E079D90EE}" srcOrd="7" destOrd="0" presId="urn:microsoft.com/office/officeart/2005/8/layout/list1"/>
    <dgm:cxn modelId="{5F48E7B6-4A3C-43B5-98D2-49972F8F5F8D}" type="presParOf" srcId="{EBD6D830-231F-4719-BD03-702045224D23}" destId="{BBF03AFC-04A8-4674-8CD0-76E9778B8EA9}" srcOrd="8" destOrd="0" presId="urn:microsoft.com/office/officeart/2005/8/layout/list1"/>
    <dgm:cxn modelId="{5BCBFEE6-53D5-4742-B99F-79FFD750FF9E}" type="presParOf" srcId="{BBF03AFC-04A8-4674-8CD0-76E9778B8EA9}" destId="{B7D937EC-2021-4780-AC20-DBD121B3B6EF}" srcOrd="0" destOrd="0" presId="urn:microsoft.com/office/officeart/2005/8/layout/list1"/>
    <dgm:cxn modelId="{774AB8C8-ED93-4ABB-B883-244F71A4243F}" type="presParOf" srcId="{BBF03AFC-04A8-4674-8CD0-76E9778B8EA9}" destId="{98AD5124-3CF6-49F7-AC15-58BB2ECB7519}" srcOrd="1" destOrd="0" presId="urn:microsoft.com/office/officeart/2005/8/layout/list1"/>
    <dgm:cxn modelId="{417DFC6B-CA81-4DA9-86E5-B1E5851B36D2}" type="presParOf" srcId="{EBD6D830-231F-4719-BD03-702045224D23}" destId="{73F500A0-C081-4607-B5B6-D411E4371495}" srcOrd="9" destOrd="0" presId="urn:microsoft.com/office/officeart/2005/8/layout/list1"/>
    <dgm:cxn modelId="{6A15EAE5-5F5E-41E4-A1D1-FF98988A9E04}" type="presParOf" srcId="{EBD6D830-231F-4719-BD03-702045224D23}" destId="{DA89A198-BD03-417D-B8D8-F7EFC21869EA}" srcOrd="10" destOrd="0" presId="urn:microsoft.com/office/officeart/2005/8/layout/list1"/>
    <dgm:cxn modelId="{9A89C1F1-9338-449E-B7AB-362962AC23EE}" type="presParOf" srcId="{EBD6D830-231F-4719-BD03-702045224D23}" destId="{97503A2C-CE2F-4C3D-87D5-49FC10B13DFE}" srcOrd="11" destOrd="0" presId="urn:microsoft.com/office/officeart/2005/8/layout/list1"/>
    <dgm:cxn modelId="{B1484A5A-6918-4E58-861E-4E22CDA7802D}" type="presParOf" srcId="{EBD6D830-231F-4719-BD03-702045224D23}" destId="{BAA004FF-C0B0-4AFB-AA97-B9EBE3DDA174}" srcOrd="12" destOrd="0" presId="urn:microsoft.com/office/officeart/2005/8/layout/list1"/>
    <dgm:cxn modelId="{A5B59996-B547-49B2-BE53-AD884C3DF386}" type="presParOf" srcId="{BAA004FF-C0B0-4AFB-AA97-B9EBE3DDA174}" destId="{432DF25F-3A95-4D33-8C20-7F68E409A3AD}" srcOrd="0" destOrd="0" presId="urn:microsoft.com/office/officeart/2005/8/layout/list1"/>
    <dgm:cxn modelId="{117ADE97-EAA4-41A6-9355-2256086572D6}" type="presParOf" srcId="{BAA004FF-C0B0-4AFB-AA97-B9EBE3DDA174}" destId="{32643C36-3F64-498C-8C0D-B7F3E31E4C1E}" srcOrd="1" destOrd="0" presId="urn:microsoft.com/office/officeart/2005/8/layout/list1"/>
    <dgm:cxn modelId="{81F8C01C-DA5F-45D7-8972-5759FBB413F8}" type="presParOf" srcId="{EBD6D830-231F-4719-BD03-702045224D23}" destId="{636BF5F7-BB86-4AD8-B50B-899CC5B3B2FC}" srcOrd="13" destOrd="0" presId="urn:microsoft.com/office/officeart/2005/8/layout/list1"/>
    <dgm:cxn modelId="{8E2F80EA-9517-4D43-BDF3-21F7810E79AB}" type="presParOf" srcId="{EBD6D830-231F-4719-BD03-702045224D23}" destId="{CC747699-772A-46CD-813C-CF194BD9B24B}" srcOrd="14" destOrd="0" presId="urn:microsoft.com/office/officeart/2005/8/layout/list1"/>
    <dgm:cxn modelId="{E8390677-F298-40AD-8B15-6072522A513B}" type="presParOf" srcId="{EBD6D830-231F-4719-BD03-702045224D23}" destId="{B25047B6-B165-4119-BBD6-A691D2CB0670}" srcOrd="15" destOrd="0" presId="urn:microsoft.com/office/officeart/2005/8/layout/list1"/>
    <dgm:cxn modelId="{B2675E9F-357A-486B-84CC-DE3DB3464C4C}" type="presParOf" srcId="{EBD6D830-231F-4719-BD03-702045224D23}" destId="{93BD06D9-07E2-4928-B160-972175A1DF37}" srcOrd="16" destOrd="0" presId="urn:microsoft.com/office/officeart/2005/8/layout/list1"/>
    <dgm:cxn modelId="{A14297D9-4ECD-4A45-9DB3-E30B39D9CBD3}" type="presParOf" srcId="{93BD06D9-07E2-4928-B160-972175A1DF37}" destId="{28A3FD51-86D7-40D6-9D50-220B99F68E83}" srcOrd="0" destOrd="0" presId="urn:microsoft.com/office/officeart/2005/8/layout/list1"/>
    <dgm:cxn modelId="{05E594B6-6643-450C-AA96-185964D8AA5E}" type="presParOf" srcId="{93BD06D9-07E2-4928-B160-972175A1DF37}" destId="{179E6E21-51F0-484A-874B-F439FDB7A343}" srcOrd="1" destOrd="0" presId="urn:microsoft.com/office/officeart/2005/8/layout/list1"/>
    <dgm:cxn modelId="{D9C3327E-0C0C-4D2B-8C50-161193E75F13}" type="presParOf" srcId="{EBD6D830-231F-4719-BD03-702045224D23}" destId="{802E2DF7-A985-4320-A060-465BAA46A157}" srcOrd="17" destOrd="0" presId="urn:microsoft.com/office/officeart/2005/8/layout/list1"/>
    <dgm:cxn modelId="{A6E82303-6A05-45C4-B1E5-A78F5BE5E6BB}" type="presParOf" srcId="{EBD6D830-231F-4719-BD03-702045224D23}" destId="{398923F3-BF23-43A2-B30F-1E245ED93CBB}" srcOrd="18" destOrd="0" presId="urn:microsoft.com/office/officeart/2005/8/layout/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726BA73B-0847-4769-945C-DF9C876B2F3A}" type="doc">
      <dgm:prSet loTypeId="urn:microsoft.com/office/officeart/2005/8/layout/list1" loCatId="list" qsTypeId="urn:microsoft.com/office/officeart/2005/8/quickstyle/simple1" qsCatId="simple" csTypeId="urn:microsoft.com/office/officeart/2005/8/colors/colorful2" csCatId="colorful" phldr="1"/>
      <dgm:spPr/>
      <dgm:t>
        <a:bodyPr/>
        <a:lstStyle/>
        <a:p>
          <a:endParaRPr lang="zh-CN" altLang="en-US"/>
        </a:p>
      </dgm:t>
    </dgm:pt>
    <dgm:pt modelId="{C0DEDDF9-DEA5-4D95-8CAD-3C9279CF9CE4}">
      <dgm:prSet phldrT="[文本]"/>
      <dgm:spPr/>
      <dgm:t>
        <a:bodyPr/>
        <a:lstStyle/>
        <a:p>
          <a:r>
            <a:rPr lang="en-US" altLang="en-US"/>
            <a:t>6. </a:t>
          </a:r>
          <a:r>
            <a:rPr lang="zh-CN" altLang="en-US"/>
            <a:t>沟通管理</a:t>
          </a:r>
          <a:endParaRPr lang="zh-CN" altLang="en-US" dirty="0"/>
        </a:p>
      </dgm:t>
    </dgm:pt>
    <dgm:pt modelId="{975DA8A4-1C54-48B4-B89D-70731BC9C764}" cxnId="{CA12FA64-66D8-4AA6-8641-A492E334C3A8}" type="parTrans">
      <dgm:prSet/>
      <dgm:spPr/>
      <dgm:t>
        <a:bodyPr/>
        <a:lstStyle/>
        <a:p>
          <a:endParaRPr lang="zh-CN" altLang="en-US"/>
        </a:p>
      </dgm:t>
    </dgm:pt>
    <dgm:pt modelId="{452B9154-9027-4015-A4F6-07255F1DE768}" cxnId="{CA12FA64-66D8-4AA6-8641-A492E334C3A8}" type="sibTrans">
      <dgm:prSet/>
      <dgm:spPr/>
      <dgm:t>
        <a:bodyPr/>
        <a:lstStyle/>
        <a:p>
          <a:endParaRPr lang="zh-CN" altLang="en-US"/>
        </a:p>
      </dgm:t>
    </dgm:pt>
    <dgm:pt modelId="{BF72EE64-535D-4ACB-8982-B7C6F62AA1D2}">
      <dgm:prSet phldrT="[文本]"/>
      <dgm:spPr/>
      <dgm:t>
        <a:bodyPr/>
        <a:lstStyle/>
        <a:p>
          <a:r>
            <a:rPr lang="zh-CN" altLang="en-US" dirty="0"/>
            <a:t>沟通的重要性与沟通计划</a:t>
          </a:r>
        </a:p>
      </dgm:t>
    </dgm:pt>
    <dgm:pt modelId="{23A914A5-A6DA-4CC6-97C6-97721B857E20}" cxnId="{20B3B9A5-61A5-4CF1-8275-AC1CBC92517D}" type="parTrans">
      <dgm:prSet/>
      <dgm:spPr/>
      <dgm:t>
        <a:bodyPr/>
        <a:lstStyle/>
        <a:p>
          <a:endParaRPr lang="zh-CN" altLang="en-US"/>
        </a:p>
      </dgm:t>
    </dgm:pt>
    <dgm:pt modelId="{D05581F0-6479-474F-9A98-29D7B7052D04}" cxnId="{20B3B9A5-61A5-4CF1-8275-AC1CBC92517D}" type="sibTrans">
      <dgm:prSet/>
      <dgm:spPr/>
      <dgm:t>
        <a:bodyPr/>
        <a:lstStyle/>
        <a:p>
          <a:endParaRPr lang="zh-CN" altLang="en-US"/>
        </a:p>
      </dgm:t>
    </dgm:pt>
    <dgm:pt modelId="{D88C2DC7-C4E5-4D7C-AA79-5CED71A4018D}">
      <dgm:prSet phldrT="[文本]"/>
      <dgm:spPr/>
      <dgm:t>
        <a:bodyPr/>
        <a:lstStyle/>
        <a:p>
          <a:r>
            <a:rPr lang="zh-CN" altLang="en-US" dirty="0"/>
            <a:t>沟通方式的选择与应用</a:t>
          </a:r>
        </a:p>
      </dgm:t>
    </dgm:pt>
    <dgm:pt modelId="{3D6822F1-A47F-46B1-B835-2F783633992D}" cxnId="{AB26D0B9-7836-4012-A23E-8230FCD92E67}" type="parTrans">
      <dgm:prSet/>
      <dgm:spPr/>
      <dgm:t>
        <a:bodyPr/>
        <a:lstStyle/>
        <a:p>
          <a:endParaRPr lang="zh-CN" altLang="en-US"/>
        </a:p>
      </dgm:t>
    </dgm:pt>
    <dgm:pt modelId="{227DB852-8B99-423E-8841-A3DD43622202}" cxnId="{AB26D0B9-7836-4012-A23E-8230FCD92E67}" type="sibTrans">
      <dgm:prSet/>
      <dgm:spPr/>
      <dgm:t>
        <a:bodyPr/>
        <a:lstStyle/>
        <a:p>
          <a:endParaRPr lang="zh-CN" altLang="en-US"/>
        </a:p>
      </dgm:t>
    </dgm:pt>
    <dgm:pt modelId="{4D7D2A91-5CA6-44B1-815E-E49D8FF4D063}">
      <dgm:prSet phldrT="[文本]"/>
      <dgm:spPr/>
      <dgm:t>
        <a:bodyPr/>
        <a:lstStyle/>
        <a:p>
          <a:r>
            <a:rPr lang="zh-CN" altLang="en-US" dirty="0"/>
            <a:t>有效沟通的技巧与实践</a:t>
          </a:r>
        </a:p>
      </dgm:t>
    </dgm:pt>
    <dgm:pt modelId="{D8E23FFC-9265-4D6F-9AA7-92CE780AD408}" cxnId="{61EDD8D4-CEF8-45F1-9430-72EF9BF02D8A}" type="parTrans">
      <dgm:prSet/>
      <dgm:spPr/>
      <dgm:t>
        <a:bodyPr/>
        <a:lstStyle/>
        <a:p>
          <a:endParaRPr lang="zh-CN" altLang="en-US"/>
        </a:p>
      </dgm:t>
    </dgm:pt>
    <dgm:pt modelId="{AFF2A90D-2DD7-4704-B942-92C4DBD2859D}" cxnId="{61EDD8D4-CEF8-45F1-9430-72EF9BF02D8A}" type="sibTrans">
      <dgm:prSet/>
      <dgm:spPr/>
      <dgm:t>
        <a:bodyPr/>
        <a:lstStyle/>
        <a:p>
          <a:endParaRPr lang="zh-CN" altLang="en-US"/>
        </a:p>
      </dgm:t>
    </dgm:pt>
    <dgm:pt modelId="{C2203CB2-AEA4-4637-B355-D781D40480FE}">
      <dgm:prSet phldrT="[文本]"/>
      <dgm:spPr/>
      <dgm:t>
        <a:bodyPr/>
        <a:lstStyle/>
        <a:p>
          <a:r>
            <a:rPr lang="zh-CN" altLang="en-US" dirty="0"/>
            <a:t>本质洞察、条理、同理心</a:t>
          </a:r>
        </a:p>
      </dgm:t>
    </dgm:pt>
    <dgm:pt modelId="{C11DF5FA-B3F6-4A4D-A005-AB0D3CEC2E35}" cxnId="{C86ADC64-6D41-4D08-B71A-7D1C168FE56D}" type="parTrans">
      <dgm:prSet/>
      <dgm:spPr/>
      <dgm:t>
        <a:bodyPr/>
        <a:lstStyle/>
        <a:p>
          <a:endParaRPr lang="zh-CN" altLang="en-US"/>
        </a:p>
      </dgm:t>
    </dgm:pt>
    <dgm:pt modelId="{B062CD20-7906-4C49-BBE4-C7F6A994497A}" cxnId="{C86ADC64-6D41-4D08-B71A-7D1C168FE56D}" type="sibTrans">
      <dgm:prSet/>
      <dgm:spPr/>
      <dgm:t>
        <a:bodyPr/>
        <a:lstStyle/>
        <a:p>
          <a:endParaRPr lang="zh-CN" altLang="en-US"/>
        </a:p>
      </dgm:t>
    </dgm:pt>
    <dgm:pt modelId="{A066BE63-641F-4D5A-AF95-E5C5E58895EB}">
      <dgm:prSet phldrT="[文本]"/>
      <dgm:spPr/>
      <dgm:t>
        <a:bodyPr/>
        <a:lstStyle/>
        <a:p>
          <a:r>
            <a:rPr lang="zh-CN" altLang="en-US" dirty="0"/>
            <a:t>问题升级与解决策略</a:t>
          </a:r>
        </a:p>
      </dgm:t>
    </dgm:pt>
    <dgm:pt modelId="{9BDBE2B2-92DF-4976-A0CC-F1AF61D708EB}" cxnId="{3CEB4B4A-F239-4A28-BBE4-C6DE305285F7}" type="parTrans">
      <dgm:prSet/>
      <dgm:spPr/>
      <dgm:t>
        <a:bodyPr/>
        <a:lstStyle/>
        <a:p>
          <a:endParaRPr lang="zh-CN" altLang="en-US"/>
        </a:p>
      </dgm:t>
    </dgm:pt>
    <dgm:pt modelId="{C2A96FDA-9F86-48FA-B557-9BAE25D8B5A3}" cxnId="{3CEB4B4A-F239-4A28-BBE4-C6DE305285F7}" type="sibTrans">
      <dgm:prSet/>
      <dgm:spPr/>
      <dgm:t>
        <a:bodyPr/>
        <a:lstStyle/>
        <a:p>
          <a:endParaRPr lang="zh-CN" altLang="en-US"/>
        </a:p>
      </dgm:t>
    </dgm:pt>
    <dgm:pt modelId="{B3D91545-3DA5-4A07-8CCD-CFFFE09B3459}">
      <dgm:prSet phldrT="[文本]"/>
      <dgm:spPr/>
      <dgm:t>
        <a:bodyPr/>
        <a:lstStyle/>
        <a:p>
          <a:r>
            <a:rPr lang="en-US" altLang="en-US" dirty="0"/>
            <a:t>7. </a:t>
          </a:r>
          <a:r>
            <a:rPr lang="zh-CN" altLang="en-US" dirty="0"/>
            <a:t>执行阶段</a:t>
          </a:r>
        </a:p>
      </dgm:t>
    </dgm:pt>
    <dgm:pt modelId="{F37A26FB-1F10-4C74-AE93-8BFB464E97C9}" cxnId="{B635D621-95E4-4088-AF94-8F2A48041BAE}" type="parTrans">
      <dgm:prSet/>
      <dgm:spPr/>
      <dgm:t>
        <a:bodyPr/>
        <a:lstStyle/>
        <a:p>
          <a:endParaRPr lang="zh-CN" altLang="en-US"/>
        </a:p>
      </dgm:t>
    </dgm:pt>
    <dgm:pt modelId="{A2E90985-B14A-45FE-AAE3-B0976CEBA9A3}" cxnId="{B635D621-95E4-4088-AF94-8F2A48041BAE}" type="sibTrans">
      <dgm:prSet/>
      <dgm:spPr/>
      <dgm:t>
        <a:bodyPr/>
        <a:lstStyle/>
        <a:p>
          <a:endParaRPr lang="zh-CN" altLang="en-US"/>
        </a:p>
      </dgm:t>
    </dgm:pt>
    <dgm:pt modelId="{0949E3A7-95C9-4EF5-ABF3-1BDC2480EFE4}">
      <dgm:prSet/>
      <dgm:spPr/>
      <dgm:t>
        <a:bodyPr/>
        <a:lstStyle/>
        <a:p>
          <a:r>
            <a:rPr lang="zh-CN" altLang="en-US" dirty="0"/>
            <a:t>团队建设与沟通管理</a:t>
          </a:r>
        </a:p>
      </dgm:t>
    </dgm:pt>
    <dgm:pt modelId="{F1382D22-C8D8-4E83-82AD-645609D7A077}" cxnId="{5B871954-9796-43E1-921B-709CC39997EA}" type="parTrans">
      <dgm:prSet/>
      <dgm:spPr/>
      <dgm:t>
        <a:bodyPr/>
        <a:lstStyle/>
        <a:p>
          <a:endParaRPr lang="zh-CN" altLang="en-US"/>
        </a:p>
      </dgm:t>
    </dgm:pt>
    <dgm:pt modelId="{D26361FD-8C5D-4646-B4E4-6B443F83090F}" cxnId="{5B871954-9796-43E1-921B-709CC39997EA}" type="sibTrans">
      <dgm:prSet/>
      <dgm:spPr/>
      <dgm:t>
        <a:bodyPr/>
        <a:lstStyle/>
        <a:p>
          <a:endParaRPr lang="zh-CN" altLang="en-US"/>
        </a:p>
      </dgm:t>
    </dgm:pt>
    <dgm:pt modelId="{28AA00DD-1EA5-445C-94C6-2D6E5B0C3BF0}">
      <dgm:prSet/>
      <dgm:spPr/>
      <dgm:t>
        <a:bodyPr/>
        <a:lstStyle/>
        <a:p>
          <a:r>
            <a:rPr lang="zh-CN" altLang="en-US" dirty="0"/>
            <a:t>项目启动会议的组织与执行</a:t>
          </a:r>
        </a:p>
      </dgm:t>
    </dgm:pt>
    <dgm:pt modelId="{F32FED75-EDB4-44DB-A83F-38B282EC0AEF}" cxnId="{0D062523-D673-4937-B34F-B502D251E1AA}" type="parTrans">
      <dgm:prSet/>
      <dgm:spPr/>
      <dgm:t>
        <a:bodyPr/>
        <a:lstStyle/>
        <a:p>
          <a:endParaRPr lang="zh-CN" altLang="en-US"/>
        </a:p>
      </dgm:t>
    </dgm:pt>
    <dgm:pt modelId="{51D626C0-DA80-4004-AAFD-C63413AF6AC0}" cxnId="{0D062523-D673-4937-B34F-B502D251E1AA}" type="sibTrans">
      <dgm:prSet/>
      <dgm:spPr/>
      <dgm:t>
        <a:bodyPr/>
        <a:lstStyle/>
        <a:p>
          <a:endParaRPr lang="zh-CN" altLang="en-US"/>
        </a:p>
      </dgm:t>
    </dgm:pt>
    <dgm:pt modelId="{E44D1EE0-ABF1-4FC5-AE10-B3D8C9E58E24}">
      <dgm:prSet/>
      <dgm:spPr/>
      <dgm:t>
        <a:bodyPr/>
        <a:lstStyle/>
        <a:p>
          <a:r>
            <a:rPr lang="zh-CN" altLang="en-US" dirty="0"/>
            <a:t>变更管理的原则与实践</a:t>
          </a:r>
        </a:p>
      </dgm:t>
    </dgm:pt>
    <dgm:pt modelId="{963FC75F-25FE-4E03-801B-CAC80662F1C5}" cxnId="{5BA668E5-5E0F-4EF3-AE0D-99014446BA55}" type="parTrans">
      <dgm:prSet/>
      <dgm:spPr/>
      <dgm:t>
        <a:bodyPr/>
        <a:lstStyle/>
        <a:p>
          <a:endParaRPr lang="zh-CN" altLang="en-US"/>
        </a:p>
      </dgm:t>
    </dgm:pt>
    <dgm:pt modelId="{A86D58D9-2BB8-4225-BCC1-A62777748AD9}" cxnId="{5BA668E5-5E0F-4EF3-AE0D-99014446BA55}" type="sibTrans">
      <dgm:prSet/>
      <dgm:spPr/>
      <dgm:t>
        <a:bodyPr/>
        <a:lstStyle/>
        <a:p>
          <a:endParaRPr lang="zh-CN" altLang="en-US"/>
        </a:p>
      </dgm:t>
    </dgm:pt>
    <dgm:pt modelId="{F4A9574F-441C-4CFC-96A8-F38FE783D5D7}">
      <dgm:prSet/>
      <dgm:spPr/>
      <dgm:t>
        <a:bodyPr/>
        <a:lstStyle/>
        <a:p>
          <a:r>
            <a:rPr lang="zh-CN" altLang="en-US" dirty="0"/>
            <a:t>监督与控制项目进度</a:t>
          </a:r>
        </a:p>
      </dgm:t>
    </dgm:pt>
    <dgm:pt modelId="{842CEC51-24A2-4CB8-8871-E3109F4B1E3D}" cxnId="{BD79E540-C7E0-4A3A-8B61-D99CDCC9C2DE}" type="parTrans">
      <dgm:prSet/>
      <dgm:spPr/>
      <dgm:t>
        <a:bodyPr/>
        <a:lstStyle/>
        <a:p>
          <a:endParaRPr lang="zh-CN" altLang="en-US"/>
        </a:p>
      </dgm:t>
    </dgm:pt>
    <dgm:pt modelId="{2ABC45DC-8AC0-49E7-9F26-F4C5C393DB05}" cxnId="{BD79E540-C7E0-4A3A-8B61-D99CDCC9C2DE}" type="sibTrans">
      <dgm:prSet/>
      <dgm:spPr/>
      <dgm:t>
        <a:bodyPr/>
        <a:lstStyle/>
        <a:p>
          <a:endParaRPr lang="zh-CN" altLang="en-US"/>
        </a:p>
      </dgm:t>
    </dgm:pt>
    <dgm:pt modelId="{28B63718-0861-48C1-913E-CC78A349FDE6}">
      <dgm:prSet/>
      <dgm:spPr/>
      <dgm:t>
        <a:bodyPr/>
        <a:lstStyle/>
        <a:p>
          <a:r>
            <a:rPr lang="zh-CN" altLang="en-US" dirty="0"/>
            <a:t>里程碑的设定与检查</a:t>
          </a:r>
        </a:p>
      </dgm:t>
    </dgm:pt>
    <dgm:pt modelId="{F5435191-B3AB-4331-ACCB-DD853551CF0D}" cxnId="{5A79D73D-B5A2-4F90-BD6F-7FDE5B3A06BA}" type="parTrans">
      <dgm:prSet/>
      <dgm:spPr/>
      <dgm:t>
        <a:bodyPr/>
        <a:lstStyle/>
        <a:p>
          <a:endParaRPr lang="zh-CN" altLang="en-US"/>
        </a:p>
      </dgm:t>
    </dgm:pt>
    <dgm:pt modelId="{58A5B4FE-9546-4D6D-9FE6-DC7D88E8AB55}" cxnId="{5A79D73D-B5A2-4F90-BD6F-7FDE5B3A06BA}" type="sibTrans">
      <dgm:prSet/>
      <dgm:spPr/>
      <dgm:t>
        <a:bodyPr/>
        <a:lstStyle/>
        <a:p>
          <a:endParaRPr lang="zh-CN" altLang="en-US"/>
        </a:p>
      </dgm:t>
    </dgm:pt>
    <dgm:pt modelId="{02F885FB-BCFB-4CEE-A770-E4CC21C1D399}">
      <dgm:prSet/>
      <dgm:spPr/>
      <dgm:t>
        <a:bodyPr/>
        <a:lstStyle/>
        <a:p>
          <a:r>
            <a:rPr lang="zh-CN" altLang="en-US" dirty="0"/>
            <a:t>完工总结与经验教训的记录</a:t>
          </a:r>
        </a:p>
      </dgm:t>
    </dgm:pt>
    <dgm:pt modelId="{81966B0E-16B6-4E59-8CAC-B250B448694A}" cxnId="{1605AC9A-DCCA-48F9-ADBD-2AA5C8CF1B60}" type="parTrans">
      <dgm:prSet/>
      <dgm:spPr/>
      <dgm:t>
        <a:bodyPr/>
        <a:lstStyle/>
        <a:p>
          <a:endParaRPr lang="zh-CN" altLang="en-US"/>
        </a:p>
      </dgm:t>
    </dgm:pt>
    <dgm:pt modelId="{879B59DA-23F3-4E13-ACCC-03225D6D7C7D}" cxnId="{1605AC9A-DCCA-48F9-ADBD-2AA5C8CF1B60}" type="sibTrans">
      <dgm:prSet/>
      <dgm:spPr/>
      <dgm:t>
        <a:bodyPr/>
        <a:lstStyle/>
        <a:p>
          <a:endParaRPr lang="zh-CN" altLang="en-US"/>
        </a:p>
      </dgm:t>
    </dgm:pt>
    <dgm:pt modelId="{ADD95E9A-1C90-4DAB-9767-3485E55BACA3}">
      <dgm:prSet/>
      <dgm:spPr/>
      <dgm:t>
        <a:bodyPr/>
        <a:lstStyle/>
        <a:p>
          <a:r>
            <a:rPr lang="en-US" altLang="en-US" dirty="0"/>
            <a:t>8. </a:t>
          </a:r>
          <a:r>
            <a:rPr lang="zh-CN" altLang="en-US" dirty="0"/>
            <a:t>案例分析与实践</a:t>
          </a:r>
        </a:p>
      </dgm:t>
    </dgm:pt>
    <dgm:pt modelId="{81E0C287-B3D7-4868-AF39-C2E032577706}" cxnId="{67F682C7-24CB-49F6-A46E-B385ABC81DE6}" type="parTrans">
      <dgm:prSet/>
      <dgm:spPr/>
      <dgm:t>
        <a:bodyPr/>
        <a:lstStyle/>
        <a:p>
          <a:endParaRPr lang="zh-CN" altLang="en-US"/>
        </a:p>
      </dgm:t>
    </dgm:pt>
    <dgm:pt modelId="{11107ACF-C96F-470B-A06B-CD5A4D7A202B}" cxnId="{67F682C7-24CB-49F6-A46E-B385ABC81DE6}" type="sibTrans">
      <dgm:prSet/>
      <dgm:spPr/>
      <dgm:t>
        <a:bodyPr/>
        <a:lstStyle/>
        <a:p>
          <a:endParaRPr lang="zh-CN" altLang="en-US"/>
        </a:p>
      </dgm:t>
    </dgm:pt>
    <dgm:pt modelId="{02DF754E-F25A-4BDB-AB8C-5F4F2C23867B}">
      <dgm:prSet/>
      <dgm:spPr/>
      <dgm:t>
        <a:bodyPr/>
        <a:lstStyle/>
        <a:p>
          <a:r>
            <a:rPr lang="zh-CN" altLang="en-US" dirty="0"/>
            <a:t>分析案例中项目管理的成功与失败因素</a:t>
          </a:r>
        </a:p>
      </dgm:t>
    </dgm:pt>
    <dgm:pt modelId="{C9E44FF7-7CE5-4BE9-8BC7-18F277ADEB9C}" cxnId="{59750EEE-651C-4BC0-AADB-CDFF7A69E679}" type="parTrans">
      <dgm:prSet/>
      <dgm:spPr/>
      <dgm:t>
        <a:bodyPr/>
        <a:lstStyle/>
        <a:p>
          <a:endParaRPr lang="zh-CN" altLang="en-US"/>
        </a:p>
      </dgm:t>
    </dgm:pt>
    <dgm:pt modelId="{80C36A61-DF2F-489C-AC5F-8CB0264EE822}" cxnId="{59750EEE-651C-4BC0-AADB-CDFF7A69E679}" type="sibTrans">
      <dgm:prSet/>
      <dgm:spPr/>
      <dgm:t>
        <a:bodyPr/>
        <a:lstStyle/>
        <a:p>
          <a:endParaRPr lang="zh-CN" altLang="en-US"/>
        </a:p>
      </dgm:t>
    </dgm:pt>
    <dgm:pt modelId="{4065D2C8-017F-47F0-99A8-6A07A0A327F4}">
      <dgm:prSet/>
      <dgm:spPr/>
      <dgm:t>
        <a:bodyPr/>
        <a:lstStyle/>
        <a:p>
          <a:r>
            <a:rPr lang="zh-CN" altLang="en-US" dirty="0"/>
            <a:t>讨论案例中的实践要点与改进措施</a:t>
          </a:r>
        </a:p>
      </dgm:t>
    </dgm:pt>
    <dgm:pt modelId="{68F1B169-C3CE-46D5-8781-43F5CCFFAD7F}" cxnId="{30977974-94E8-4043-AAB2-90524488389F}" type="parTrans">
      <dgm:prSet/>
      <dgm:spPr/>
      <dgm:t>
        <a:bodyPr/>
        <a:lstStyle/>
        <a:p>
          <a:endParaRPr lang="zh-CN" altLang="en-US"/>
        </a:p>
      </dgm:t>
    </dgm:pt>
    <dgm:pt modelId="{D8BAED8E-8C14-467A-BCBD-3710E8D84CDB}" cxnId="{30977974-94E8-4043-AAB2-90524488389F}" type="sibTrans">
      <dgm:prSet/>
      <dgm:spPr/>
      <dgm:t>
        <a:bodyPr/>
        <a:lstStyle/>
        <a:p>
          <a:endParaRPr lang="zh-CN" altLang="en-US"/>
        </a:p>
      </dgm:t>
    </dgm:pt>
    <dgm:pt modelId="{DA0053D7-9CD0-4810-A5F5-819A6DE74A3B}">
      <dgm:prSet/>
      <dgm:spPr/>
      <dgm:t>
        <a:bodyPr/>
        <a:lstStyle/>
        <a:p>
          <a:r>
            <a:rPr lang="en-US" altLang="en-US" dirty="0"/>
            <a:t>9. </a:t>
          </a:r>
          <a:r>
            <a:rPr lang="zh-CN" altLang="en-US" dirty="0"/>
            <a:t>课程总结和回顾</a:t>
          </a:r>
        </a:p>
      </dgm:t>
    </dgm:pt>
    <dgm:pt modelId="{FC6C7437-3FA0-4143-A01C-70E4E7B0F83E}" cxnId="{3EAD048A-3956-41AF-8616-4A5456AE219A}" type="parTrans">
      <dgm:prSet/>
      <dgm:spPr/>
      <dgm:t>
        <a:bodyPr/>
        <a:lstStyle/>
        <a:p>
          <a:endParaRPr lang="zh-CN" altLang="en-US"/>
        </a:p>
      </dgm:t>
    </dgm:pt>
    <dgm:pt modelId="{084DA1E0-D69E-4DAF-8AC5-3B3EA5EB79E7}" cxnId="{3EAD048A-3956-41AF-8616-4A5456AE219A}" type="sibTrans">
      <dgm:prSet/>
      <dgm:spPr/>
      <dgm:t>
        <a:bodyPr/>
        <a:lstStyle/>
        <a:p>
          <a:endParaRPr lang="zh-CN" altLang="en-US"/>
        </a:p>
      </dgm:t>
    </dgm:pt>
    <dgm:pt modelId="{2AC9CDED-3CA3-4FA0-9A25-86CA743538C5}">
      <dgm:prSet/>
      <dgm:spPr/>
      <dgm:t>
        <a:bodyPr/>
        <a:lstStyle/>
        <a:p>
          <a:r>
            <a:rPr lang="zh-CN" altLang="en-US" dirty="0"/>
            <a:t>回顾课程要点</a:t>
          </a:r>
        </a:p>
      </dgm:t>
    </dgm:pt>
    <dgm:pt modelId="{2C85677D-C6E3-41E2-B662-1CCEDA3154F4}" cxnId="{77FED919-7482-484D-835A-91DBC0B39C13}" type="parTrans">
      <dgm:prSet/>
      <dgm:spPr/>
      <dgm:t>
        <a:bodyPr/>
        <a:lstStyle/>
        <a:p>
          <a:endParaRPr lang="zh-CN" altLang="en-US"/>
        </a:p>
      </dgm:t>
    </dgm:pt>
    <dgm:pt modelId="{73798CBE-834C-47DA-827D-4D45E535B9E6}" cxnId="{77FED919-7482-484D-835A-91DBC0B39C13}" type="sibTrans">
      <dgm:prSet/>
      <dgm:spPr/>
      <dgm:t>
        <a:bodyPr/>
        <a:lstStyle/>
        <a:p>
          <a:endParaRPr lang="zh-CN" altLang="en-US"/>
        </a:p>
      </dgm:t>
    </dgm:pt>
    <dgm:pt modelId="{BD023DAA-69C6-4196-BAD0-9035656FF821}" type="pres">
      <dgm:prSet presAssocID="{726BA73B-0847-4769-945C-DF9C876B2F3A}" presName="linear" presStyleCnt="0">
        <dgm:presLayoutVars>
          <dgm:dir/>
          <dgm:animLvl val="lvl"/>
          <dgm:resizeHandles val="exact"/>
        </dgm:presLayoutVars>
      </dgm:prSet>
      <dgm:spPr/>
    </dgm:pt>
    <dgm:pt modelId="{45856193-C4B8-498D-B6BA-AC01DCBEE91E}" type="pres">
      <dgm:prSet presAssocID="{C0DEDDF9-DEA5-4D95-8CAD-3C9279CF9CE4}" presName="parentLin" presStyleCnt="0"/>
      <dgm:spPr/>
    </dgm:pt>
    <dgm:pt modelId="{4A3A7654-FA58-4D7B-B008-0995BB0FEDCD}" type="pres">
      <dgm:prSet presAssocID="{C0DEDDF9-DEA5-4D95-8CAD-3C9279CF9CE4}" presName="parentLeftMargin" presStyleLbl="node1" presStyleIdx="0" presStyleCnt="4"/>
      <dgm:spPr/>
    </dgm:pt>
    <dgm:pt modelId="{3755F6E4-575A-4E6A-B574-B611E150BA63}" type="pres">
      <dgm:prSet presAssocID="{C0DEDDF9-DEA5-4D95-8CAD-3C9279CF9CE4}" presName="parentText" presStyleLbl="node1" presStyleIdx="0" presStyleCnt="4">
        <dgm:presLayoutVars>
          <dgm:chMax val="0"/>
          <dgm:bulletEnabled val="1"/>
        </dgm:presLayoutVars>
      </dgm:prSet>
      <dgm:spPr/>
    </dgm:pt>
    <dgm:pt modelId="{DC48573C-2961-40EF-BC44-4229589C593B}" type="pres">
      <dgm:prSet presAssocID="{C0DEDDF9-DEA5-4D95-8CAD-3C9279CF9CE4}" presName="negativeSpace" presStyleCnt="0"/>
      <dgm:spPr/>
    </dgm:pt>
    <dgm:pt modelId="{53BC6CD0-A147-4782-BCB8-4CDB5986F7C0}" type="pres">
      <dgm:prSet presAssocID="{C0DEDDF9-DEA5-4D95-8CAD-3C9279CF9CE4}" presName="childText" presStyleLbl="conFgAcc1" presStyleIdx="0" presStyleCnt="4">
        <dgm:presLayoutVars>
          <dgm:bulletEnabled val="1"/>
        </dgm:presLayoutVars>
      </dgm:prSet>
      <dgm:spPr/>
    </dgm:pt>
    <dgm:pt modelId="{7AE9F5E0-6BC2-47A2-B3A1-0A2A1E7012A1}" type="pres">
      <dgm:prSet presAssocID="{452B9154-9027-4015-A4F6-07255F1DE768}" presName="spaceBetweenRectangles" presStyleCnt="0"/>
      <dgm:spPr/>
    </dgm:pt>
    <dgm:pt modelId="{820637EC-152C-44A8-874A-969A86B62393}" type="pres">
      <dgm:prSet presAssocID="{B3D91545-3DA5-4A07-8CCD-CFFFE09B3459}" presName="parentLin" presStyleCnt="0"/>
      <dgm:spPr/>
    </dgm:pt>
    <dgm:pt modelId="{9C66DE84-3C7D-4299-8189-B459A680ABEB}" type="pres">
      <dgm:prSet presAssocID="{B3D91545-3DA5-4A07-8CCD-CFFFE09B3459}" presName="parentLeftMargin" presStyleLbl="node1" presStyleIdx="0" presStyleCnt="4"/>
      <dgm:spPr/>
    </dgm:pt>
    <dgm:pt modelId="{F966B0B3-5D61-4E36-AD03-7A88937DD2D6}" type="pres">
      <dgm:prSet presAssocID="{B3D91545-3DA5-4A07-8CCD-CFFFE09B3459}" presName="parentText" presStyleLbl="node1" presStyleIdx="1" presStyleCnt="4">
        <dgm:presLayoutVars>
          <dgm:chMax val="0"/>
          <dgm:bulletEnabled val="1"/>
        </dgm:presLayoutVars>
      </dgm:prSet>
      <dgm:spPr/>
    </dgm:pt>
    <dgm:pt modelId="{92ED6A72-8ACF-4446-BE27-F40AEFF83FDB}" type="pres">
      <dgm:prSet presAssocID="{B3D91545-3DA5-4A07-8CCD-CFFFE09B3459}" presName="negativeSpace" presStyleCnt="0"/>
      <dgm:spPr/>
    </dgm:pt>
    <dgm:pt modelId="{C302958C-5753-4CCE-A69A-C899B90BE58D}" type="pres">
      <dgm:prSet presAssocID="{B3D91545-3DA5-4A07-8CCD-CFFFE09B3459}" presName="childText" presStyleLbl="conFgAcc1" presStyleIdx="1" presStyleCnt="4">
        <dgm:presLayoutVars>
          <dgm:bulletEnabled val="1"/>
        </dgm:presLayoutVars>
      </dgm:prSet>
      <dgm:spPr/>
    </dgm:pt>
    <dgm:pt modelId="{ACF6014F-26F3-4249-A977-DE4A8B27B7A8}" type="pres">
      <dgm:prSet presAssocID="{A2E90985-B14A-45FE-AAE3-B0976CEBA9A3}" presName="spaceBetweenRectangles" presStyleCnt="0"/>
      <dgm:spPr/>
    </dgm:pt>
    <dgm:pt modelId="{8AB28BDD-9574-423C-A5B8-9841138319C3}" type="pres">
      <dgm:prSet presAssocID="{ADD95E9A-1C90-4DAB-9767-3485E55BACA3}" presName="parentLin" presStyleCnt="0"/>
      <dgm:spPr/>
    </dgm:pt>
    <dgm:pt modelId="{88CED1CE-FDF1-4F8E-A816-3FD1019FC1A6}" type="pres">
      <dgm:prSet presAssocID="{ADD95E9A-1C90-4DAB-9767-3485E55BACA3}" presName="parentLeftMargin" presStyleLbl="node1" presStyleIdx="1" presStyleCnt="4"/>
      <dgm:spPr/>
    </dgm:pt>
    <dgm:pt modelId="{F7CE9327-A1F3-4A15-BEE7-7F8B63F7B6E2}" type="pres">
      <dgm:prSet presAssocID="{ADD95E9A-1C90-4DAB-9767-3485E55BACA3}" presName="parentText" presStyleLbl="node1" presStyleIdx="2" presStyleCnt="4">
        <dgm:presLayoutVars>
          <dgm:chMax val="0"/>
          <dgm:bulletEnabled val="1"/>
        </dgm:presLayoutVars>
      </dgm:prSet>
      <dgm:spPr/>
    </dgm:pt>
    <dgm:pt modelId="{45772F69-3A28-4C50-A066-DE400F7455E5}" type="pres">
      <dgm:prSet presAssocID="{ADD95E9A-1C90-4DAB-9767-3485E55BACA3}" presName="negativeSpace" presStyleCnt="0"/>
      <dgm:spPr/>
    </dgm:pt>
    <dgm:pt modelId="{FABE6CBC-C6E1-48B3-AB5B-4992E9A4DFBB}" type="pres">
      <dgm:prSet presAssocID="{ADD95E9A-1C90-4DAB-9767-3485E55BACA3}" presName="childText" presStyleLbl="conFgAcc1" presStyleIdx="2" presStyleCnt="4">
        <dgm:presLayoutVars>
          <dgm:bulletEnabled val="1"/>
        </dgm:presLayoutVars>
      </dgm:prSet>
      <dgm:spPr/>
    </dgm:pt>
    <dgm:pt modelId="{6D70DDD8-65E9-4DF3-9A85-8DDCE49D52D5}" type="pres">
      <dgm:prSet presAssocID="{11107ACF-C96F-470B-A06B-CD5A4D7A202B}" presName="spaceBetweenRectangles" presStyleCnt="0"/>
      <dgm:spPr/>
    </dgm:pt>
    <dgm:pt modelId="{BAB1CF6A-F369-4A16-B9C8-447AABAB02A5}" type="pres">
      <dgm:prSet presAssocID="{DA0053D7-9CD0-4810-A5F5-819A6DE74A3B}" presName="parentLin" presStyleCnt="0"/>
      <dgm:spPr/>
    </dgm:pt>
    <dgm:pt modelId="{BCB87670-C66A-4D7B-9FE9-102E4B80BBD5}" type="pres">
      <dgm:prSet presAssocID="{DA0053D7-9CD0-4810-A5F5-819A6DE74A3B}" presName="parentLeftMargin" presStyleLbl="node1" presStyleIdx="2" presStyleCnt="4"/>
      <dgm:spPr/>
    </dgm:pt>
    <dgm:pt modelId="{FD98E740-51D2-42EA-BB4B-1C7CAD2FC40C}" type="pres">
      <dgm:prSet presAssocID="{DA0053D7-9CD0-4810-A5F5-819A6DE74A3B}" presName="parentText" presStyleLbl="node1" presStyleIdx="3" presStyleCnt="4">
        <dgm:presLayoutVars>
          <dgm:chMax val="0"/>
          <dgm:bulletEnabled val="1"/>
        </dgm:presLayoutVars>
      </dgm:prSet>
      <dgm:spPr/>
    </dgm:pt>
    <dgm:pt modelId="{8B99D138-FC25-4789-83E4-06018B57DC80}" type="pres">
      <dgm:prSet presAssocID="{DA0053D7-9CD0-4810-A5F5-819A6DE74A3B}" presName="negativeSpace" presStyleCnt="0"/>
      <dgm:spPr/>
    </dgm:pt>
    <dgm:pt modelId="{E28A0563-C9CF-44BE-AF5D-46FA133201BF}" type="pres">
      <dgm:prSet presAssocID="{DA0053D7-9CD0-4810-A5F5-819A6DE74A3B}" presName="childText" presStyleLbl="conFgAcc1" presStyleIdx="3" presStyleCnt="4">
        <dgm:presLayoutVars>
          <dgm:bulletEnabled val="1"/>
        </dgm:presLayoutVars>
      </dgm:prSet>
      <dgm:spPr/>
    </dgm:pt>
  </dgm:ptLst>
  <dgm:cxnLst>
    <dgm:cxn modelId="{E876AD07-8D7A-43C4-8A0B-A89ABE2D68AE}" type="presOf" srcId="{C2203CB2-AEA4-4637-B355-D781D40480FE}" destId="{53BC6CD0-A147-4782-BCB8-4CDB5986F7C0}" srcOrd="0" destOrd="3" presId="urn:microsoft.com/office/officeart/2005/8/layout/list1"/>
    <dgm:cxn modelId="{5410D511-4AF4-4077-B1BE-9CF5B5893C32}" type="presOf" srcId="{D88C2DC7-C4E5-4D7C-AA79-5CED71A4018D}" destId="{53BC6CD0-A147-4782-BCB8-4CDB5986F7C0}" srcOrd="0" destOrd="1" presId="urn:microsoft.com/office/officeart/2005/8/layout/list1"/>
    <dgm:cxn modelId="{F5F52B14-B014-485B-9CD9-93BFB19E8621}" type="presOf" srcId="{28AA00DD-1EA5-445C-94C6-2D6E5B0C3BF0}" destId="{C302958C-5753-4CCE-A69A-C899B90BE58D}" srcOrd="0" destOrd="1" presId="urn:microsoft.com/office/officeart/2005/8/layout/list1"/>
    <dgm:cxn modelId="{77FED919-7482-484D-835A-91DBC0B39C13}" srcId="{DA0053D7-9CD0-4810-A5F5-819A6DE74A3B}" destId="{2AC9CDED-3CA3-4FA0-9A25-86CA743538C5}" srcOrd="0" destOrd="0" parTransId="{2C85677D-C6E3-41E2-B662-1CCEDA3154F4}" sibTransId="{73798CBE-834C-47DA-827D-4D45E535B9E6}"/>
    <dgm:cxn modelId="{454ADD1C-8920-4BB8-893F-0311E0FC4E6E}" type="presOf" srcId="{E44D1EE0-ABF1-4FC5-AE10-B3D8C9E58E24}" destId="{C302958C-5753-4CCE-A69A-C899B90BE58D}" srcOrd="0" destOrd="2" presId="urn:microsoft.com/office/officeart/2005/8/layout/list1"/>
    <dgm:cxn modelId="{B635D621-95E4-4088-AF94-8F2A48041BAE}" srcId="{726BA73B-0847-4769-945C-DF9C876B2F3A}" destId="{B3D91545-3DA5-4A07-8CCD-CFFFE09B3459}" srcOrd="1" destOrd="0" parTransId="{F37A26FB-1F10-4C74-AE93-8BFB464E97C9}" sibTransId="{A2E90985-B14A-45FE-AAE3-B0976CEBA9A3}"/>
    <dgm:cxn modelId="{26F3A222-3F2D-4D35-849B-2E8D18BAF459}" type="presOf" srcId="{02DF754E-F25A-4BDB-AB8C-5F4F2C23867B}" destId="{FABE6CBC-C6E1-48B3-AB5B-4992E9A4DFBB}" srcOrd="0" destOrd="0" presId="urn:microsoft.com/office/officeart/2005/8/layout/list1"/>
    <dgm:cxn modelId="{0D062523-D673-4937-B34F-B502D251E1AA}" srcId="{B3D91545-3DA5-4A07-8CCD-CFFFE09B3459}" destId="{28AA00DD-1EA5-445C-94C6-2D6E5B0C3BF0}" srcOrd="1" destOrd="0" parTransId="{F32FED75-EDB4-44DB-A83F-38B282EC0AEF}" sibTransId="{51D626C0-DA80-4004-AAFD-C63413AF6AC0}"/>
    <dgm:cxn modelId="{2D9DE23B-EC44-41E1-8D24-BC9DFF28D589}" type="presOf" srcId="{28B63718-0861-48C1-913E-CC78A349FDE6}" destId="{C302958C-5753-4CCE-A69A-C899B90BE58D}" srcOrd="0" destOrd="4" presId="urn:microsoft.com/office/officeart/2005/8/layout/list1"/>
    <dgm:cxn modelId="{5A79D73D-B5A2-4F90-BD6F-7FDE5B3A06BA}" srcId="{B3D91545-3DA5-4A07-8CCD-CFFFE09B3459}" destId="{28B63718-0861-48C1-913E-CC78A349FDE6}" srcOrd="4" destOrd="0" parTransId="{F5435191-B3AB-4331-ACCB-DD853551CF0D}" sibTransId="{58A5B4FE-9546-4D6D-9FE6-DC7D88E8AB55}"/>
    <dgm:cxn modelId="{BD79E540-C7E0-4A3A-8B61-D99CDCC9C2DE}" srcId="{B3D91545-3DA5-4A07-8CCD-CFFFE09B3459}" destId="{F4A9574F-441C-4CFC-96A8-F38FE783D5D7}" srcOrd="3" destOrd="0" parTransId="{842CEC51-24A2-4CB8-8871-E3109F4B1E3D}" sibTransId="{2ABC45DC-8AC0-49E7-9F26-F4C5C393DB05}"/>
    <dgm:cxn modelId="{4A58DF5C-158D-4FD6-BB3B-3590DC0BBD73}" type="presOf" srcId="{DA0053D7-9CD0-4810-A5F5-819A6DE74A3B}" destId="{FD98E740-51D2-42EA-BB4B-1C7CAD2FC40C}" srcOrd="1" destOrd="0" presId="urn:microsoft.com/office/officeart/2005/8/layout/list1"/>
    <dgm:cxn modelId="{C2C9735D-D0E1-4FB1-A635-A3FB4DAC8CCE}" type="presOf" srcId="{C0DEDDF9-DEA5-4D95-8CAD-3C9279CF9CE4}" destId="{3755F6E4-575A-4E6A-B574-B611E150BA63}" srcOrd="1" destOrd="0" presId="urn:microsoft.com/office/officeart/2005/8/layout/list1"/>
    <dgm:cxn modelId="{543CA062-B2E1-4CF6-AA13-FD6C6259C0B6}" type="presOf" srcId="{B3D91545-3DA5-4A07-8CCD-CFFFE09B3459}" destId="{F966B0B3-5D61-4E36-AD03-7A88937DD2D6}" srcOrd="1" destOrd="0" presId="urn:microsoft.com/office/officeart/2005/8/layout/list1"/>
    <dgm:cxn modelId="{C86ADC64-6D41-4D08-B71A-7D1C168FE56D}" srcId="{C0DEDDF9-DEA5-4D95-8CAD-3C9279CF9CE4}" destId="{C2203CB2-AEA4-4637-B355-D781D40480FE}" srcOrd="3" destOrd="0" parTransId="{C11DF5FA-B3F6-4A4D-A005-AB0D3CEC2E35}" sibTransId="{B062CD20-7906-4C49-BBE4-C7F6A994497A}"/>
    <dgm:cxn modelId="{CA12FA64-66D8-4AA6-8641-A492E334C3A8}" srcId="{726BA73B-0847-4769-945C-DF9C876B2F3A}" destId="{C0DEDDF9-DEA5-4D95-8CAD-3C9279CF9CE4}" srcOrd="0" destOrd="0" parTransId="{975DA8A4-1C54-48B4-B89D-70731BC9C764}" sibTransId="{452B9154-9027-4015-A4F6-07255F1DE768}"/>
    <dgm:cxn modelId="{B714D747-96DB-4082-8DD3-DEC1B1DD61D2}" type="presOf" srcId="{BF72EE64-535D-4ACB-8982-B7C6F62AA1D2}" destId="{53BC6CD0-A147-4782-BCB8-4CDB5986F7C0}" srcOrd="0" destOrd="0" presId="urn:microsoft.com/office/officeart/2005/8/layout/list1"/>
    <dgm:cxn modelId="{3CEB4B4A-F239-4A28-BBE4-C6DE305285F7}" srcId="{C0DEDDF9-DEA5-4D95-8CAD-3C9279CF9CE4}" destId="{A066BE63-641F-4D5A-AF95-E5C5E58895EB}" srcOrd="4" destOrd="0" parTransId="{9BDBE2B2-92DF-4976-A0CC-F1AF61D708EB}" sibTransId="{C2A96FDA-9F86-48FA-B557-9BAE25D8B5A3}"/>
    <dgm:cxn modelId="{1B78C070-5522-49C7-B366-E38C1A64BF32}" type="presOf" srcId="{ADD95E9A-1C90-4DAB-9767-3485E55BACA3}" destId="{F7CE9327-A1F3-4A15-BEE7-7F8B63F7B6E2}" srcOrd="1" destOrd="0" presId="urn:microsoft.com/office/officeart/2005/8/layout/list1"/>
    <dgm:cxn modelId="{FB1B5A52-3D18-4B49-93D1-2A8F94760FBA}" type="presOf" srcId="{4D7D2A91-5CA6-44B1-815E-E49D8FF4D063}" destId="{53BC6CD0-A147-4782-BCB8-4CDB5986F7C0}" srcOrd="0" destOrd="2" presId="urn:microsoft.com/office/officeart/2005/8/layout/list1"/>
    <dgm:cxn modelId="{5B871954-9796-43E1-921B-709CC39997EA}" srcId="{B3D91545-3DA5-4A07-8CCD-CFFFE09B3459}" destId="{0949E3A7-95C9-4EF5-ABF3-1BDC2480EFE4}" srcOrd="0" destOrd="0" parTransId="{F1382D22-C8D8-4E83-82AD-645609D7A077}" sibTransId="{D26361FD-8C5D-4646-B4E4-6B443F83090F}"/>
    <dgm:cxn modelId="{30977974-94E8-4043-AAB2-90524488389F}" srcId="{ADD95E9A-1C90-4DAB-9767-3485E55BACA3}" destId="{4065D2C8-017F-47F0-99A8-6A07A0A327F4}" srcOrd="1" destOrd="0" parTransId="{68F1B169-C3CE-46D5-8781-43F5CCFFAD7F}" sibTransId="{D8BAED8E-8C14-467A-BCBD-3710E8D84CDB}"/>
    <dgm:cxn modelId="{D999FB54-51AA-4B58-84A2-E7D57DD79EDC}" type="presOf" srcId="{2AC9CDED-3CA3-4FA0-9A25-86CA743538C5}" destId="{E28A0563-C9CF-44BE-AF5D-46FA133201BF}" srcOrd="0" destOrd="0" presId="urn:microsoft.com/office/officeart/2005/8/layout/list1"/>
    <dgm:cxn modelId="{D8365757-49A6-42B7-9898-F26872D9AC11}" type="presOf" srcId="{ADD95E9A-1C90-4DAB-9767-3485E55BACA3}" destId="{88CED1CE-FDF1-4F8E-A816-3FD1019FC1A6}" srcOrd="0" destOrd="0" presId="urn:microsoft.com/office/officeart/2005/8/layout/list1"/>
    <dgm:cxn modelId="{610B707B-1EF8-419B-B93F-8A60A56576EF}" type="presOf" srcId="{0949E3A7-95C9-4EF5-ABF3-1BDC2480EFE4}" destId="{C302958C-5753-4CCE-A69A-C899B90BE58D}" srcOrd="0" destOrd="0" presId="urn:microsoft.com/office/officeart/2005/8/layout/list1"/>
    <dgm:cxn modelId="{842F7787-8D61-4518-B2C5-B0212172ABEB}" type="presOf" srcId="{DA0053D7-9CD0-4810-A5F5-819A6DE74A3B}" destId="{BCB87670-C66A-4D7B-9FE9-102E4B80BBD5}" srcOrd="0" destOrd="0" presId="urn:microsoft.com/office/officeart/2005/8/layout/list1"/>
    <dgm:cxn modelId="{3EAD048A-3956-41AF-8616-4A5456AE219A}" srcId="{726BA73B-0847-4769-945C-DF9C876B2F3A}" destId="{DA0053D7-9CD0-4810-A5F5-819A6DE74A3B}" srcOrd="3" destOrd="0" parTransId="{FC6C7437-3FA0-4143-A01C-70E4E7B0F83E}" sibTransId="{084DA1E0-D69E-4DAF-8AC5-3B3EA5EB79E7}"/>
    <dgm:cxn modelId="{F2B41B8B-DC7B-4F08-B8F8-008AA69F742C}" type="presOf" srcId="{A066BE63-641F-4D5A-AF95-E5C5E58895EB}" destId="{53BC6CD0-A147-4782-BCB8-4CDB5986F7C0}" srcOrd="0" destOrd="4" presId="urn:microsoft.com/office/officeart/2005/8/layout/list1"/>
    <dgm:cxn modelId="{A551618F-3981-48DF-86D3-2F3ECA0D4986}" type="presOf" srcId="{F4A9574F-441C-4CFC-96A8-F38FE783D5D7}" destId="{C302958C-5753-4CCE-A69A-C899B90BE58D}" srcOrd="0" destOrd="3" presId="urn:microsoft.com/office/officeart/2005/8/layout/list1"/>
    <dgm:cxn modelId="{1605AC9A-DCCA-48F9-ADBD-2AA5C8CF1B60}" srcId="{B3D91545-3DA5-4A07-8CCD-CFFFE09B3459}" destId="{02F885FB-BCFB-4CEE-A770-E4CC21C1D399}" srcOrd="5" destOrd="0" parTransId="{81966B0E-16B6-4E59-8CAC-B250B448694A}" sibTransId="{879B59DA-23F3-4E13-ACCC-03225D6D7C7D}"/>
    <dgm:cxn modelId="{20B3B9A5-61A5-4CF1-8275-AC1CBC92517D}" srcId="{C0DEDDF9-DEA5-4D95-8CAD-3C9279CF9CE4}" destId="{BF72EE64-535D-4ACB-8982-B7C6F62AA1D2}" srcOrd="0" destOrd="0" parTransId="{23A914A5-A6DA-4CC6-97C6-97721B857E20}" sibTransId="{D05581F0-6479-474F-9A98-29D7B7052D04}"/>
    <dgm:cxn modelId="{394605B9-17F7-4B6C-B538-8FB8BB0D330C}" type="presOf" srcId="{726BA73B-0847-4769-945C-DF9C876B2F3A}" destId="{BD023DAA-69C6-4196-BAD0-9035656FF821}" srcOrd="0" destOrd="0" presId="urn:microsoft.com/office/officeart/2005/8/layout/list1"/>
    <dgm:cxn modelId="{AB26D0B9-7836-4012-A23E-8230FCD92E67}" srcId="{C0DEDDF9-DEA5-4D95-8CAD-3C9279CF9CE4}" destId="{D88C2DC7-C4E5-4D7C-AA79-5CED71A4018D}" srcOrd="1" destOrd="0" parTransId="{3D6822F1-A47F-46B1-B835-2F783633992D}" sibTransId="{227DB852-8B99-423E-8841-A3DD43622202}"/>
    <dgm:cxn modelId="{67F682C7-24CB-49F6-A46E-B385ABC81DE6}" srcId="{726BA73B-0847-4769-945C-DF9C876B2F3A}" destId="{ADD95E9A-1C90-4DAB-9767-3485E55BACA3}" srcOrd="2" destOrd="0" parTransId="{81E0C287-B3D7-4868-AF39-C2E032577706}" sibTransId="{11107ACF-C96F-470B-A06B-CD5A4D7A202B}"/>
    <dgm:cxn modelId="{3C0632CA-9495-4AB1-A037-2DDD7C2F99BC}" type="presOf" srcId="{02F885FB-BCFB-4CEE-A770-E4CC21C1D399}" destId="{C302958C-5753-4CCE-A69A-C899B90BE58D}" srcOrd="0" destOrd="5" presId="urn:microsoft.com/office/officeart/2005/8/layout/list1"/>
    <dgm:cxn modelId="{32C5AAD2-ABA6-4DA3-9A37-24530F792E39}" type="presOf" srcId="{4065D2C8-017F-47F0-99A8-6A07A0A327F4}" destId="{FABE6CBC-C6E1-48B3-AB5B-4992E9A4DFBB}" srcOrd="0" destOrd="1" presId="urn:microsoft.com/office/officeart/2005/8/layout/list1"/>
    <dgm:cxn modelId="{61EDD8D4-CEF8-45F1-9430-72EF9BF02D8A}" srcId="{C0DEDDF9-DEA5-4D95-8CAD-3C9279CF9CE4}" destId="{4D7D2A91-5CA6-44B1-815E-E49D8FF4D063}" srcOrd="2" destOrd="0" parTransId="{D8E23FFC-9265-4D6F-9AA7-92CE780AD408}" sibTransId="{AFF2A90D-2DD7-4704-B942-92C4DBD2859D}"/>
    <dgm:cxn modelId="{5BA668E5-5E0F-4EF3-AE0D-99014446BA55}" srcId="{B3D91545-3DA5-4A07-8CCD-CFFFE09B3459}" destId="{E44D1EE0-ABF1-4FC5-AE10-B3D8C9E58E24}" srcOrd="2" destOrd="0" parTransId="{963FC75F-25FE-4E03-801B-CAC80662F1C5}" sibTransId="{A86D58D9-2BB8-4225-BCC1-A62777748AD9}"/>
    <dgm:cxn modelId="{61BDC8E6-491E-4127-B7BB-ACD16051D2BE}" type="presOf" srcId="{C0DEDDF9-DEA5-4D95-8CAD-3C9279CF9CE4}" destId="{4A3A7654-FA58-4D7B-B008-0995BB0FEDCD}" srcOrd="0" destOrd="0" presId="urn:microsoft.com/office/officeart/2005/8/layout/list1"/>
    <dgm:cxn modelId="{59750EEE-651C-4BC0-AADB-CDFF7A69E679}" srcId="{ADD95E9A-1C90-4DAB-9767-3485E55BACA3}" destId="{02DF754E-F25A-4BDB-AB8C-5F4F2C23867B}" srcOrd="0" destOrd="0" parTransId="{C9E44FF7-7CE5-4BE9-8BC7-18F277ADEB9C}" sibTransId="{80C36A61-DF2F-489C-AC5F-8CB0264EE822}"/>
    <dgm:cxn modelId="{7CA414FD-8594-40BA-81BE-3BD68A966B15}" type="presOf" srcId="{B3D91545-3DA5-4A07-8CCD-CFFFE09B3459}" destId="{9C66DE84-3C7D-4299-8189-B459A680ABEB}" srcOrd="0" destOrd="0" presId="urn:microsoft.com/office/officeart/2005/8/layout/list1"/>
    <dgm:cxn modelId="{7A2FEF09-31CF-4FE6-9023-0666A609DBE5}" type="presParOf" srcId="{BD023DAA-69C6-4196-BAD0-9035656FF821}" destId="{45856193-C4B8-498D-B6BA-AC01DCBEE91E}" srcOrd="0" destOrd="0" presId="urn:microsoft.com/office/officeart/2005/8/layout/list1"/>
    <dgm:cxn modelId="{51161F13-0C03-4241-BC37-E58D184BADF5}" type="presParOf" srcId="{45856193-C4B8-498D-B6BA-AC01DCBEE91E}" destId="{4A3A7654-FA58-4D7B-B008-0995BB0FEDCD}" srcOrd="0" destOrd="0" presId="urn:microsoft.com/office/officeart/2005/8/layout/list1"/>
    <dgm:cxn modelId="{60F95DBC-0406-4740-96A3-87396A6A4F47}" type="presParOf" srcId="{45856193-C4B8-498D-B6BA-AC01DCBEE91E}" destId="{3755F6E4-575A-4E6A-B574-B611E150BA63}" srcOrd="1" destOrd="0" presId="urn:microsoft.com/office/officeart/2005/8/layout/list1"/>
    <dgm:cxn modelId="{776C64AA-9E8D-4E86-B14C-47D86605F27D}" type="presParOf" srcId="{BD023DAA-69C6-4196-BAD0-9035656FF821}" destId="{DC48573C-2961-40EF-BC44-4229589C593B}" srcOrd="1" destOrd="0" presId="urn:microsoft.com/office/officeart/2005/8/layout/list1"/>
    <dgm:cxn modelId="{9E238993-E402-4C7A-B75F-DE48F0315CF0}" type="presParOf" srcId="{BD023DAA-69C6-4196-BAD0-9035656FF821}" destId="{53BC6CD0-A147-4782-BCB8-4CDB5986F7C0}" srcOrd="2" destOrd="0" presId="urn:microsoft.com/office/officeart/2005/8/layout/list1"/>
    <dgm:cxn modelId="{A7096ECA-24F2-4C0E-9C69-1DB68F8D0BB5}" type="presParOf" srcId="{BD023DAA-69C6-4196-BAD0-9035656FF821}" destId="{7AE9F5E0-6BC2-47A2-B3A1-0A2A1E7012A1}" srcOrd="3" destOrd="0" presId="urn:microsoft.com/office/officeart/2005/8/layout/list1"/>
    <dgm:cxn modelId="{58B50C2C-20B9-41B4-B10B-AC085AB96CFB}" type="presParOf" srcId="{BD023DAA-69C6-4196-BAD0-9035656FF821}" destId="{820637EC-152C-44A8-874A-969A86B62393}" srcOrd="4" destOrd="0" presId="urn:microsoft.com/office/officeart/2005/8/layout/list1"/>
    <dgm:cxn modelId="{8BCC78F6-3287-4994-8D14-D896D5FE2DB3}" type="presParOf" srcId="{820637EC-152C-44A8-874A-969A86B62393}" destId="{9C66DE84-3C7D-4299-8189-B459A680ABEB}" srcOrd="0" destOrd="0" presId="urn:microsoft.com/office/officeart/2005/8/layout/list1"/>
    <dgm:cxn modelId="{55D2EDA5-E111-4E8F-9682-8185C18779E9}" type="presParOf" srcId="{820637EC-152C-44A8-874A-969A86B62393}" destId="{F966B0B3-5D61-4E36-AD03-7A88937DD2D6}" srcOrd="1" destOrd="0" presId="urn:microsoft.com/office/officeart/2005/8/layout/list1"/>
    <dgm:cxn modelId="{EB24BA8B-0704-422C-AF41-6AC45963DB5D}" type="presParOf" srcId="{BD023DAA-69C6-4196-BAD0-9035656FF821}" destId="{92ED6A72-8ACF-4446-BE27-F40AEFF83FDB}" srcOrd="5" destOrd="0" presId="urn:microsoft.com/office/officeart/2005/8/layout/list1"/>
    <dgm:cxn modelId="{5CF638A9-48D1-45DF-BFFF-81F31A89A608}" type="presParOf" srcId="{BD023DAA-69C6-4196-BAD0-9035656FF821}" destId="{C302958C-5753-4CCE-A69A-C899B90BE58D}" srcOrd="6" destOrd="0" presId="urn:microsoft.com/office/officeart/2005/8/layout/list1"/>
    <dgm:cxn modelId="{08EA3FFE-A56F-40E0-9AD0-AED332DE2F2E}" type="presParOf" srcId="{BD023DAA-69C6-4196-BAD0-9035656FF821}" destId="{ACF6014F-26F3-4249-A977-DE4A8B27B7A8}" srcOrd="7" destOrd="0" presId="urn:microsoft.com/office/officeart/2005/8/layout/list1"/>
    <dgm:cxn modelId="{432D82C2-E151-4F68-831E-45EF32A56E7E}" type="presParOf" srcId="{BD023DAA-69C6-4196-BAD0-9035656FF821}" destId="{8AB28BDD-9574-423C-A5B8-9841138319C3}" srcOrd="8" destOrd="0" presId="urn:microsoft.com/office/officeart/2005/8/layout/list1"/>
    <dgm:cxn modelId="{47727356-0722-47C3-B9B7-1A2CF504BA34}" type="presParOf" srcId="{8AB28BDD-9574-423C-A5B8-9841138319C3}" destId="{88CED1CE-FDF1-4F8E-A816-3FD1019FC1A6}" srcOrd="0" destOrd="0" presId="urn:microsoft.com/office/officeart/2005/8/layout/list1"/>
    <dgm:cxn modelId="{550E8A67-1EC9-4154-A097-EE59032DBA6E}" type="presParOf" srcId="{8AB28BDD-9574-423C-A5B8-9841138319C3}" destId="{F7CE9327-A1F3-4A15-BEE7-7F8B63F7B6E2}" srcOrd="1" destOrd="0" presId="urn:microsoft.com/office/officeart/2005/8/layout/list1"/>
    <dgm:cxn modelId="{70549564-1C4A-4A4E-B579-93FE15F74FCA}" type="presParOf" srcId="{BD023DAA-69C6-4196-BAD0-9035656FF821}" destId="{45772F69-3A28-4C50-A066-DE400F7455E5}" srcOrd="9" destOrd="0" presId="urn:microsoft.com/office/officeart/2005/8/layout/list1"/>
    <dgm:cxn modelId="{47084D58-9FAB-4F96-BBB2-5D0B568ED554}" type="presParOf" srcId="{BD023DAA-69C6-4196-BAD0-9035656FF821}" destId="{FABE6CBC-C6E1-48B3-AB5B-4992E9A4DFBB}" srcOrd="10" destOrd="0" presId="urn:microsoft.com/office/officeart/2005/8/layout/list1"/>
    <dgm:cxn modelId="{59F52F89-8D32-444C-B7F5-41709D000803}" type="presParOf" srcId="{BD023DAA-69C6-4196-BAD0-9035656FF821}" destId="{6D70DDD8-65E9-4DF3-9A85-8DDCE49D52D5}" srcOrd="11" destOrd="0" presId="urn:microsoft.com/office/officeart/2005/8/layout/list1"/>
    <dgm:cxn modelId="{1BFD8CB2-D99F-4B42-860C-31211F0BA68C}" type="presParOf" srcId="{BD023DAA-69C6-4196-BAD0-9035656FF821}" destId="{BAB1CF6A-F369-4A16-B9C8-447AABAB02A5}" srcOrd="12" destOrd="0" presId="urn:microsoft.com/office/officeart/2005/8/layout/list1"/>
    <dgm:cxn modelId="{EFD867ED-4146-4DDB-9976-8A9A8B18BC5D}" type="presParOf" srcId="{BAB1CF6A-F369-4A16-B9C8-447AABAB02A5}" destId="{BCB87670-C66A-4D7B-9FE9-102E4B80BBD5}" srcOrd="0" destOrd="0" presId="urn:microsoft.com/office/officeart/2005/8/layout/list1"/>
    <dgm:cxn modelId="{0B417D2C-EC5F-4A81-A565-545DBD416E03}" type="presParOf" srcId="{BAB1CF6A-F369-4A16-B9C8-447AABAB02A5}" destId="{FD98E740-51D2-42EA-BB4B-1C7CAD2FC40C}" srcOrd="1" destOrd="0" presId="urn:microsoft.com/office/officeart/2005/8/layout/list1"/>
    <dgm:cxn modelId="{EE8C115E-1683-4289-A269-56C205E3604E}" type="presParOf" srcId="{BD023DAA-69C6-4196-BAD0-9035656FF821}" destId="{8B99D138-FC25-4789-83E4-06018B57DC80}" srcOrd="13" destOrd="0" presId="urn:microsoft.com/office/officeart/2005/8/layout/list1"/>
    <dgm:cxn modelId="{F4073268-EE1E-49BE-A7A0-4ABE3EAE81B8}" type="presParOf" srcId="{BD023DAA-69C6-4196-BAD0-9035656FF821}" destId="{E28A0563-C9CF-44BE-AF5D-46FA133201BF}" srcOrd="14" destOrd="0" presId="urn:microsoft.com/office/officeart/2005/8/layout/list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4470400" cy="5270500"/>
        <a:chOff x="0" y="0"/>
        <a:chExt cx="4470400" cy="5270500"/>
      </a:xfrm>
    </dsp:grpSpPr>
    <dsp:sp modelId="{211E9F1F-E4DF-43C2-8351-BB16DBEE3A92}">
      <dsp:nvSpPr>
        <dsp:cNvPr id="5" name="矩形 4"/>
        <dsp:cNvSpPr/>
      </dsp:nvSpPr>
      <dsp:spPr bwMode="white">
        <a:xfrm>
          <a:off x="0" y="388387"/>
          <a:ext cx="4470400" cy="546735"/>
        </a:xfrm>
        <a:prstGeom prst="rect">
          <a:avLst/>
        </a:prstGeom>
      </dsp:spPr>
      <dsp:style>
        <a:lnRef idx="2">
          <a:schemeClr val="accent1"/>
        </a:lnRef>
        <a:fillRef idx="1">
          <a:schemeClr val="lt1">
            <a:alpha val="90000"/>
          </a:schemeClr>
        </a:fillRef>
        <a:effectRef idx="0">
          <a:scrgbClr r="0" g="0" b="0"/>
        </a:effectRef>
        <a:fontRef idx="minor"/>
      </dsp:style>
      <dsp:txBody>
        <a:bodyPr lIns="346952" tIns="187452" rIns="346952" bIns="64008" anchor="t"/>
        <a:lstStyle>
          <a:lvl1pPr algn="l">
            <a:defRPr sz="900"/>
          </a:lvl1pPr>
          <a:lvl2pPr marL="57150" indent="-57150" algn="l">
            <a:defRPr sz="900"/>
          </a:lvl2pPr>
          <a:lvl3pPr marL="114300" indent="-57150" algn="l">
            <a:defRPr sz="900"/>
          </a:lvl3pPr>
          <a:lvl4pPr marL="171450" indent="-57150" algn="l">
            <a:defRPr sz="900"/>
          </a:lvl4pPr>
          <a:lvl5pPr marL="228600" indent="-57150" algn="l">
            <a:defRPr sz="900"/>
          </a:lvl5pPr>
          <a:lvl6pPr marL="285750" indent="-57150" algn="l">
            <a:defRPr sz="900"/>
          </a:lvl6pPr>
          <a:lvl7pPr marL="342900" indent="-57150" algn="l">
            <a:defRPr sz="900"/>
          </a:lvl7pPr>
          <a:lvl8pPr marL="400050" indent="-57150" algn="l">
            <a:defRPr sz="900"/>
          </a:lvl8pPr>
          <a:lvl9pPr marL="457200" indent="-57150" algn="l">
            <a:defRPr sz="900"/>
          </a:lvl9pPr>
        </a:lstStyle>
        <a:p>
          <a:pPr lvl="1">
            <a:lnSpc>
              <a:spcPct val="100000"/>
            </a:lnSpc>
            <a:spcBef>
              <a:spcPct val="0"/>
            </a:spcBef>
            <a:spcAft>
              <a:spcPct val="15000"/>
            </a:spcAft>
            <a:buChar char="•"/>
          </a:pPr>
          <a:r>
            <a:rPr lang="zh-CN" altLang="en-US" dirty="0">
              <a:solidFill>
                <a:schemeClr val="dk1"/>
              </a:solidFill>
            </a:rPr>
            <a:t>项目管理的重要性</a:t>
          </a:r>
          <a:endParaRPr lang="zh-CN" altLang="en-US" dirty="0">
            <a:solidFill>
              <a:schemeClr val="dk1"/>
            </a:solidFill>
          </a:endParaRPr>
        </a:p>
        <a:p>
          <a:pPr lvl="1">
            <a:lnSpc>
              <a:spcPct val="100000"/>
            </a:lnSpc>
            <a:spcBef>
              <a:spcPct val="0"/>
            </a:spcBef>
            <a:spcAft>
              <a:spcPct val="15000"/>
            </a:spcAft>
            <a:buChar char="•"/>
          </a:pPr>
          <a:r>
            <a:rPr lang="zh-CN" altLang="en-US" dirty="0">
              <a:solidFill>
                <a:schemeClr val="dk1"/>
              </a:solidFill>
            </a:rPr>
            <a:t>课程目标</a:t>
          </a:r>
          <a:endParaRPr>
            <a:solidFill>
              <a:schemeClr val="dk1"/>
            </a:solidFill>
          </a:endParaRPr>
        </a:p>
      </dsp:txBody>
      <dsp:txXfrm>
        <a:off x="0" y="388387"/>
        <a:ext cx="4470400" cy="546735"/>
      </dsp:txXfrm>
    </dsp:sp>
    <dsp:sp modelId="{4BE67D07-2CEC-4DE8-AD5E-DDD7D322FC39}">
      <dsp:nvSpPr>
        <dsp:cNvPr id="4" name="圆角矩形 3"/>
        <dsp:cNvSpPr/>
      </dsp:nvSpPr>
      <dsp:spPr bwMode="white">
        <a:xfrm>
          <a:off x="223520" y="255547"/>
          <a:ext cx="3129280" cy="265680"/>
        </a:xfrm>
        <a:prstGeom prst="roundRect">
          <a:avLst/>
        </a:prstGeom>
      </dsp:spPr>
      <dsp:style>
        <a:lnRef idx="2">
          <a:schemeClr val="lt1"/>
        </a:lnRef>
        <a:fillRef idx="1">
          <a:schemeClr val="accent1"/>
        </a:fillRef>
        <a:effectRef idx="0">
          <a:scrgbClr r="0" g="0" b="0"/>
        </a:effectRef>
        <a:fontRef idx="minor">
          <a:schemeClr val="lt1"/>
        </a:fontRef>
      </dsp:style>
      <dsp:txBody>
        <a:bodyPr lIns="118279" tIns="0" rIns="118279" bIns="0" anchor="ctr"/>
        <a:lstStyle>
          <a:lvl1pPr algn="l">
            <a:defRPr sz="900"/>
          </a:lvl1pPr>
          <a:lvl2pPr marL="57150" indent="-57150" algn="l">
            <a:defRPr sz="700"/>
          </a:lvl2pPr>
          <a:lvl3pPr marL="114300" indent="-57150" algn="l">
            <a:defRPr sz="700"/>
          </a:lvl3pPr>
          <a:lvl4pPr marL="171450" indent="-57150" algn="l">
            <a:defRPr sz="700"/>
          </a:lvl4pPr>
          <a:lvl5pPr marL="228600" indent="-57150" algn="l">
            <a:defRPr sz="700"/>
          </a:lvl5pPr>
          <a:lvl6pPr marL="285750" indent="-57150" algn="l">
            <a:defRPr sz="700"/>
          </a:lvl6pPr>
          <a:lvl7pPr marL="342900" indent="-57150" algn="l">
            <a:defRPr sz="700"/>
          </a:lvl7pPr>
          <a:lvl8pPr marL="400050" indent="-57150" algn="l">
            <a:defRPr sz="700"/>
          </a:lvl8pPr>
          <a:lvl9pPr marL="457200" indent="-57150" algn="l">
            <a:defRPr sz="700"/>
          </a:lvl9pPr>
        </a:lstStyle>
        <a:p>
          <a:pPr lvl="0">
            <a:lnSpc>
              <a:spcPct val="100000"/>
            </a:lnSpc>
            <a:spcBef>
              <a:spcPct val="0"/>
            </a:spcBef>
            <a:spcAft>
              <a:spcPct val="35000"/>
            </a:spcAft>
          </a:pPr>
          <a:r>
            <a:rPr lang="en-US" altLang="en-US" dirty="0"/>
            <a:t>1. </a:t>
          </a:r>
          <a:r>
            <a:rPr lang="zh-CN" altLang="en-US" dirty="0"/>
            <a:t>引言</a:t>
          </a:r>
        </a:p>
      </dsp:txBody>
      <dsp:txXfrm>
        <a:off x="223520" y="255547"/>
        <a:ext cx="3129280" cy="265680"/>
      </dsp:txXfrm>
    </dsp:sp>
    <dsp:sp modelId="{B899DC30-F1C2-42B2-A49E-40C00661E4B3}">
      <dsp:nvSpPr>
        <dsp:cNvPr id="8" name="矩形 7"/>
        <dsp:cNvSpPr/>
      </dsp:nvSpPr>
      <dsp:spPr bwMode="white">
        <a:xfrm>
          <a:off x="0" y="1116562"/>
          <a:ext cx="4470400" cy="704850"/>
        </a:xfrm>
        <a:prstGeom prst="rect">
          <a:avLst/>
        </a:prstGeom>
      </dsp:spPr>
      <dsp:style>
        <a:lnRef idx="2">
          <a:schemeClr val="accent1"/>
        </a:lnRef>
        <a:fillRef idx="1">
          <a:schemeClr val="lt1">
            <a:alpha val="90000"/>
          </a:schemeClr>
        </a:fillRef>
        <a:effectRef idx="0">
          <a:scrgbClr r="0" g="0" b="0"/>
        </a:effectRef>
        <a:fontRef idx="minor"/>
      </dsp:style>
      <dsp:txBody>
        <a:bodyPr lIns="346952" tIns="187452" rIns="346952" bIns="64008" anchor="t"/>
        <a:lstStyle>
          <a:lvl1pPr algn="l">
            <a:defRPr sz="900"/>
          </a:lvl1pPr>
          <a:lvl2pPr marL="57150" indent="-57150" algn="l">
            <a:defRPr sz="900"/>
          </a:lvl2pPr>
          <a:lvl3pPr marL="114300" indent="-57150" algn="l">
            <a:defRPr sz="900"/>
          </a:lvl3pPr>
          <a:lvl4pPr marL="171450" indent="-57150" algn="l">
            <a:defRPr sz="900"/>
          </a:lvl4pPr>
          <a:lvl5pPr marL="228600" indent="-57150" algn="l">
            <a:defRPr sz="900"/>
          </a:lvl5pPr>
          <a:lvl6pPr marL="285750" indent="-57150" algn="l">
            <a:defRPr sz="900"/>
          </a:lvl6pPr>
          <a:lvl7pPr marL="342900" indent="-57150" algn="l">
            <a:defRPr sz="900"/>
          </a:lvl7pPr>
          <a:lvl8pPr marL="400050" indent="-57150" algn="l">
            <a:defRPr sz="900"/>
          </a:lvl8pPr>
          <a:lvl9pPr marL="457200" indent="-57150" algn="l">
            <a:defRPr sz="900"/>
          </a:lvl9pPr>
        </a:lstStyle>
        <a:p>
          <a:pPr lvl="1">
            <a:lnSpc>
              <a:spcPct val="100000"/>
            </a:lnSpc>
            <a:spcBef>
              <a:spcPct val="0"/>
            </a:spcBef>
            <a:spcAft>
              <a:spcPct val="15000"/>
            </a:spcAft>
            <a:buChar char="•"/>
          </a:pPr>
          <a:r>
            <a:rPr lang="zh-CN" altLang="en-US" dirty="0">
              <a:solidFill>
                <a:schemeClr val="dk1"/>
              </a:solidFill>
            </a:rPr>
            <a:t>项目的定义与特点</a:t>
          </a:r>
          <a:endParaRPr lang="zh-CN" altLang="en-US" dirty="0">
            <a:solidFill>
              <a:schemeClr val="dk1"/>
            </a:solidFill>
          </a:endParaRPr>
        </a:p>
        <a:p>
          <a:pPr lvl="1">
            <a:lnSpc>
              <a:spcPct val="100000"/>
            </a:lnSpc>
            <a:spcBef>
              <a:spcPct val="0"/>
            </a:spcBef>
            <a:spcAft>
              <a:spcPct val="15000"/>
            </a:spcAft>
            <a:buChar char="•"/>
          </a:pPr>
          <a:r>
            <a:rPr lang="zh-CN" altLang="en-US" dirty="0">
              <a:solidFill>
                <a:schemeClr val="dk1"/>
              </a:solidFill>
            </a:rPr>
            <a:t>项目相关方的角色与影响</a:t>
          </a:r>
          <a:endParaRPr lang="zh-CN" altLang="en-US" dirty="0">
            <a:solidFill>
              <a:schemeClr val="dk1"/>
            </a:solidFill>
          </a:endParaRPr>
        </a:p>
        <a:p>
          <a:pPr lvl="1">
            <a:lnSpc>
              <a:spcPct val="100000"/>
            </a:lnSpc>
            <a:spcBef>
              <a:spcPct val="0"/>
            </a:spcBef>
            <a:spcAft>
              <a:spcPct val="15000"/>
            </a:spcAft>
            <a:buChar char="•"/>
          </a:pPr>
          <a:r>
            <a:rPr lang="zh-CN" altLang="en-US" dirty="0">
              <a:solidFill>
                <a:schemeClr val="dk1"/>
              </a:solidFill>
            </a:rPr>
            <a:t>项目三角形：范围、时间、成本</a:t>
          </a:r>
          <a:endParaRPr>
            <a:solidFill>
              <a:schemeClr val="dk1"/>
            </a:solidFill>
          </a:endParaRPr>
        </a:p>
      </dsp:txBody>
      <dsp:txXfrm>
        <a:off x="0" y="1116562"/>
        <a:ext cx="4470400" cy="704850"/>
      </dsp:txXfrm>
    </dsp:sp>
    <dsp:sp modelId="{5FB0413C-35B7-4DCF-9F0C-E2FE058FDE6A}">
      <dsp:nvSpPr>
        <dsp:cNvPr id="7" name="圆角矩形 6"/>
        <dsp:cNvSpPr/>
      </dsp:nvSpPr>
      <dsp:spPr bwMode="white">
        <a:xfrm>
          <a:off x="223520" y="983722"/>
          <a:ext cx="3129280" cy="265680"/>
        </a:xfrm>
        <a:prstGeom prst="roundRect">
          <a:avLst/>
        </a:prstGeom>
      </dsp:spPr>
      <dsp:style>
        <a:lnRef idx="2">
          <a:schemeClr val="lt1"/>
        </a:lnRef>
        <a:fillRef idx="1">
          <a:schemeClr val="accent1"/>
        </a:fillRef>
        <a:effectRef idx="0">
          <a:scrgbClr r="0" g="0" b="0"/>
        </a:effectRef>
        <a:fontRef idx="minor">
          <a:schemeClr val="lt1"/>
        </a:fontRef>
      </dsp:style>
      <dsp:txBody>
        <a:bodyPr lIns="118279" tIns="0" rIns="118279" bIns="0" anchor="ctr"/>
        <a:lstStyle>
          <a:lvl1pPr algn="l">
            <a:defRPr sz="900"/>
          </a:lvl1pPr>
          <a:lvl2pPr marL="57150" indent="-57150" algn="l">
            <a:defRPr sz="700"/>
          </a:lvl2pPr>
          <a:lvl3pPr marL="114300" indent="-57150" algn="l">
            <a:defRPr sz="700"/>
          </a:lvl3pPr>
          <a:lvl4pPr marL="171450" indent="-57150" algn="l">
            <a:defRPr sz="700"/>
          </a:lvl4pPr>
          <a:lvl5pPr marL="228600" indent="-57150" algn="l">
            <a:defRPr sz="700"/>
          </a:lvl5pPr>
          <a:lvl6pPr marL="285750" indent="-57150" algn="l">
            <a:defRPr sz="700"/>
          </a:lvl6pPr>
          <a:lvl7pPr marL="342900" indent="-57150" algn="l">
            <a:defRPr sz="700"/>
          </a:lvl7pPr>
          <a:lvl8pPr marL="400050" indent="-57150" algn="l">
            <a:defRPr sz="700"/>
          </a:lvl8pPr>
          <a:lvl9pPr marL="457200" indent="-57150" algn="l">
            <a:defRPr sz="700"/>
          </a:lvl9pPr>
        </a:lstStyle>
        <a:p>
          <a:pPr lvl="0">
            <a:lnSpc>
              <a:spcPct val="100000"/>
            </a:lnSpc>
            <a:spcBef>
              <a:spcPct val="0"/>
            </a:spcBef>
            <a:spcAft>
              <a:spcPct val="35000"/>
            </a:spcAft>
          </a:pPr>
          <a:r>
            <a:rPr lang="en-US" altLang="en-US" dirty="0"/>
            <a:t>2. </a:t>
          </a:r>
          <a:r>
            <a:rPr lang="zh-CN" altLang="en-US" dirty="0"/>
            <a:t>项目管理基本概念</a:t>
          </a:r>
        </a:p>
      </dsp:txBody>
      <dsp:txXfrm>
        <a:off x="223520" y="983722"/>
        <a:ext cx="3129280" cy="265680"/>
      </dsp:txXfrm>
    </dsp:sp>
    <dsp:sp modelId="{DA89A198-BD03-417D-B8D8-F7EFC21869EA}">
      <dsp:nvSpPr>
        <dsp:cNvPr id="11" name="矩形 10"/>
        <dsp:cNvSpPr/>
      </dsp:nvSpPr>
      <dsp:spPr bwMode="white">
        <a:xfrm>
          <a:off x="0" y="2002852"/>
          <a:ext cx="4470400" cy="704850"/>
        </a:xfrm>
        <a:prstGeom prst="rect">
          <a:avLst/>
        </a:prstGeom>
      </dsp:spPr>
      <dsp:style>
        <a:lnRef idx="2">
          <a:schemeClr val="accent1"/>
        </a:lnRef>
        <a:fillRef idx="1">
          <a:schemeClr val="lt1">
            <a:alpha val="90000"/>
          </a:schemeClr>
        </a:fillRef>
        <a:effectRef idx="0">
          <a:scrgbClr r="0" g="0" b="0"/>
        </a:effectRef>
        <a:fontRef idx="minor"/>
      </dsp:style>
      <dsp:txBody>
        <a:bodyPr lIns="346952" tIns="187452" rIns="346952" bIns="64008" anchor="t"/>
        <a:lstStyle>
          <a:lvl1pPr algn="l">
            <a:defRPr sz="900"/>
          </a:lvl1pPr>
          <a:lvl2pPr marL="57150" indent="-57150" algn="l">
            <a:defRPr sz="900"/>
          </a:lvl2pPr>
          <a:lvl3pPr marL="114300" indent="-57150" algn="l">
            <a:defRPr sz="900"/>
          </a:lvl3pPr>
          <a:lvl4pPr marL="171450" indent="-57150" algn="l">
            <a:defRPr sz="900"/>
          </a:lvl4pPr>
          <a:lvl5pPr marL="228600" indent="-57150" algn="l">
            <a:defRPr sz="900"/>
          </a:lvl5pPr>
          <a:lvl6pPr marL="285750" indent="-57150" algn="l">
            <a:defRPr sz="900"/>
          </a:lvl6pPr>
          <a:lvl7pPr marL="342900" indent="-57150" algn="l">
            <a:defRPr sz="900"/>
          </a:lvl7pPr>
          <a:lvl8pPr marL="400050" indent="-57150" algn="l">
            <a:defRPr sz="900"/>
          </a:lvl8pPr>
          <a:lvl9pPr marL="457200" indent="-57150" algn="l">
            <a:defRPr sz="900"/>
          </a:lvl9pPr>
        </a:lstStyle>
        <a:p>
          <a:pPr lvl="1">
            <a:lnSpc>
              <a:spcPct val="100000"/>
            </a:lnSpc>
            <a:spcBef>
              <a:spcPct val="0"/>
            </a:spcBef>
            <a:spcAft>
              <a:spcPct val="15000"/>
            </a:spcAft>
            <a:buChar char="•"/>
          </a:pPr>
          <a:r>
            <a:rPr lang="zh-CN" altLang="en-US" dirty="0">
              <a:solidFill>
                <a:schemeClr val="dk1"/>
              </a:solidFill>
            </a:rPr>
            <a:t>项目管理知识体系概述</a:t>
          </a:r>
          <a:endParaRPr lang="zh-CN" altLang="en-US" dirty="0">
            <a:solidFill>
              <a:schemeClr val="dk1"/>
            </a:solidFill>
          </a:endParaRPr>
        </a:p>
        <a:p>
          <a:pPr lvl="1">
            <a:lnSpc>
              <a:spcPct val="100000"/>
            </a:lnSpc>
            <a:spcBef>
              <a:spcPct val="0"/>
            </a:spcBef>
            <a:spcAft>
              <a:spcPct val="15000"/>
            </a:spcAft>
            <a:buChar char="•"/>
          </a:pPr>
          <a:r>
            <a:rPr lang="zh-CN" altLang="en-US" dirty="0">
              <a:solidFill>
                <a:schemeClr val="dk1"/>
              </a:solidFill>
            </a:rPr>
            <a:t>项目管理流程的三个阶段：定义、计划、实施</a:t>
          </a:r>
          <a:endParaRPr lang="zh-CN" altLang="en-US" dirty="0">
            <a:solidFill>
              <a:schemeClr val="dk1"/>
            </a:solidFill>
          </a:endParaRPr>
        </a:p>
        <a:p>
          <a:pPr lvl="1">
            <a:lnSpc>
              <a:spcPct val="100000"/>
            </a:lnSpc>
            <a:spcBef>
              <a:spcPct val="0"/>
            </a:spcBef>
            <a:spcAft>
              <a:spcPct val="15000"/>
            </a:spcAft>
            <a:buChar char="•"/>
          </a:pPr>
          <a:r>
            <a:rPr lang="zh-CN" altLang="en-US" dirty="0">
              <a:solidFill>
                <a:schemeClr val="dk1"/>
              </a:solidFill>
            </a:rPr>
            <a:t>项目生命周期与方法论</a:t>
          </a:r>
          <a:endParaRPr>
            <a:solidFill>
              <a:schemeClr val="dk1"/>
            </a:solidFill>
          </a:endParaRPr>
        </a:p>
      </dsp:txBody>
      <dsp:txXfrm>
        <a:off x="0" y="2002852"/>
        <a:ext cx="4470400" cy="704850"/>
      </dsp:txXfrm>
    </dsp:sp>
    <dsp:sp modelId="{98AD5124-3CF6-49F7-AC15-58BB2ECB7519}">
      <dsp:nvSpPr>
        <dsp:cNvPr id="10" name="圆角矩形 9"/>
        <dsp:cNvSpPr/>
      </dsp:nvSpPr>
      <dsp:spPr bwMode="white">
        <a:xfrm>
          <a:off x="223520" y="1870012"/>
          <a:ext cx="3129280" cy="265680"/>
        </a:xfrm>
        <a:prstGeom prst="roundRect">
          <a:avLst/>
        </a:prstGeom>
      </dsp:spPr>
      <dsp:style>
        <a:lnRef idx="2">
          <a:schemeClr val="lt1"/>
        </a:lnRef>
        <a:fillRef idx="1">
          <a:schemeClr val="accent1"/>
        </a:fillRef>
        <a:effectRef idx="0">
          <a:scrgbClr r="0" g="0" b="0"/>
        </a:effectRef>
        <a:fontRef idx="minor">
          <a:schemeClr val="lt1"/>
        </a:fontRef>
      </dsp:style>
      <dsp:txBody>
        <a:bodyPr lIns="118279" tIns="0" rIns="118279" bIns="0" anchor="ctr"/>
        <a:lstStyle>
          <a:lvl1pPr algn="l">
            <a:defRPr sz="900"/>
          </a:lvl1pPr>
          <a:lvl2pPr marL="57150" indent="-57150" algn="l">
            <a:defRPr sz="700"/>
          </a:lvl2pPr>
          <a:lvl3pPr marL="114300" indent="-57150" algn="l">
            <a:defRPr sz="700"/>
          </a:lvl3pPr>
          <a:lvl4pPr marL="171450" indent="-57150" algn="l">
            <a:defRPr sz="700"/>
          </a:lvl4pPr>
          <a:lvl5pPr marL="228600" indent="-57150" algn="l">
            <a:defRPr sz="700"/>
          </a:lvl5pPr>
          <a:lvl6pPr marL="285750" indent="-57150" algn="l">
            <a:defRPr sz="700"/>
          </a:lvl6pPr>
          <a:lvl7pPr marL="342900" indent="-57150" algn="l">
            <a:defRPr sz="700"/>
          </a:lvl7pPr>
          <a:lvl8pPr marL="400050" indent="-57150" algn="l">
            <a:defRPr sz="700"/>
          </a:lvl8pPr>
          <a:lvl9pPr marL="457200" indent="-57150" algn="l">
            <a:defRPr sz="700"/>
          </a:lvl9pPr>
        </a:lstStyle>
        <a:p>
          <a:pPr lvl="0">
            <a:lnSpc>
              <a:spcPct val="100000"/>
            </a:lnSpc>
            <a:spcBef>
              <a:spcPct val="0"/>
            </a:spcBef>
            <a:spcAft>
              <a:spcPct val="35000"/>
            </a:spcAft>
          </a:pPr>
          <a:r>
            <a:rPr lang="en-US" altLang="en-US" dirty="0"/>
            <a:t>3. </a:t>
          </a:r>
          <a:r>
            <a:rPr lang="zh-CN" altLang="en-US" dirty="0"/>
            <a:t>项目管理流程与结构</a:t>
          </a:r>
        </a:p>
      </dsp:txBody>
      <dsp:txXfrm>
        <a:off x="223520" y="1870012"/>
        <a:ext cx="3129280" cy="265680"/>
      </dsp:txXfrm>
    </dsp:sp>
    <dsp:sp modelId="{CC747699-772A-46CD-813C-CF194BD9B24B}">
      <dsp:nvSpPr>
        <dsp:cNvPr id="14" name="矩形 13"/>
        <dsp:cNvSpPr/>
      </dsp:nvSpPr>
      <dsp:spPr bwMode="white">
        <a:xfrm>
          <a:off x="0" y="2889142"/>
          <a:ext cx="4470400" cy="765175"/>
        </a:xfrm>
        <a:prstGeom prst="rect">
          <a:avLst/>
        </a:prstGeom>
      </dsp:spPr>
      <dsp:style>
        <a:lnRef idx="2">
          <a:schemeClr val="accent1"/>
        </a:lnRef>
        <a:fillRef idx="1">
          <a:schemeClr val="lt1">
            <a:alpha val="90000"/>
          </a:schemeClr>
        </a:fillRef>
        <a:effectRef idx="0">
          <a:scrgbClr r="0" g="0" b="0"/>
        </a:effectRef>
        <a:fontRef idx="minor"/>
      </dsp:style>
      <dsp:txBody>
        <a:bodyPr lIns="346952" tIns="187452" rIns="346952" bIns="64008" anchor="t"/>
        <a:lstStyle>
          <a:lvl1pPr algn="l">
            <a:defRPr sz="900"/>
          </a:lvl1pPr>
          <a:lvl2pPr marL="57150" indent="-57150" algn="l">
            <a:defRPr sz="900"/>
          </a:lvl2pPr>
          <a:lvl3pPr marL="114300" indent="-57150" algn="l">
            <a:defRPr sz="900"/>
          </a:lvl3pPr>
          <a:lvl4pPr marL="171450" indent="-57150" algn="l">
            <a:defRPr sz="900"/>
          </a:lvl4pPr>
          <a:lvl5pPr marL="228600" indent="-57150" algn="l">
            <a:defRPr sz="900"/>
          </a:lvl5pPr>
          <a:lvl6pPr marL="285750" indent="-57150" algn="l">
            <a:defRPr sz="900"/>
          </a:lvl6pPr>
          <a:lvl7pPr marL="342900" indent="-57150" algn="l">
            <a:defRPr sz="900"/>
          </a:lvl7pPr>
          <a:lvl8pPr marL="400050" indent="-57150" algn="l">
            <a:defRPr sz="900"/>
          </a:lvl8pPr>
          <a:lvl9pPr marL="457200" indent="-57150" algn="l">
            <a:defRPr sz="900"/>
          </a:lvl9pPr>
        </a:lstStyle>
        <a:p>
          <a:pPr lvl="1">
            <a:lnSpc>
              <a:spcPct val="100000"/>
            </a:lnSpc>
            <a:spcBef>
              <a:spcPct val="0"/>
            </a:spcBef>
            <a:spcAft>
              <a:spcPct val="15000"/>
            </a:spcAft>
            <a:buChar char="•"/>
          </a:pPr>
          <a:r>
            <a:rPr lang="zh-CN" altLang="en-US" dirty="0">
              <a:solidFill>
                <a:schemeClr val="dk1"/>
              </a:solidFill>
            </a:rPr>
            <a:t>项目目标的</a:t>
          </a:r>
          <a:r>
            <a:rPr lang="en-US" altLang="en-US" dirty="0">
              <a:solidFill>
                <a:schemeClr val="dk1"/>
              </a:solidFill>
            </a:rPr>
            <a:t>SMART</a:t>
          </a:r>
          <a:r>
            <a:rPr lang="zh-CN" altLang="en-US" dirty="0">
              <a:solidFill>
                <a:schemeClr val="dk1"/>
              </a:solidFill>
            </a:rPr>
            <a:t>原则</a:t>
          </a:r>
          <a:endParaRPr lang="zh-CN" altLang="en-US" dirty="0">
            <a:solidFill>
              <a:schemeClr val="dk1"/>
            </a:solidFill>
          </a:endParaRPr>
        </a:p>
        <a:p>
          <a:pPr lvl="1">
            <a:lnSpc>
              <a:spcPct val="100000"/>
            </a:lnSpc>
            <a:spcBef>
              <a:spcPct val="0"/>
            </a:spcBef>
            <a:spcAft>
              <a:spcPct val="15000"/>
            </a:spcAft>
            <a:buChar char="•"/>
          </a:pPr>
          <a:r>
            <a:rPr lang="zh-CN" altLang="en-US" dirty="0">
              <a:solidFill>
                <a:schemeClr val="dk1"/>
              </a:solidFill>
            </a:rPr>
            <a:t>工作分解结构（</a:t>
          </a:r>
          <a:r>
            <a:rPr lang="en-US" altLang="en-US" dirty="0">
              <a:solidFill>
                <a:schemeClr val="dk1"/>
              </a:solidFill>
            </a:rPr>
            <a:t>WBS</a:t>
          </a:r>
          <a:r>
            <a:rPr lang="zh-CN" altLang="en-US" dirty="0">
              <a:solidFill>
                <a:schemeClr val="dk1"/>
              </a:solidFill>
            </a:rPr>
            <a:t>）的创建与验证</a:t>
          </a:r>
          <a:endParaRPr lang="zh-CN" altLang="en-US" dirty="0">
            <a:solidFill>
              <a:schemeClr val="dk1"/>
            </a:solidFill>
          </a:endParaRPr>
        </a:p>
        <a:p>
          <a:pPr lvl="1">
            <a:lnSpc>
              <a:spcPct val="100000"/>
            </a:lnSpc>
            <a:spcBef>
              <a:spcPct val="0"/>
            </a:spcBef>
            <a:spcAft>
              <a:spcPct val="15000"/>
            </a:spcAft>
            <a:buChar char="•"/>
          </a:pPr>
          <a:r>
            <a:rPr lang="zh-CN" altLang="en-US" dirty="0">
              <a:solidFill>
                <a:schemeClr val="dk1"/>
              </a:solidFill>
            </a:rPr>
            <a:t>子项目与复杂项目的管理</a:t>
          </a:r>
          <a:endParaRPr>
            <a:solidFill>
              <a:schemeClr val="dk1"/>
            </a:solidFill>
          </a:endParaRPr>
        </a:p>
      </dsp:txBody>
      <dsp:txXfrm>
        <a:off x="0" y="2889142"/>
        <a:ext cx="4470400" cy="765175"/>
      </dsp:txXfrm>
    </dsp:sp>
    <dsp:sp modelId="{32643C36-3F64-498C-8C0D-B7F3E31E4C1E}">
      <dsp:nvSpPr>
        <dsp:cNvPr id="13" name="圆角矩形 12"/>
        <dsp:cNvSpPr/>
      </dsp:nvSpPr>
      <dsp:spPr bwMode="white">
        <a:xfrm>
          <a:off x="223520" y="2756302"/>
          <a:ext cx="3129280" cy="265680"/>
        </a:xfrm>
        <a:prstGeom prst="roundRect">
          <a:avLst/>
        </a:prstGeom>
      </dsp:spPr>
      <dsp:style>
        <a:lnRef idx="2">
          <a:schemeClr val="lt1"/>
        </a:lnRef>
        <a:fillRef idx="1">
          <a:schemeClr val="accent1"/>
        </a:fillRef>
        <a:effectRef idx="0">
          <a:scrgbClr r="0" g="0" b="0"/>
        </a:effectRef>
        <a:fontRef idx="minor">
          <a:schemeClr val="lt1"/>
        </a:fontRef>
      </dsp:style>
      <dsp:txBody>
        <a:bodyPr lIns="118279" tIns="0" rIns="118279" bIns="0" anchor="ctr"/>
        <a:lstStyle>
          <a:lvl1pPr algn="l">
            <a:defRPr sz="900"/>
          </a:lvl1pPr>
          <a:lvl2pPr marL="57150" indent="-57150" algn="l">
            <a:defRPr sz="700"/>
          </a:lvl2pPr>
          <a:lvl3pPr marL="114300" indent="-57150" algn="l">
            <a:defRPr sz="700"/>
          </a:lvl3pPr>
          <a:lvl4pPr marL="171450" indent="-57150" algn="l">
            <a:defRPr sz="700"/>
          </a:lvl4pPr>
          <a:lvl5pPr marL="228600" indent="-57150" algn="l">
            <a:defRPr sz="700"/>
          </a:lvl5pPr>
          <a:lvl6pPr marL="285750" indent="-57150" algn="l">
            <a:defRPr sz="700"/>
          </a:lvl6pPr>
          <a:lvl7pPr marL="342900" indent="-57150" algn="l">
            <a:defRPr sz="700"/>
          </a:lvl7pPr>
          <a:lvl8pPr marL="400050" indent="-57150" algn="l">
            <a:defRPr sz="700"/>
          </a:lvl8pPr>
          <a:lvl9pPr marL="457200" indent="-57150" algn="l">
            <a:defRPr sz="700"/>
          </a:lvl9pPr>
        </a:lstStyle>
        <a:p>
          <a:pPr lvl="0">
            <a:lnSpc>
              <a:spcPct val="100000"/>
            </a:lnSpc>
            <a:spcBef>
              <a:spcPct val="0"/>
            </a:spcBef>
            <a:spcAft>
              <a:spcPct val="35000"/>
            </a:spcAft>
          </a:pPr>
          <a:r>
            <a:rPr lang="en-US" altLang="en-US" dirty="0"/>
            <a:t>4. </a:t>
          </a:r>
          <a:r>
            <a:rPr lang="zh-CN" altLang="en-US" dirty="0"/>
            <a:t>启动阶段</a:t>
          </a:r>
        </a:p>
      </dsp:txBody>
      <dsp:txXfrm>
        <a:off x="223520" y="2756302"/>
        <a:ext cx="3129280" cy="265680"/>
      </dsp:txXfrm>
    </dsp:sp>
    <dsp:sp modelId="{398923F3-BF23-43A2-B30F-1E245ED93CBB}">
      <dsp:nvSpPr>
        <dsp:cNvPr id="17" name="矩形 16"/>
        <dsp:cNvSpPr/>
      </dsp:nvSpPr>
      <dsp:spPr bwMode="white">
        <a:xfrm>
          <a:off x="0" y="3835758"/>
          <a:ext cx="4470400" cy="1179195"/>
        </a:xfrm>
        <a:prstGeom prst="rect">
          <a:avLst/>
        </a:prstGeom>
      </dsp:spPr>
      <dsp:style>
        <a:lnRef idx="2">
          <a:schemeClr val="accent1"/>
        </a:lnRef>
        <a:fillRef idx="1">
          <a:schemeClr val="lt1">
            <a:alpha val="90000"/>
          </a:schemeClr>
        </a:fillRef>
        <a:effectRef idx="0">
          <a:scrgbClr r="0" g="0" b="0"/>
        </a:effectRef>
        <a:fontRef idx="minor"/>
      </dsp:style>
      <dsp:txBody>
        <a:bodyPr lIns="346952" tIns="187452" rIns="346952" bIns="64008" anchor="t"/>
        <a:lstStyle>
          <a:lvl1pPr algn="l">
            <a:defRPr sz="900"/>
          </a:lvl1pPr>
          <a:lvl2pPr marL="57150" indent="-57150" algn="l">
            <a:defRPr sz="900"/>
          </a:lvl2pPr>
          <a:lvl3pPr marL="114300" indent="-57150" algn="l">
            <a:defRPr sz="900"/>
          </a:lvl3pPr>
          <a:lvl4pPr marL="171450" indent="-57150" algn="l">
            <a:defRPr sz="900"/>
          </a:lvl4pPr>
          <a:lvl5pPr marL="228600" indent="-57150" algn="l">
            <a:defRPr sz="900"/>
          </a:lvl5pPr>
          <a:lvl6pPr marL="285750" indent="-57150" algn="l">
            <a:defRPr sz="900"/>
          </a:lvl6pPr>
          <a:lvl7pPr marL="342900" indent="-57150" algn="l">
            <a:defRPr sz="900"/>
          </a:lvl7pPr>
          <a:lvl8pPr marL="400050" indent="-57150" algn="l">
            <a:defRPr sz="900"/>
          </a:lvl8pPr>
          <a:lvl9pPr marL="457200" indent="-57150" algn="l">
            <a:defRPr sz="900"/>
          </a:lvl9pPr>
        </a:lstStyle>
        <a:p>
          <a:pPr lvl="1">
            <a:lnSpc>
              <a:spcPct val="100000"/>
            </a:lnSpc>
            <a:spcBef>
              <a:spcPct val="0"/>
            </a:spcBef>
            <a:spcAft>
              <a:spcPct val="15000"/>
            </a:spcAft>
            <a:buChar char="•"/>
          </a:pPr>
          <a:r>
            <a:rPr lang="zh-CN" altLang="en-US" dirty="0">
              <a:solidFill>
                <a:schemeClr val="dk1"/>
              </a:solidFill>
            </a:rPr>
            <a:t>项目目标与项目计划的制定</a:t>
          </a:r>
          <a:endParaRPr lang="zh-CN" altLang="en-US" dirty="0">
            <a:solidFill>
              <a:schemeClr val="dk1"/>
            </a:solidFill>
          </a:endParaRPr>
        </a:p>
        <a:p>
          <a:pPr lvl="1">
            <a:lnSpc>
              <a:spcPct val="100000"/>
            </a:lnSpc>
            <a:spcBef>
              <a:spcPct val="0"/>
            </a:spcBef>
            <a:spcAft>
              <a:spcPct val="15000"/>
            </a:spcAft>
            <a:buChar char="•"/>
          </a:pPr>
          <a:r>
            <a:rPr lang="zh-CN" altLang="en-US" dirty="0">
              <a:solidFill>
                <a:schemeClr val="dk1"/>
              </a:solidFill>
            </a:rPr>
            <a:t>资源计划与成本核算</a:t>
          </a:r>
          <a:endParaRPr lang="zh-CN" altLang="en-US" dirty="0">
            <a:solidFill>
              <a:schemeClr val="dk1"/>
            </a:solidFill>
          </a:endParaRPr>
        </a:p>
        <a:p>
          <a:pPr lvl="1">
            <a:lnSpc>
              <a:spcPct val="100000"/>
            </a:lnSpc>
            <a:spcBef>
              <a:spcPct val="0"/>
            </a:spcBef>
            <a:spcAft>
              <a:spcPct val="15000"/>
            </a:spcAft>
            <a:buChar char="•"/>
          </a:pPr>
          <a:r>
            <a:rPr lang="zh-CN" altLang="en-US" dirty="0">
              <a:solidFill>
                <a:schemeClr val="dk1"/>
              </a:solidFill>
            </a:rPr>
            <a:t>工作顺序与网络图的绘制</a:t>
          </a:r>
          <a:endParaRPr lang="zh-CN" altLang="en-US" dirty="0">
            <a:solidFill>
              <a:schemeClr val="dk1"/>
            </a:solidFill>
          </a:endParaRPr>
        </a:p>
        <a:p>
          <a:pPr lvl="1">
            <a:lnSpc>
              <a:spcPct val="100000"/>
            </a:lnSpc>
            <a:spcBef>
              <a:spcPct val="0"/>
            </a:spcBef>
            <a:spcAft>
              <a:spcPct val="15000"/>
            </a:spcAft>
            <a:buChar char="•"/>
          </a:pPr>
          <a:r>
            <a:rPr lang="zh-CN" altLang="en-US" dirty="0">
              <a:solidFill>
                <a:schemeClr val="dk1"/>
              </a:solidFill>
            </a:rPr>
            <a:t>关键路径的识别与分析</a:t>
          </a:r>
          <a:endParaRPr lang="zh-CN" altLang="en-US" dirty="0">
            <a:solidFill>
              <a:schemeClr val="dk1"/>
            </a:solidFill>
          </a:endParaRPr>
        </a:p>
        <a:p>
          <a:pPr lvl="1">
            <a:lnSpc>
              <a:spcPct val="100000"/>
            </a:lnSpc>
            <a:spcBef>
              <a:spcPct val="0"/>
            </a:spcBef>
            <a:spcAft>
              <a:spcPct val="15000"/>
            </a:spcAft>
            <a:buChar char="•"/>
          </a:pPr>
          <a:r>
            <a:rPr lang="zh-CN" altLang="en-US" dirty="0">
              <a:solidFill>
                <a:schemeClr val="dk1"/>
              </a:solidFill>
            </a:rPr>
            <a:t>风险管理计划的制定与实施</a:t>
          </a:r>
          <a:endParaRPr lang="zh-CN" altLang="en-US" dirty="0">
            <a:solidFill>
              <a:schemeClr val="dk1"/>
            </a:solidFill>
          </a:endParaRPr>
        </a:p>
        <a:p>
          <a:pPr lvl="1">
            <a:lnSpc>
              <a:spcPct val="100000"/>
            </a:lnSpc>
            <a:spcBef>
              <a:spcPct val="0"/>
            </a:spcBef>
            <a:spcAft>
              <a:spcPct val="15000"/>
            </a:spcAft>
            <a:buChar char="•"/>
          </a:pPr>
          <a:r>
            <a:rPr lang="zh-CN" altLang="en-US" dirty="0">
              <a:solidFill>
                <a:schemeClr val="dk1"/>
              </a:solidFill>
            </a:rPr>
            <a:t>机会管理与潜在机会的发掘</a:t>
          </a:r>
          <a:endParaRPr>
            <a:solidFill>
              <a:schemeClr val="dk1"/>
            </a:solidFill>
          </a:endParaRPr>
        </a:p>
      </dsp:txBody>
      <dsp:txXfrm>
        <a:off x="0" y="3835758"/>
        <a:ext cx="4470400" cy="1179195"/>
      </dsp:txXfrm>
    </dsp:sp>
    <dsp:sp modelId="{179E6E21-51F0-484A-874B-F439FDB7A343}">
      <dsp:nvSpPr>
        <dsp:cNvPr id="16" name="圆角矩形 15"/>
        <dsp:cNvSpPr/>
      </dsp:nvSpPr>
      <dsp:spPr bwMode="white">
        <a:xfrm>
          <a:off x="223520" y="3702917"/>
          <a:ext cx="3129280" cy="265680"/>
        </a:xfrm>
        <a:prstGeom prst="roundRect">
          <a:avLst/>
        </a:prstGeom>
      </dsp:spPr>
      <dsp:style>
        <a:lnRef idx="2">
          <a:schemeClr val="lt1"/>
        </a:lnRef>
        <a:fillRef idx="1">
          <a:schemeClr val="accent1"/>
        </a:fillRef>
        <a:effectRef idx="0">
          <a:scrgbClr r="0" g="0" b="0"/>
        </a:effectRef>
        <a:fontRef idx="minor">
          <a:schemeClr val="lt1"/>
        </a:fontRef>
      </dsp:style>
      <dsp:txBody>
        <a:bodyPr lIns="118279" tIns="0" rIns="118279" bIns="0" anchor="ctr"/>
        <a:lstStyle>
          <a:lvl1pPr algn="l">
            <a:defRPr sz="900"/>
          </a:lvl1pPr>
          <a:lvl2pPr marL="57150" indent="-57150" algn="l">
            <a:defRPr sz="700"/>
          </a:lvl2pPr>
          <a:lvl3pPr marL="114300" indent="-57150" algn="l">
            <a:defRPr sz="700"/>
          </a:lvl3pPr>
          <a:lvl4pPr marL="171450" indent="-57150" algn="l">
            <a:defRPr sz="700"/>
          </a:lvl4pPr>
          <a:lvl5pPr marL="228600" indent="-57150" algn="l">
            <a:defRPr sz="700"/>
          </a:lvl5pPr>
          <a:lvl6pPr marL="285750" indent="-57150" algn="l">
            <a:defRPr sz="700"/>
          </a:lvl6pPr>
          <a:lvl7pPr marL="342900" indent="-57150" algn="l">
            <a:defRPr sz="700"/>
          </a:lvl7pPr>
          <a:lvl8pPr marL="400050" indent="-57150" algn="l">
            <a:defRPr sz="700"/>
          </a:lvl8pPr>
          <a:lvl9pPr marL="457200" indent="-57150" algn="l">
            <a:defRPr sz="700"/>
          </a:lvl9pPr>
        </a:lstStyle>
        <a:p>
          <a:pPr lvl="0">
            <a:lnSpc>
              <a:spcPct val="100000"/>
            </a:lnSpc>
            <a:spcBef>
              <a:spcPct val="0"/>
            </a:spcBef>
            <a:spcAft>
              <a:spcPct val="35000"/>
            </a:spcAft>
          </a:pPr>
          <a:r>
            <a:rPr lang="en-US" altLang="en-US" dirty="0"/>
            <a:t>5. </a:t>
          </a:r>
          <a:r>
            <a:rPr lang="zh-CN" altLang="en-US" dirty="0"/>
            <a:t>规划阶段</a:t>
          </a:r>
        </a:p>
      </dsp:txBody>
      <dsp:txXfrm>
        <a:off x="223520" y="3702917"/>
        <a:ext cx="3129280" cy="265680"/>
      </dsp:txXfrm>
    </dsp:sp>
    <dsp:sp modelId="{CC251DCA-05C4-4CF8-8BD0-CE17D998E79D}">
      <dsp:nvSpPr>
        <dsp:cNvPr id="3" name="矩形 2" hidden="1"/>
        <dsp:cNvSpPr/>
      </dsp:nvSpPr>
      <dsp:spPr>
        <a:xfrm>
          <a:off x="0" y="255547"/>
          <a:ext cx="223520" cy="265680"/>
        </a:xfrm>
        <a:prstGeom prst="rect">
          <a:avLst/>
        </a:prstGeom>
      </dsp:spPr>
      <dsp:txXfrm>
        <a:off x="0" y="255547"/>
        <a:ext cx="223520" cy="265680"/>
      </dsp:txXfrm>
    </dsp:sp>
    <dsp:sp modelId="{E944E18B-9F2F-4EA6-874B-D39F9F4B37E9}">
      <dsp:nvSpPr>
        <dsp:cNvPr id="6" name="矩形 5" hidden="1"/>
        <dsp:cNvSpPr/>
      </dsp:nvSpPr>
      <dsp:spPr>
        <a:xfrm>
          <a:off x="0" y="983722"/>
          <a:ext cx="223520" cy="265680"/>
        </a:xfrm>
        <a:prstGeom prst="rect">
          <a:avLst/>
        </a:prstGeom>
      </dsp:spPr>
      <dsp:txXfrm>
        <a:off x="0" y="983722"/>
        <a:ext cx="223520" cy="265680"/>
      </dsp:txXfrm>
    </dsp:sp>
    <dsp:sp modelId="{B7D937EC-2021-4780-AC20-DBD121B3B6EF}">
      <dsp:nvSpPr>
        <dsp:cNvPr id="9" name="矩形 8" hidden="1"/>
        <dsp:cNvSpPr/>
      </dsp:nvSpPr>
      <dsp:spPr>
        <a:xfrm>
          <a:off x="0" y="1870012"/>
          <a:ext cx="223520" cy="265680"/>
        </a:xfrm>
        <a:prstGeom prst="rect">
          <a:avLst/>
        </a:prstGeom>
      </dsp:spPr>
      <dsp:txXfrm>
        <a:off x="0" y="1870012"/>
        <a:ext cx="223520" cy="265680"/>
      </dsp:txXfrm>
    </dsp:sp>
    <dsp:sp modelId="{432DF25F-3A95-4D33-8C20-7F68E409A3AD}">
      <dsp:nvSpPr>
        <dsp:cNvPr id="12" name="矩形 11" hidden="1"/>
        <dsp:cNvSpPr/>
      </dsp:nvSpPr>
      <dsp:spPr>
        <a:xfrm>
          <a:off x="0" y="2756302"/>
          <a:ext cx="223520" cy="265680"/>
        </a:xfrm>
        <a:prstGeom prst="rect">
          <a:avLst/>
        </a:prstGeom>
      </dsp:spPr>
      <dsp:txXfrm>
        <a:off x="0" y="2756302"/>
        <a:ext cx="223520" cy="265680"/>
      </dsp:txXfrm>
    </dsp:sp>
    <dsp:sp modelId="{28A3FD51-86D7-40D6-9D50-220B99F68E83}">
      <dsp:nvSpPr>
        <dsp:cNvPr id="15" name="矩形 14" hidden="1"/>
        <dsp:cNvSpPr/>
      </dsp:nvSpPr>
      <dsp:spPr>
        <a:xfrm>
          <a:off x="0" y="3702917"/>
          <a:ext cx="223520" cy="265680"/>
        </a:xfrm>
        <a:prstGeom prst="rect">
          <a:avLst/>
        </a:prstGeom>
      </dsp:spPr>
      <dsp:txXfrm>
        <a:off x="0" y="3702917"/>
        <a:ext cx="223520" cy="265680"/>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4470400" cy="5270500"/>
        <a:chOff x="0" y="0"/>
        <a:chExt cx="4470400" cy="5270500"/>
      </a:xfrm>
    </dsp:grpSpPr>
    <dsp:sp modelId="{53BC6CD0-A147-4782-BCB8-4CDB5986F7C0}">
      <dsp:nvSpPr>
        <dsp:cNvPr id="5" name="矩形 4"/>
        <dsp:cNvSpPr/>
      </dsp:nvSpPr>
      <dsp:spPr bwMode="white">
        <a:xfrm>
          <a:off x="0" y="270510"/>
          <a:ext cx="4470400" cy="1361440"/>
        </a:xfrm>
        <a:prstGeom prst="rect">
          <a:avLst/>
        </a:prstGeom>
      </dsp:spPr>
      <dsp:style>
        <a:lnRef idx="2">
          <a:schemeClr val="accent2">
            <a:hueOff val="0"/>
            <a:satOff val="0"/>
            <a:lumOff val="0"/>
            <a:alpha val="100000"/>
          </a:schemeClr>
        </a:lnRef>
        <a:fillRef idx="1">
          <a:schemeClr val="lt1">
            <a:alpha val="90000"/>
          </a:schemeClr>
        </a:fillRef>
        <a:effectRef idx="0">
          <a:scrgbClr r="0" g="0" b="0"/>
        </a:effectRef>
        <a:fontRef idx="minor"/>
      </dsp:style>
      <dsp:txBody>
        <a:bodyPr lIns="346952" tIns="249936" rIns="346952" bIns="85344" anchor="t"/>
        <a:lstStyle>
          <a:lvl1pPr algn="l">
            <a:defRPr sz="1200"/>
          </a:lvl1pPr>
          <a:lvl2pPr marL="114300" indent="-114300" algn="l">
            <a:defRPr sz="1200"/>
          </a:lvl2pPr>
          <a:lvl3pPr marL="228600" indent="-114300" algn="l">
            <a:defRPr sz="1200"/>
          </a:lvl3pPr>
          <a:lvl4pPr marL="342900" indent="-114300" algn="l">
            <a:defRPr sz="1200"/>
          </a:lvl4pPr>
          <a:lvl5pPr marL="457200" indent="-114300" algn="l">
            <a:defRPr sz="1200"/>
          </a:lvl5pPr>
          <a:lvl6pPr marL="571500" indent="-114300" algn="l">
            <a:defRPr sz="1200"/>
          </a:lvl6pPr>
          <a:lvl7pPr marL="685800" indent="-114300" algn="l">
            <a:defRPr sz="1200"/>
          </a:lvl7pPr>
          <a:lvl8pPr marL="800100" indent="-114300" algn="l">
            <a:defRPr sz="1200"/>
          </a:lvl8pPr>
          <a:lvl9pPr marL="914400" indent="-114300" algn="l">
            <a:defRPr sz="1200"/>
          </a:lvl9pPr>
        </a:lstStyle>
        <a:p>
          <a:pPr lvl="1">
            <a:lnSpc>
              <a:spcPct val="100000"/>
            </a:lnSpc>
            <a:spcBef>
              <a:spcPct val="0"/>
            </a:spcBef>
            <a:spcAft>
              <a:spcPct val="15000"/>
            </a:spcAft>
            <a:buChar char="•"/>
          </a:pPr>
          <a:r>
            <a:rPr lang="zh-CN" altLang="en-US" dirty="0">
              <a:solidFill>
                <a:schemeClr val="dk1"/>
              </a:solidFill>
            </a:rPr>
            <a:t>沟通的重要性与沟通计划</a:t>
          </a:r>
          <a:endParaRPr lang="zh-CN" altLang="en-US" dirty="0">
            <a:solidFill>
              <a:schemeClr val="dk1"/>
            </a:solidFill>
          </a:endParaRPr>
        </a:p>
        <a:p>
          <a:pPr lvl="1">
            <a:lnSpc>
              <a:spcPct val="100000"/>
            </a:lnSpc>
            <a:spcBef>
              <a:spcPct val="0"/>
            </a:spcBef>
            <a:spcAft>
              <a:spcPct val="15000"/>
            </a:spcAft>
            <a:buChar char="•"/>
          </a:pPr>
          <a:r>
            <a:rPr lang="zh-CN" altLang="en-US" dirty="0">
              <a:solidFill>
                <a:schemeClr val="dk1"/>
              </a:solidFill>
            </a:rPr>
            <a:t>沟通方式的选择与应用</a:t>
          </a:r>
          <a:endParaRPr lang="zh-CN" altLang="en-US" dirty="0">
            <a:solidFill>
              <a:schemeClr val="dk1"/>
            </a:solidFill>
          </a:endParaRPr>
        </a:p>
        <a:p>
          <a:pPr lvl="1">
            <a:lnSpc>
              <a:spcPct val="100000"/>
            </a:lnSpc>
            <a:spcBef>
              <a:spcPct val="0"/>
            </a:spcBef>
            <a:spcAft>
              <a:spcPct val="15000"/>
            </a:spcAft>
            <a:buChar char="•"/>
          </a:pPr>
          <a:r>
            <a:rPr lang="zh-CN" altLang="en-US" dirty="0">
              <a:solidFill>
                <a:schemeClr val="dk1"/>
              </a:solidFill>
            </a:rPr>
            <a:t>有效沟通的技巧与实践</a:t>
          </a:r>
          <a:endParaRPr lang="zh-CN" altLang="en-US" dirty="0">
            <a:solidFill>
              <a:schemeClr val="dk1"/>
            </a:solidFill>
          </a:endParaRPr>
        </a:p>
        <a:p>
          <a:pPr lvl="1">
            <a:lnSpc>
              <a:spcPct val="100000"/>
            </a:lnSpc>
            <a:spcBef>
              <a:spcPct val="0"/>
            </a:spcBef>
            <a:spcAft>
              <a:spcPct val="15000"/>
            </a:spcAft>
            <a:buChar char="•"/>
          </a:pPr>
          <a:r>
            <a:rPr lang="zh-CN" altLang="en-US" dirty="0">
              <a:solidFill>
                <a:schemeClr val="dk1"/>
              </a:solidFill>
            </a:rPr>
            <a:t>本质洞察、条理、同理心</a:t>
          </a:r>
          <a:endParaRPr lang="zh-CN" altLang="en-US" dirty="0">
            <a:solidFill>
              <a:schemeClr val="dk1"/>
            </a:solidFill>
          </a:endParaRPr>
        </a:p>
        <a:p>
          <a:pPr lvl="1">
            <a:lnSpc>
              <a:spcPct val="100000"/>
            </a:lnSpc>
            <a:spcBef>
              <a:spcPct val="0"/>
            </a:spcBef>
            <a:spcAft>
              <a:spcPct val="15000"/>
            </a:spcAft>
            <a:buChar char="•"/>
          </a:pPr>
          <a:r>
            <a:rPr lang="zh-CN" altLang="en-US" dirty="0">
              <a:solidFill>
                <a:schemeClr val="dk1"/>
              </a:solidFill>
            </a:rPr>
            <a:t>问题升级与解决策略</a:t>
          </a:r>
          <a:endParaRPr>
            <a:solidFill>
              <a:schemeClr val="dk1"/>
            </a:solidFill>
          </a:endParaRPr>
        </a:p>
      </dsp:txBody>
      <dsp:txXfrm>
        <a:off x="0" y="270510"/>
        <a:ext cx="4470400" cy="1361440"/>
      </dsp:txXfrm>
    </dsp:sp>
    <dsp:sp modelId="{3755F6E4-575A-4E6A-B574-B611E150BA63}">
      <dsp:nvSpPr>
        <dsp:cNvPr id="4" name="圆角矩形 3"/>
        <dsp:cNvSpPr/>
      </dsp:nvSpPr>
      <dsp:spPr bwMode="white">
        <a:xfrm>
          <a:off x="223520" y="93390"/>
          <a:ext cx="3129280" cy="354240"/>
        </a:xfrm>
        <a:prstGeom prst="roundRect">
          <a:avLst/>
        </a:prstGeom>
      </dsp:spPr>
      <dsp:style>
        <a:lnRef idx="2">
          <a:schemeClr val="lt1"/>
        </a:lnRef>
        <a:fillRef idx="1">
          <a:schemeClr val="accent2">
            <a:hueOff val="0"/>
            <a:satOff val="0"/>
            <a:lumOff val="0"/>
            <a:alpha val="100000"/>
          </a:schemeClr>
        </a:fillRef>
        <a:effectRef idx="0">
          <a:scrgbClr r="0" g="0" b="0"/>
        </a:effectRef>
        <a:fontRef idx="minor">
          <a:schemeClr val="lt1"/>
        </a:fontRef>
      </dsp:style>
      <dsp:txBody>
        <a:bodyPr lIns="118279" tIns="0" rIns="118279" bIns="0" anchor="ctr"/>
        <a:lstStyle>
          <a:lvl1pPr algn="l">
            <a:defRPr sz="1200"/>
          </a:lvl1pPr>
          <a:lvl2pPr marL="57150" indent="-57150" algn="l">
            <a:defRPr sz="900"/>
          </a:lvl2pPr>
          <a:lvl3pPr marL="114300" indent="-57150" algn="l">
            <a:defRPr sz="900"/>
          </a:lvl3pPr>
          <a:lvl4pPr marL="171450" indent="-57150" algn="l">
            <a:defRPr sz="900"/>
          </a:lvl4pPr>
          <a:lvl5pPr marL="228600" indent="-57150" algn="l">
            <a:defRPr sz="900"/>
          </a:lvl5pPr>
          <a:lvl6pPr marL="285750" indent="-57150" algn="l">
            <a:defRPr sz="900"/>
          </a:lvl6pPr>
          <a:lvl7pPr marL="342900" indent="-57150" algn="l">
            <a:defRPr sz="900"/>
          </a:lvl7pPr>
          <a:lvl8pPr marL="400050" indent="-57150" algn="l">
            <a:defRPr sz="900"/>
          </a:lvl8pPr>
          <a:lvl9pPr marL="457200" indent="-57150" algn="l">
            <a:defRPr sz="900"/>
          </a:lvl9pPr>
        </a:lstStyle>
        <a:p>
          <a:pPr lvl="0">
            <a:lnSpc>
              <a:spcPct val="100000"/>
            </a:lnSpc>
            <a:spcBef>
              <a:spcPct val="0"/>
            </a:spcBef>
            <a:spcAft>
              <a:spcPct val="35000"/>
            </a:spcAft>
          </a:pPr>
          <a:r>
            <a:rPr lang="en-US" altLang="en-US" dirty="0"/>
            <a:t>6. </a:t>
          </a:r>
          <a:r>
            <a:rPr lang="zh-CN" altLang="en-US" dirty="0"/>
            <a:t>沟通管理</a:t>
          </a:r>
        </a:p>
      </dsp:txBody>
      <dsp:txXfrm>
        <a:off x="223520" y="93390"/>
        <a:ext cx="3129280" cy="354240"/>
      </dsp:txXfrm>
    </dsp:sp>
    <dsp:sp modelId="{E78AF163-8AF2-46B3-A3F9-E9314BAFDAF1}">
      <dsp:nvSpPr>
        <dsp:cNvPr id="8" name="矩形 7"/>
        <dsp:cNvSpPr/>
      </dsp:nvSpPr>
      <dsp:spPr bwMode="white">
        <a:xfrm>
          <a:off x="0" y="1873870"/>
          <a:ext cx="4470400" cy="1572260"/>
        </a:xfrm>
        <a:prstGeom prst="rect">
          <a:avLst/>
        </a:prstGeom>
      </dsp:spPr>
      <dsp:style>
        <a:lnRef idx="2">
          <a:schemeClr val="accent2">
            <a:hueOff val="1039999"/>
            <a:satOff val="-25489"/>
            <a:lumOff val="15948"/>
            <a:alpha val="100000"/>
          </a:schemeClr>
        </a:lnRef>
        <a:fillRef idx="1">
          <a:schemeClr val="lt1">
            <a:alpha val="90000"/>
          </a:schemeClr>
        </a:fillRef>
        <a:effectRef idx="0">
          <a:scrgbClr r="0" g="0" b="0"/>
        </a:effectRef>
        <a:fontRef idx="minor"/>
      </dsp:style>
      <dsp:txBody>
        <a:bodyPr lIns="346952" tIns="249936" rIns="346952" bIns="85344" anchor="t"/>
        <a:lstStyle>
          <a:lvl1pPr algn="l">
            <a:defRPr sz="1200"/>
          </a:lvl1pPr>
          <a:lvl2pPr marL="114300" indent="-114300" algn="l">
            <a:defRPr sz="1200"/>
          </a:lvl2pPr>
          <a:lvl3pPr marL="228600" indent="-114300" algn="l">
            <a:defRPr sz="1200"/>
          </a:lvl3pPr>
          <a:lvl4pPr marL="342900" indent="-114300" algn="l">
            <a:defRPr sz="1200"/>
          </a:lvl4pPr>
          <a:lvl5pPr marL="457200" indent="-114300" algn="l">
            <a:defRPr sz="1200"/>
          </a:lvl5pPr>
          <a:lvl6pPr marL="571500" indent="-114300" algn="l">
            <a:defRPr sz="1200"/>
          </a:lvl6pPr>
          <a:lvl7pPr marL="685800" indent="-114300" algn="l">
            <a:defRPr sz="1200"/>
          </a:lvl7pPr>
          <a:lvl8pPr marL="800100" indent="-114300" algn="l">
            <a:defRPr sz="1200"/>
          </a:lvl8pPr>
          <a:lvl9pPr marL="914400" indent="-114300" algn="l">
            <a:defRPr sz="1200"/>
          </a:lvl9pPr>
        </a:lstStyle>
        <a:p>
          <a:pPr lvl="1">
            <a:lnSpc>
              <a:spcPct val="100000"/>
            </a:lnSpc>
            <a:spcBef>
              <a:spcPct val="0"/>
            </a:spcBef>
            <a:spcAft>
              <a:spcPct val="15000"/>
            </a:spcAft>
            <a:buChar char="•"/>
          </a:pPr>
          <a:r>
            <a:rPr lang="zh-CN" altLang="en-US" dirty="0">
              <a:solidFill>
                <a:schemeClr val="dk1"/>
              </a:solidFill>
            </a:rPr>
            <a:t>团队建设与沟通管理</a:t>
          </a:r>
          <a:endParaRPr lang="zh-CN" altLang="en-US" dirty="0">
            <a:solidFill>
              <a:schemeClr val="dk1"/>
            </a:solidFill>
          </a:endParaRPr>
        </a:p>
        <a:p>
          <a:pPr lvl="1">
            <a:lnSpc>
              <a:spcPct val="100000"/>
            </a:lnSpc>
            <a:spcBef>
              <a:spcPct val="0"/>
            </a:spcBef>
            <a:spcAft>
              <a:spcPct val="15000"/>
            </a:spcAft>
            <a:buChar char="•"/>
          </a:pPr>
          <a:r>
            <a:rPr lang="zh-CN" altLang="en-US" dirty="0">
              <a:solidFill>
                <a:schemeClr val="dk1"/>
              </a:solidFill>
            </a:rPr>
            <a:t>项目启动会议的组织与执行</a:t>
          </a:r>
          <a:endParaRPr lang="zh-CN" altLang="en-US" dirty="0">
            <a:solidFill>
              <a:schemeClr val="dk1"/>
            </a:solidFill>
          </a:endParaRPr>
        </a:p>
        <a:p>
          <a:pPr lvl="1">
            <a:lnSpc>
              <a:spcPct val="100000"/>
            </a:lnSpc>
            <a:spcBef>
              <a:spcPct val="0"/>
            </a:spcBef>
            <a:spcAft>
              <a:spcPct val="15000"/>
            </a:spcAft>
            <a:buChar char="•"/>
          </a:pPr>
          <a:r>
            <a:rPr lang="zh-CN" altLang="en-US" dirty="0">
              <a:solidFill>
                <a:schemeClr val="dk1"/>
              </a:solidFill>
            </a:rPr>
            <a:t>变更管理的原则与实践</a:t>
          </a:r>
          <a:endParaRPr lang="zh-CN" altLang="en-US" dirty="0">
            <a:solidFill>
              <a:schemeClr val="dk1"/>
            </a:solidFill>
          </a:endParaRPr>
        </a:p>
        <a:p>
          <a:pPr lvl="1">
            <a:lnSpc>
              <a:spcPct val="100000"/>
            </a:lnSpc>
            <a:spcBef>
              <a:spcPct val="0"/>
            </a:spcBef>
            <a:spcAft>
              <a:spcPct val="15000"/>
            </a:spcAft>
            <a:buChar char="•"/>
          </a:pPr>
          <a:r>
            <a:rPr lang="zh-CN" altLang="en-US" dirty="0">
              <a:solidFill>
                <a:schemeClr val="dk1"/>
              </a:solidFill>
            </a:rPr>
            <a:t>监督与控制项目进度</a:t>
          </a:r>
          <a:endParaRPr lang="zh-CN" altLang="en-US" dirty="0">
            <a:solidFill>
              <a:schemeClr val="dk1"/>
            </a:solidFill>
          </a:endParaRPr>
        </a:p>
        <a:p>
          <a:pPr lvl="1">
            <a:lnSpc>
              <a:spcPct val="100000"/>
            </a:lnSpc>
            <a:spcBef>
              <a:spcPct val="0"/>
            </a:spcBef>
            <a:spcAft>
              <a:spcPct val="15000"/>
            </a:spcAft>
            <a:buChar char="•"/>
          </a:pPr>
          <a:r>
            <a:rPr lang="zh-CN" altLang="en-US" dirty="0">
              <a:solidFill>
                <a:schemeClr val="dk1"/>
              </a:solidFill>
            </a:rPr>
            <a:t>里程碑的设定与检查</a:t>
          </a:r>
          <a:endParaRPr lang="zh-CN" altLang="en-US" dirty="0">
            <a:solidFill>
              <a:schemeClr val="dk1"/>
            </a:solidFill>
          </a:endParaRPr>
        </a:p>
        <a:p>
          <a:pPr lvl="1">
            <a:lnSpc>
              <a:spcPct val="100000"/>
            </a:lnSpc>
            <a:spcBef>
              <a:spcPct val="0"/>
            </a:spcBef>
            <a:spcAft>
              <a:spcPct val="15000"/>
            </a:spcAft>
            <a:buChar char="•"/>
          </a:pPr>
          <a:r>
            <a:rPr lang="zh-CN" altLang="en-US" dirty="0">
              <a:solidFill>
                <a:schemeClr val="dk1"/>
              </a:solidFill>
            </a:rPr>
            <a:t>完工总结与经验教训的记录</a:t>
          </a:r>
          <a:endParaRPr>
            <a:solidFill>
              <a:schemeClr val="dk1"/>
            </a:solidFill>
          </a:endParaRPr>
        </a:p>
      </dsp:txBody>
      <dsp:txXfrm>
        <a:off x="0" y="1873870"/>
        <a:ext cx="4470400" cy="1572260"/>
      </dsp:txXfrm>
    </dsp:sp>
    <dsp:sp modelId="{B71094F6-36DA-4977-A2F6-EB1DFDAF9F7C}">
      <dsp:nvSpPr>
        <dsp:cNvPr id="7" name="圆角矩形 6"/>
        <dsp:cNvSpPr/>
      </dsp:nvSpPr>
      <dsp:spPr bwMode="white">
        <a:xfrm>
          <a:off x="223520" y="1696750"/>
          <a:ext cx="3129280" cy="354240"/>
        </a:xfrm>
        <a:prstGeom prst="roundRect">
          <a:avLst/>
        </a:prstGeom>
      </dsp:spPr>
      <dsp:style>
        <a:lnRef idx="2">
          <a:schemeClr val="lt1"/>
        </a:lnRef>
        <a:fillRef idx="1">
          <a:schemeClr val="accent2">
            <a:hueOff val="1039999"/>
            <a:satOff val="-25489"/>
            <a:lumOff val="15948"/>
            <a:alpha val="100000"/>
          </a:schemeClr>
        </a:fillRef>
        <a:effectRef idx="0">
          <a:scrgbClr r="0" g="0" b="0"/>
        </a:effectRef>
        <a:fontRef idx="minor">
          <a:schemeClr val="lt1"/>
        </a:fontRef>
      </dsp:style>
      <dsp:txBody>
        <a:bodyPr lIns="118279" tIns="0" rIns="118279" bIns="0" anchor="ctr"/>
        <a:lstStyle>
          <a:lvl1pPr algn="l">
            <a:defRPr sz="1200"/>
          </a:lvl1pPr>
          <a:lvl2pPr marL="57150" indent="-57150" algn="l">
            <a:defRPr sz="900"/>
          </a:lvl2pPr>
          <a:lvl3pPr marL="114300" indent="-57150" algn="l">
            <a:defRPr sz="900"/>
          </a:lvl3pPr>
          <a:lvl4pPr marL="171450" indent="-57150" algn="l">
            <a:defRPr sz="900"/>
          </a:lvl4pPr>
          <a:lvl5pPr marL="228600" indent="-57150" algn="l">
            <a:defRPr sz="900"/>
          </a:lvl5pPr>
          <a:lvl6pPr marL="285750" indent="-57150" algn="l">
            <a:defRPr sz="900"/>
          </a:lvl6pPr>
          <a:lvl7pPr marL="342900" indent="-57150" algn="l">
            <a:defRPr sz="900"/>
          </a:lvl7pPr>
          <a:lvl8pPr marL="400050" indent="-57150" algn="l">
            <a:defRPr sz="900"/>
          </a:lvl8pPr>
          <a:lvl9pPr marL="457200" indent="-57150" algn="l">
            <a:defRPr sz="900"/>
          </a:lvl9pPr>
        </a:lstStyle>
        <a:p>
          <a:pPr lvl="0">
            <a:lnSpc>
              <a:spcPct val="100000"/>
            </a:lnSpc>
            <a:spcBef>
              <a:spcPct val="0"/>
            </a:spcBef>
            <a:spcAft>
              <a:spcPct val="35000"/>
            </a:spcAft>
          </a:pPr>
          <a:r>
            <a:rPr lang="en-US" altLang="en-US" dirty="0"/>
            <a:t>7. </a:t>
          </a:r>
          <a:r>
            <a:rPr lang="zh-CN" altLang="en-US" dirty="0"/>
            <a:t>执行阶段</a:t>
          </a:r>
        </a:p>
      </dsp:txBody>
      <dsp:txXfrm>
        <a:off x="223520" y="1696750"/>
        <a:ext cx="3129280" cy="354240"/>
      </dsp:txXfrm>
    </dsp:sp>
    <dsp:sp modelId="{DDFC9944-CB7F-46F7-B4E3-CD07B809583A}">
      <dsp:nvSpPr>
        <dsp:cNvPr id="11" name="矩形 10"/>
        <dsp:cNvSpPr/>
      </dsp:nvSpPr>
      <dsp:spPr bwMode="white">
        <a:xfrm>
          <a:off x="0" y="3688050"/>
          <a:ext cx="4470400" cy="728980"/>
        </a:xfrm>
        <a:prstGeom prst="rect">
          <a:avLst/>
        </a:prstGeom>
      </dsp:spPr>
      <dsp:style>
        <a:lnRef idx="2">
          <a:schemeClr val="accent2">
            <a:hueOff val="2079999"/>
            <a:satOff val="-50979"/>
            <a:lumOff val="31895"/>
            <a:alpha val="100000"/>
          </a:schemeClr>
        </a:lnRef>
        <a:fillRef idx="1">
          <a:schemeClr val="lt1">
            <a:alpha val="90000"/>
          </a:schemeClr>
        </a:fillRef>
        <a:effectRef idx="0">
          <a:scrgbClr r="0" g="0" b="0"/>
        </a:effectRef>
        <a:fontRef idx="minor"/>
      </dsp:style>
      <dsp:txBody>
        <a:bodyPr lIns="346952" tIns="249936" rIns="346952" bIns="85344" anchor="t"/>
        <a:lstStyle>
          <a:lvl1pPr algn="l">
            <a:defRPr sz="1200"/>
          </a:lvl1pPr>
          <a:lvl2pPr marL="114300" indent="-114300" algn="l">
            <a:defRPr sz="1200"/>
          </a:lvl2pPr>
          <a:lvl3pPr marL="228600" indent="-114300" algn="l">
            <a:defRPr sz="1200"/>
          </a:lvl3pPr>
          <a:lvl4pPr marL="342900" indent="-114300" algn="l">
            <a:defRPr sz="1200"/>
          </a:lvl4pPr>
          <a:lvl5pPr marL="457200" indent="-114300" algn="l">
            <a:defRPr sz="1200"/>
          </a:lvl5pPr>
          <a:lvl6pPr marL="571500" indent="-114300" algn="l">
            <a:defRPr sz="1200"/>
          </a:lvl6pPr>
          <a:lvl7pPr marL="685800" indent="-114300" algn="l">
            <a:defRPr sz="1200"/>
          </a:lvl7pPr>
          <a:lvl8pPr marL="800100" indent="-114300" algn="l">
            <a:defRPr sz="1200"/>
          </a:lvl8pPr>
          <a:lvl9pPr marL="914400" indent="-114300" algn="l">
            <a:defRPr sz="1200"/>
          </a:lvl9pPr>
        </a:lstStyle>
        <a:p>
          <a:pPr lvl="1">
            <a:lnSpc>
              <a:spcPct val="100000"/>
            </a:lnSpc>
            <a:spcBef>
              <a:spcPct val="0"/>
            </a:spcBef>
            <a:spcAft>
              <a:spcPct val="15000"/>
            </a:spcAft>
            <a:buChar char="•"/>
          </a:pPr>
          <a:r>
            <a:rPr lang="zh-CN" altLang="en-US" dirty="0">
              <a:solidFill>
                <a:schemeClr val="dk1"/>
              </a:solidFill>
            </a:rPr>
            <a:t>分析案例中项目管理的成功与失败因素</a:t>
          </a:r>
          <a:endParaRPr lang="zh-CN" altLang="en-US" dirty="0">
            <a:solidFill>
              <a:schemeClr val="dk1"/>
            </a:solidFill>
          </a:endParaRPr>
        </a:p>
        <a:p>
          <a:pPr lvl="1">
            <a:lnSpc>
              <a:spcPct val="100000"/>
            </a:lnSpc>
            <a:spcBef>
              <a:spcPct val="0"/>
            </a:spcBef>
            <a:spcAft>
              <a:spcPct val="15000"/>
            </a:spcAft>
            <a:buChar char="•"/>
          </a:pPr>
          <a:r>
            <a:rPr lang="zh-CN" altLang="en-US" dirty="0">
              <a:solidFill>
                <a:schemeClr val="dk1"/>
              </a:solidFill>
            </a:rPr>
            <a:t>讨论案例中的实践要点与改进措施</a:t>
          </a:r>
          <a:endParaRPr>
            <a:solidFill>
              <a:schemeClr val="dk1"/>
            </a:solidFill>
          </a:endParaRPr>
        </a:p>
      </dsp:txBody>
      <dsp:txXfrm>
        <a:off x="0" y="3688050"/>
        <a:ext cx="4470400" cy="728980"/>
      </dsp:txXfrm>
    </dsp:sp>
    <dsp:sp modelId="{C70ECBEF-7BAD-4483-B78A-3CBB14BA9639}">
      <dsp:nvSpPr>
        <dsp:cNvPr id="10" name="圆角矩形 9"/>
        <dsp:cNvSpPr/>
      </dsp:nvSpPr>
      <dsp:spPr bwMode="white">
        <a:xfrm>
          <a:off x="223520" y="3510930"/>
          <a:ext cx="3129280" cy="354240"/>
        </a:xfrm>
        <a:prstGeom prst="roundRect">
          <a:avLst/>
        </a:prstGeom>
      </dsp:spPr>
      <dsp:style>
        <a:lnRef idx="2">
          <a:schemeClr val="lt1"/>
        </a:lnRef>
        <a:fillRef idx="1">
          <a:schemeClr val="accent2">
            <a:hueOff val="2079999"/>
            <a:satOff val="-50979"/>
            <a:lumOff val="31895"/>
            <a:alpha val="100000"/>
          </a:schemeClr>
        </a:fillRef>
        <a:effectRef idx="0">
          <a:scrgbClr r="0" g="0" b="0"/>
        </a:effectRef>
        <a:fontRef idx="minor">
          <a:schemeClr val="lt1"/>
        </a:fontRef>
      </dsp:style>
      <dsp:txBody>
        <a:bodyPr lIns="118279" tIns="0" rIns="118279" bIns="0" anchor="ctr"/>
        <a:lstStyle>
          <a:lvl1pPr algn="l">
            <a:defRPr sz="1200"/>
          </a:lvl1pPr>
          <a:lvl2pPr marL="57150" indent="-57150" algn="l">
            <a:defRPr sz="900"/>
          </a:lvl2pPr>
          <a:lvl3pPr marL="114300" indent="-57150" algn="l">
            <a:defRPr sz="900"/>
          </a:lvl3pPr>
          <a:lvl4pPr marL="171450" indent="-57150" algn="l">
            <a:defRPr sz="900"/>
          </a:lvl4pPr>
          <a:lvl5pPr marL="228600" indent="-57150" algn="l">
            <a:defRPr sz="900"/>
          </a:lvl5pPr>
          <a:lvl6pPr marL="285750" indent="-57150" algn="l">
            <a:defRPr sz="900"/>
          </a:lvl6pPr>
          <a:lvl7pPr marL="342900" indent="-57150" algn="l">
            <a:defRPr sz="900"/>
          </a:lvl7pPr>
          <a:lvl8pPr marL="400050" indent="-57150" algn="l">
            <a:defRPr sz="900"/>
          </a:lvl8pPr>
          <a:lvl9pPr marL="457200" indent="-57150" algn="l">
            <a:defRPr sz="900"/>
          </a:lvl9pPr>
        </a:lstStyle>
        <a:p>
          <a:pPr lvl="0">
            <a:lnSpc>
              <a:spcPct val="100000"/>
            </a:lnSpc>
            <a:spcBef>
              <a:spcPct val="0"/>
            </a:spcBef>
            <a:spcAft>
              <a:spcPct val="35000"/>
            </a:spcAft>
          </a:pPr>
          <a:r>
            <a:rPr lang="en-US" altLang="en-US" dirty="0"/>
            <a:t>8. </a:t>
          </a:r>
          <a:r>
            <a:rPr lang="zh-CN" altLang="en-US" dirty="0"/>
            <a:t>案例分析与实践</a:t>
          </a:r>
        </a:p>
      </dsp:txBody>
      <dsp:txXfrm>
        <a:off x="223520" y="3510930"/>
        <a:ext cx="3129280" cy="354240"/>
      </dsp:txXfrm>
    </dsp:sp>
    <dsp:sp modelId="{C7C8591E-369E-4109-89BD-45E41862ED9A}">
      <dsp:nvSpPr>
        <dsp:cNvPr id="14" name="矩形 13"/>
        <dsp:cNvSpPr/>
      </dsp:nvSpPr>
      <dsp:spPr bwMode="white">
        <a:xfrm>
          <a:off x="0" y="4658950"/>
          <a:ext cx="4470400" cy="518160"/>
        </a:xfrm>
        <a:prstGeom prst="rect">
          <a:avLst/>
        </a:prstGeom>
      </dsp:spPr>
      <dsp:style>
        <a:lnRef idx="2">
          <a:schemeClr val="accent2">
            <a:hueOff val="3120000"/>
            <a:satOff val="-76470"/>
            <a:lumOff val="47843"/>
            <a:alpha val="100000"/>
          </a:schemeClr>
        </a:lnRef>
        <a:fillRef idx="1">
          <a:schemeClr val="lt1">
            <a:alpha val="90000"/>
          </a:schemeClr>
        </a:fillRef>
        <a:effectRef idx="0">
          <a:scrgbClr r="0" g="0" b="0"/>
        </a:effectRef>
        <a:fontRef idx="minor"/>
      </dsp:style>
      <dsp:txBody>
        <a:bodyPr lIns="346952" tIns="249936" rIns="346952" bIns="85344" anchor="t"/>
        <a:lstStyle>
          <a:lvl1pPr algn="l">
            <a:defRPr sz="1200"/>
          </a:lvl1pPr>
          <a:lvl2pPr marL="114300" indent="-114300" algn="l">
            <a:defRPr sz="1200"/>
          </a:lvl2pPr>
          <a:lvl3pPr marL="228600" indent="-114300" algn="l">
            <a:defRPr sz="1200"/>
          </a:lvl3pPr>
          <a:lvl4pPr marL="342900" indent="-114300" algn="l">
            <a:defRPr sz="1200"/>
          </a:lvl4pPr>
          <a:lvl5pPr marL="457200" indent="-114300" algn="l">
            <a:defRPr sz="1200"/>
          </a:lvl5pPr>
          <a:lvl6pPr marL="571500" indent="-114300" algn="l">
            <a:defRPr sz="1200"/>
          </a:lvl6pPr>
          <a:lvl7pPr marL="685800" indent="-114300" algn="l">
            <a:defRPr sz="1200"/>
          </a:lvl7pPr>
          <a:lvl8pPr marL="800100" indent="-114300" algn="l">
            <a:defRPr sz="1200"/>
          </a:lvl8pPr>
          <a:lvl9pPr marL="914400" indent="-114300" algn="l">
            <a:defRPr sz="1200"/>
          </a:lvl9pPr>
        </a:lstStyle>
        <a:p>
          <a:pPr lvl="1">
            <a:lnSpc>
              <a:spcPct val="100000"/>
            </a:lnSpc>
            <a:spcBef>
              <a:spcPct val="0"/>
            </a:spcBef>
            <a:spcAft>
              <a:spcPct val="15000"/>
            </a:spcAft>
            <a:buChar char="•"/>
          </a:pPr>
          <a:r>
            <a:rPr lang="zh-CN" altLang="en-US" dirty="0">
              <a:solidFill>
                <a:schemeClr val="dk1"/>
              </a:solidFill>
            </a:rPr>
            <a:t>回顾课程要点</a:t>
          </a:r>
          <a:endParaRPr>
            <a:solidFill>
              <a:schemeClr val="dk1"/>
            </a:solidFill>
          </a:endParaRPr>
        </a:p>
      </dsp:txBody>
      <dsp:txXfrm>
        <a:off x="0" y="4658950"/>
        <a:ext cx="4470400" cy="518160"/>
      </dsp:txXfrm>
    </dsp:sp>
    <dsp:sp modelId="{D968A13F-AA25-4F01-8929-8A020553BA7B}">
      <dsp:nvSpPr>
        <dsp:cNvPr id="13" name="圆角矩形 12"/>
        <dsp:cNvSpPr/>
      </dsp:nvSpPr>
      <dsp:spPr bwMode="white">
        <a:xfrm>
          <a:off x="223520" y="4481830"/>
          <a:ext cx="3129280" cy="354240"/>
        </a:xfrm>
        <a:prstGeom prst="roundRect">
          <a:avLst/>
        </a:prstGeom>
      </dsp:spPr>
      <dsp:style>
        <a:lnRef idx="2">
          <a:schemeClr val="lt1"/>
        </a:lnRef>
        <a:fillRef idx="1">
          <a:schemeClr val="accent2">
            <a:hueOff val="3120000"/>
            <a:satOff val="-76470"/>
            <a:lumOff val="47843"/>
            <a:alpha val="100000"/>
          </a:schemeClr>
        </a:fillRef>
        <a:effectRef idx="0">
          <a:scrgbClr r="0" g="0" b="0"/>
        </a:effectRef>
        <a:fontRef idx="minor">
          <a:schemeClr val="lt1"/>
        </a:fontRef>
      </dsp:style>
      <dsp:txBody>
        <a:bodyPr lIns="118279" tIns="0" rIns="118279" bIns="0" anchor="ctr"/>
        <a:lstStyle>
          <a:lvl1pPr algn="l">
            <a:defRPr sz="1200"/>
          </a:lvl1pPr>
          <a:lvl2pPr marL="57150" indent="-57150" algn="l">
            <a:defRPr sz="900"/>
          </a:lvl2pPr>
          <a:lvl3pPr marL="114300" indent="-57150" algn="l">
            <a:defRPr sz="900"/>
          </a:lvl3pPr>
          <a:lvl4pPr marL="171450" indent="-57150" algn="l">
            <a:defRPr sz="900"/>
          </a:lvl4pPr>
          <a:lvl5pPr marL="228600" indent="-57150" algn="l">
            <a:defRPr sz="900"/>
          </a:lvl5pPr>
          <a:lvl6pPr marL="285750" indent="-57150" algn="l">
            <a:defRPr sz="900"/>
          </a:lvl6pPr>
          <a:lvl7pPr marL="342900" indent="-57150" algn="l">
            <a:defRPr sz="900"/>
          </a:lvl7pPr>
          <a:lvl8pPr marL="400050" indent="-57150" algn="l">
            <a:defRPr sz="900"/>
          </a:lvl8pPr>
          <a:lvl9pPr marL="457200" indent="-57150" algn="l">
            <a:defRPr sz="900"/>
          </a:lvl9pPr>
        </a:lstStyle>
        <a:p>
          <a:pPr lvl="0">
            <a:lnSpc>
              <a:spcPct val="100000"/>
            </a:lnSpc>
            <a:spcBef>
              <a:spcPct val="0"/>
            </a:spcBef>
            <a:spcAft>
              <a:spcPct val="35000"/>
            </a:spcAft>
          </a:pPr>
          <a:r>
            <a:rPr lang="en-US" altLang="en-US" dirty="0"/>
            <a:t>9. </a:t>
          </a:r>
          <a:r>
            <a:rPr lang="zh-CN" altLang="en-US" dirty="0"/>
            <a:t>课程总结和回顾</a:t>
          </a:r>
        </a:p>
      </dsp:txBody>
      <dsp:txXfrm>
        <a:off x="223520" y="4481830"/>
        <a:ext cx="3129280" cy="354240"/>
      </dsp:txXfrm>
    </dsp:sp>
    <dsp:sp modelId="{4A3A7654-FA58-4D7B-B008-0995BB0FEDCD}">
      <dsp:nvSpPr>
        <dsp:cNvPr id="3" name="矩形 2" hidden="1"/>
        <dsp:cNvSpPr/>
      </dsp:nvSpPr>
      <dsp:spPr>
        <a:xfrm>
          <a:off x="0" y="93390"/>
          <a:ext cx="223520" cy="354240"/>
        </a:xfrm>
        <a:prstGeom prst="rect">
          <a:avLst/>
        </a:prstGeom>
      </dsp:spPr>
      <dsp:txXfrm>
        <a:off x="0" y="93390"/>
        <a:ext cx="223520" cy="354240"/>
      </dsp:txXfrm>
    </dsp:sp>
    <dsp:sp modelId="{25CCDCE4-3065-4EE9-8433-A451EBEF8D6B}">
      <dsp:nvSpPr>
        <dsp:cNvPr id="6" name="矩形 5" hidden="1"/>
        <dsp:cNvSpPr/>
      </dsp:nvSpPr>
      <dsp:spPr>
        <a:xfrm>
          <a:off x="0" y="1696750"/>
          <a:ext cx="223520" cy="354240"/>
        </a:xfrm>
        <a:prstGeom prst="rect">
          <a:avLst/>
        </a:prstGeom>
      </dsp:spPr>
      <dsp:txXfrm>
        <a:off x="0" y="1696750"/>
        <a:ext cx="223520" cy="354240"/>
      </dsp:txXfrm>
    </dsp:sp>
    <dsp:sp modelId="{373D863E-74E3-4E72-A5B4-3A3FFD765468}">
      <dsp:nvSpPr>
        <dsp:cNvPr id="9" name="矩形 8" hidden="1"/>
        <dsp:cNvSpPr/>
      </dsp:nvSpPr>
      <dsp:spPr>
        <a:xfrm>
          <a:off x="0" y="3510930"/>
          <a:ext cx="223520" cy="354240"/>
        </a:xfrm>
        <a:prstGeom prst="rect">
          <a:avLst/>
        </a:prstGeom>
      </dsp:spPr>
      <dsp:txXfrm>
        <a:off x="0" y="3510930"/>
        <a:ext cx="223520" cy="354240"/>
      </dsp:txXfrm>
    </dsp:sp>
    <dsp:sp modelId="{02478105-2D73-40A6-98C4-8F5C745F6FAE}">
      <dsp:nvSpPr>
        <dsp:cNvPr id="12" name="矩形 11" hidden="1"/>
        <dsp:cNvSpPr/>
      </dsp:nvSpPr>
      <dsp:spPr>
        <a:xfrm>
          <a:off x="0" y="4481830"/>
          <a:ext cx="223520" cy="354240"/>
        </a:xfrm>
        <a:prstGeom prst="rect">
          <a:avLst/>
        </a:prstGeom>
      </dsp:spPr>
      <dsp:txXfrm>
        <a:off x="0" y="4481830"/>
        <a:ext cx="223520" cy="35424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1E9F1F-E4DF-43C2-8351-BB16DBEE3A92}">
      <dsp:nvSpPr>
        <dsp:cNvPr id="0" name=""/>
        <dsp:cNvSpPr/>
      </dsp:nvSpPr>
      <dsp:spPr>
        <a:xfrm>
          <a:off x="0" y="155974"/>
          <a:ext cx="4470400" cy="6142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08280" rIns="346953" bIns="71120" numCol="1" spcCol="1270" anchor="t" anchorCtr="0">
          <a:noAutofit/>
        </a:bodyPr>
        <a:lstStyle/>
        <a:p>
          <a:pPr marL="57150" lvl="1" indent="-57150" algn="l" defTabSz="444500">
            <a:lnSpc>
              <a:spcPct val="90000"/>
            </a:lnSpc>
            <a:spcBef>
              <a:spcPct val="0"/>
            </a:spcBef>
            <a:spcAft>
              <a:spcPct val="15000"/>
            </a:spcAft>
            <a:buChar char="•"/>
          </a:pPr>
          <a:r>
            <a:rPr lang="zh-CN" altLang="en-US" sz="1000" kern="1200" dirty="0"/>
            <a:t>项目管理的重要性</a:t>
          </a:r>
        </a:p>
        <a:p>
          <a:pPr marL="57150" lvl="1" indent="-57150" algn="l" defTabSz="444500">
            <a:lnSpc>
              <a:spcPct val="90000"/>
            </a:lnSpc>
            <a:spcBef>
              <a:spcPct val="0"/>
            </a:spcBef>
            <a:spcAft>
              <a:spcPct val="15000"/>
            </a:spcAft>
            <a:buChar char="•"/>
          </a:pPr>
          <a:r>
            <a:rPr lang="zh-CN" altLang="en-US" sz="1000" kern="1200" dirty="0"/>
            <a:t>课程目标</a:t>
          </a:r>
        </a:p>
      </dsp:txBody>
      <dsp:txXfrm>
        <a:off x="0" y="155974"/>
        <a:ext cx="4470400" cy="614250"/>
      </dsp:txXfrm>
    </dsp:sp>
    <dsp:sp modelId="{4BE67D07-2CEC-4DE8-AD5E-DDD7D322FC39}">
      <dsp:nvSpPr>
        <dsp:cNvPr id="0" name=""/>
        <dsp:cNvSpPr/>
      </dsp:nvSpPr>
      <dsp:spPr>
        <a:xfrm>
          <a:off x="223520" y="8374"/>
          <a:ext cx="3129280" cy="2952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444500">
            <a:lnSpc>
              <a:spcPct val="90000"/>
            </a:lnSpc>
            <a:spcBef>
              <a:spcPct val="0"/>
            </a:spcBef>
            <a:spcAft>
              <a:spcPct val="35000"/>
            </a:spcAft>
            <a:buNone/>
          </a:pPr>
          <a:r>
            <a:rPr lang="en-US" altLang="en-US" sz="1000" kern="1200" dirty="0"/>
            <a:t>1. </a:t>
          </a:r>
          <a:r>
            <a:rPr lang="zh-CN" altLang="en-US" sz="1000" kern="1200" dirty="0"/>
            <a:t>引言</a:t>
          </a:r>
        </a:p>
      </dsp:txBody>
      <dsp:txXfrm>
        <a:off x="237930" y="22784"/>
        <a:ext cx="3100460" cy="266380"/>
      </dsp:txXfrm>
    </dsp:sp>
    <dsp:sp modelId="{B899DC30-F1C2-42B2-A49E-40C00661E4B3}">
      <dsp:nvSpPr>
        <dsp:cNvPr id="0" name=""/>
        <dsp:cNvSpPr/>
      </dsp:nvSpPr>
      <dsp:spPr>
        <a:xfrm>
          <a:off x="0" y="971824"/>
          <a:ext cx="4470400" cy="7875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08280" rIns="346953" bIns="71120" numCol="1" spcCol="1270" anchor="t" anchorCtr="0">
          <a:noAutofit/>
        </a:bodyPr>
        <a:lstStyle/>
        <a:p>
          <a:pPr marL="57150" lvl="1" indent="-57150" algn="l" defTabSz="444500">
            <a:lnSpc>
              <a:spcPct val="90000"/>
            </a:lnSpc>
            <a:spcBef>
              <a:spcPct val="0"/>
            </a:spcBef>
            <a:spcAft>
              <a:spcPct val="15000"/>
            </a:spcAft>
            <a:buChar char="•"/>
          </a:pPr>
          <a:r>
            <a:rPr lang="zh-CN" altLang="en-US" sz="1000" kern="1200" dirty="0"/>
            <a:t>项目的定义与特点</a:t>
          </a:r>
        </a:p>
        <a:p>
          <a:pPr marL="57150" lvl="1" indent="-57150" algn="l" defTabSz="444500">
            <a:lnSpc>
              <a:spcPct val="90000"/>
            </a:lnSpc>
            <a:spcBef>
              <a:spcPct val="0"/>
            </a:spcBef>
            <a:spcAft>
              <a:spcPct val="15000"/>
            </a:spcAft>
            <a:buChar char="•"/>
          </a:pPr>
          <a:r>
            <a:rPr lang="zh-CN" altLang="en-US" sz="1000" kern="1200" dirty="0"/>
            <a:t>项目相关方的角色与影响</a:t>
          </a:r>
        </a:p>
        <a:p>
          <a:pPr marL="57150" lvl="1" indent="-57150" algn="l" defTabSz="444500">
            <a:lnSpc>
              <a:spcPct val="90000"/>
            </a:lnSpc>
            <a:spcBef>
              <a:spcPct val="0"/>
            </a:spcBef>
            <a:spcAft>
              <a:spcPct val="15000"/>
            </a:spcAft>
            <a:buChar char="•"/>
          </a:pPr>
          <a:r>
            <a:rPr lang="zh-CN" altLang="en-US" sz="1000" kern="1200" dirty="0"/>
            <a:t>项目三角形：范围、时间、成本</a:t>
          </a:r>
        </a:p>
      </dsp:txBody>
      <dsp:txXfrm>
        <a:off x="0" y="971824"/>
        <a:ext cx="4470400" cy="787500"/>
      </dsp:txXfrm>
    </dsp:sp>
    <dsp:sp modelId="{5FB0413C-35B7-4DCF-9F0C-E2FE058FDE6A}">
      <dsp:nvSpPr>
        <dsp:cNvPr id="0" name=""/>
        <dsp:cNvSpPr/>
      </dsp:nvSpPr>
      <dsp:spPr>
        <a:xfrm>
          <a:off x="223520" y="824224"/>
          <a:ext cx="3129280" cy="2952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444500">
            <a:lnSpc>
              <a:spcPct val="90000"/>
            </a:lnSpc>
            <a:spcBef>
              <a:spcPct val="0"/>
            </a:spcBef>
            <a:spcAft>
              <a:spcPct val="35000"/>
            </a:spcAft>
            <a:buNone/>
          </a:pPr>
          <a:r>
            <a:rPr lang="en-US" altLang="en-US" sz="1000" kern="1200" dirty="0"/>
            <a:t>2. </a:t>
          </a:r>
          <a:r>
            <a:rPr lang="zh-CN" altLang="en-US" sz="1000" kern="1200" dirty="0"/>
            <a:t>项目管理基本概念</a:t>
          </a:r>
        </a:p>
      </dsp:txBody>
      <dsp:txXfrm>
        <a:off x="237930" y="838634"/>
        <a:ext cx="3100460" cy="266380"/>
      </dsp:txXfrm>
    </dsp:sp>
    <dsp:sp modelId="{DA89A198-BD03-417D-B8D8-F7EFC21869EA}">
      <dsp:nvSpPr>
        <dsp:cNvPr id="0" name=""/>
        <dsp:cNvSpPr/>
      </dsp:nvSpPr>
      <dsp:spPr>
        <a:xfrm>
          <a:off x="0" y="1960924"/>
          <a:ext cx="4470400" cy="7875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08280" rIns="346953" bIns="71120" numCol="1" spcCol="1270" anchor="t" anchorCtr="0">
          <a:noAutofit/>
        </a:bodyPr>
        <a:lstStyle/>
        <a:p>
          <a:pPr marL="57150" lvl="1" indent="-57150" algn="l" defTabSz="444500">
            <a:lnSpc>
              <a:spcPct val="90000"/>
            </a:lnSpc>
            <a:spcBef>
              <a:spcPct val="0"/>
            </a:spcBef>
            <a:spcAft>
              <a:spcPct val="15000"/>
            </a:spcAft>
            <a:buChar char="•"/>
          </a:pPr>
          <a:r>
            <a:rPr lang="zh-CN" altLang="en-US" sz="1000" kern="1200" dirty="0"/>
            <a:t>项目管理知识体系概述</a:t>
          </a:r>
        </a:p>
        <a:p>
          <a:pPr marL="57150" lvl="1" indent="-57150" algn="l" defTabSz="444500">
            <a:lnSpc>
              <a:spcPct val="90000"/>
            </a:lnSpc>
            <a:spcBef>
              <a:spcPct val="0"/>
            </a:spcBef>
            <a:spcAft>
              <a:spcPct val="15000"/>
            </a:spcAft>
            <a:buChar char="•"/>
          </a:pPr>
          <a:r>
            <a:rPr lang="zh-CN" altLang="en-US" sz="1000" kern="1200" dirty="0"/>
            <a:t>项目管理流程的三个阶段：定义、计划、实施</a:t>
          </a:r>
        </a:p>
        <a:p>
          <a:pPr marL="57150" lvl="1" indent="-57150" algn="l" defTabSz="444500">
            <a:lnSpc>
              <a:spcPct val="90000"/>
            </a:lnSpc>
            <a:spcBef>
              <a:spcPct val="0"/>
            </a:spcBef>
            <a:spcAft>
              <a:spcPct val="15000"/>
            </a:spcAft>
            <a:buChar char="•"/>
          </a:pPr>
          <a:r>
            <a:rPr lang="zh-CN" altLang="en-US" sz="1000" kern="1200" dirty="0"/>
            <a:t>项目生命周期与方法论</a:t>
          </a:r>
        </a:p>
      </dsp:txBody>
      <dsp:txXfrm>
        <a:off x="0" y="1960924"/>
        <a:ext cx="4470400" cy="787500"/>
      </dsp:txXfrm>
    </dsp:sp>
    <dsp:sp modelId="{98AD5124-3CF6-49F7-AC15-58BB2ECB7519}">
      <dsp:nvSpPr>
        <dsp:cNvPr id="0" name=""/>
        <dsp:cNvSpPr/>
      </dsp:nvSpPr>
      <dsp:spPr>
        <a:xfrm>
          <a:off x="223520" y="1813324"/>
          <a:ext cx="3129280" cy="2952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444500">
            <a:lnSpc>
              <a:spcPct val="90000"/>
            </a:lnSpc>
            <a:spcBef>
              <a:spcPct val="0"/>
            </a:spcBef>
            <a:spcAft>
              <a:spcPct val="35000"/>
            </a:spcAft>
            <a:buNone/>
          </a:pPr>
          <a:r>
            <a:rPr lang="en-US" altLang="en-US" sz="1000" kern="1200" dirty="0"/>
            <a:t>3. </a:t>
          </a:r>
          <a:r>
            <a:rPr lang="zh-CN" altLang="en-US" sz="1000" kern="1200" dirty="0"/>
            <a:t>项目管理流程与结构</a:t>
          </a:r>
        </a:p>
      </dsp:txBody>
      <dsp:txXfrm>
        <a:off x="237930" y="1827734"/>
        <a:ext cx="3100460" cy="266380"/>
      </dsp:txXfrm>
    </dsp:sp>
    <dsp:sp modelId="{CC747699-772A-46CD-813C-CF194BD9B24B}">
      <dsp:nvSpPr>
        <dsp:cNvPr id="0" name=""/>
        <dsp:cNvSpPr/>
      </dsp:nvSpPr>
      <dsp:spPr>
        <a:xfrm>
          <a:off x="0" y="2950025"/>
          <a:ext cx="4470400" cy="7875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08280" rIns="346953" bIns="71120" numCol="1" spcCol="1270" anchor="t" anchorCtr="0">
          <a:noAutofit/>
        </a:bodyPr>
        <a:lstStyle/>
        <a:p>
          <a:pPr marL="57150" lvl="1" indent="-57150" algn="l" defTabSz="444500">
            <a:lnSpc>
              <a:spcPct val="90000"/>
            </a:lnSpc>
            <a:spcBef>
              <a:spcPct val="0"/>
            </a:spcBef>
            <a:spcAft>
              <a:spcPct val="15000"/>
            </a:spcAft>
            <a:buChar char="•"/>
          </a:pPr>
          <a:r>
            <a:rPr lang="zh-CN" altLang="en-US" sz="1000" kern="1200" dirty="0"/>
            <a:t>项目目标的</a:t>
          </a:r>
          <a:r>
            <a:rPr lang="en-US" altLang="en-US" sz="1000" kern="1200" dirty="0"/>
            <a:t>SMART</a:t>
          </a:r>
          <a:r>
            <a:rPr lang="zh-CN" altLang="en-US" sz="1000" kern="1200" dirty="0"/>
            <a:t>原则</a:t>
          </a:r>
        </a:p>
        <a:p>
          <a:pPr marL="57150" lvl="1" indent="-57150" algn="l" defTabSz="444500">
            <a:lnSpc>
              <a:spcPct val="90000"/>
            </a:lnSpc>
            <a:spcBef>
              <a:spcPct val="0"/>
            </a:spcBef>
            <a:spcAft>
              <a:spcPct val="15000"/>
            </a:spcAft>
            <a:buChar char="•"/>
          </a:pPr>
          <a:r>
            <a:rPr lang="zh-CN" altLang="en-US" sz="1000" kern="1200" dirty="0"/>
            <a:t>工作分解结构（</a:t>
          </a:r>
          <a:r>
            <a:rPr lang="en-US" altLang="en-US" sz="1000" kern="1200" dirty="0"/>
            <a:t>WBS</a:t>
          </a:r>
          <a:r>
            <a:rPr lang="zh-CN" altLang="en-US" sz="1000" kern="1200" dirty="0"/>
            <a:t>）的创建与验证</a:t>
          </a:r>
        </a:p>
        <a:p>
          <a:pPr marL="57150" lvl="1" indent="-57150" algn="l" defTabSz="444500">
            <a:lnSpc>
              <a:spcPct val="90000"/>
            </a:lnSpc>
            <a:spcBef>
              <a:spcPct val="0"/>
            </a:spcBef>
            <a:spcAft>
              <a:spcPct val="15000"/>
            </a:spcAft>
            <a:buChar char="•"/>
          </a:pPr>
          <a:r>
            <a:rPr lang="zh-CN" altLang="en-US" sz="1000" kern="1200" dirty="0"/>
            <a:t>子项目与复杂项目的管理</a:t>
          </a:r>
        </a:p>
      </dsp:txBody>
      <dsp:txXfrm>
        <a:off x="0" y="2950025"/>
        <a:ext cx="4470400" cy="787500"/>
      </dsp:txXfrm>
    </dsp:sp>
    <dsp:sp modelId="{32643C36-3F64-498C-8C0D-B7F3E31E4C1E}">
      <dsp:nvSpPr>
        <dsp:cNvPr id="0" name=""/>
        <dsp:cNvSpPr/>
      </dsp:nvSpPr>
      <dsp:spPr>
        <a:xfrm>
          <a:off x="223520" y="2802424"/>
          <a:ext cx="3129280" cy="2952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444500">
            <a:lnSpc>
              <a:spcPct val="90000"/>
            </a:lnSpc>
            <a:spcBef>
              <a:spcPct val="0"/>
            </a:spcBef>
            <a:spcAft>
              <a:spcPct val="35000"/>
            </a:spcAft>
            <a:buNone/>
          </a:pPr>
          <a:r>
            <a:rPr lang="en-US" altLang="en-US" sz="1000" kern="1200" dirty="0"/>
            <a:t>4. </a:t>
          </a:r>
          <a:r>
            <a:rPr lang="zh-CN" altLang="en-US" sz="1000" kern="1200" dirty="0"/>
            <a:t>启动阶段</a:t>
          </a:r>
        </a:p>
      </dsp:txBody>
      <dsp:txXfrm>
        <a:off x="237930" y="2816834"/>
        <a:ext cx="3100460" cy="266380"/>
      </dsp:txXfrm>
    </dsp:sp>
    <dsp:sp modelId="{398923F3-BF23-43A2-B30F-1E245ED93CBB}">
      <dsp:nvSpPr>
        <dsp:cNvPr id="0" name=""/>
        <dsp:cNvSpPr/>
      </dsp:nvSpPr>
      <dsp:spPr>
        <a:xfrm>
          <a:off x="0" y="3939125"/>
          <a:ext cx="4470400" cy="1323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08280" rIns="346953" bIns="71120" numCol="1" spcCol="1270" anchor="t" anchorCtr="0">
          <a:noAutofit/>
        </a:bodyPr>
        <a:lstStyle/>
        <a:p>
          <a:pPr marL="57150" lvl="1" indent="-57150" algn="l" defTabSz="444500">
            <a:lnSpc>
              <a:spcPct val="90000"/>
            </a:lnSpc>
            <a:spcBef>
              <a:spcPct val="0"/>
            </a:spcBef>
            <a:spcAft>
              <a:spcPct val="15000"/>
            </a:spcAft>
            <a:buChar char="•"/>
          </a:pPr>
          <a:r>
            <a:rPr lang="zh-CN" altLang="en-US" sz="1000" kern="1200" dirty="0"/>
            <a:t>项目目标与项目计划的制定</a:t>
          </a:r>
        </a:p>
        <a:p>
          <a:pPr marL="57150" lvl="1" indent="-57150" algn="l" defTabSz="444500">
            <a:lnSpc>
              <a:spcPct val="90000"/>
            </a:lnSpc>
            <a:spcBef>
              <a:spcPct val="0"/>
            </a:spcBef>
            <a:spcAft>
              <a:spcPct val="15000"/>
            </a:spcAft>
            <a:buChar char="•"/>
          </a:pPr>
          <a:r>
            <a:rPr lang="zh-CN" altLang="en-US" sz="1000" kern="1200" dirty="0"/>
            <a:t>资源计划与成本核算</a:t>
          </a:r>
        </a:p>
        <a:p>
          <a:pPr marL="57150" lvl="1" indent="-57150" algn="l" defTabSz="444500">
            <a:lnSpc>
              <a:spcPct val="90000"/>
            </a:lnSpc>
            <a:spcBef>
              <a:spcPct val="0"/>
            </a:spcBef>
            <a:spcAft>
              <a:spcPct val="15000"/>
            </a:spcAft>
            <a:buChar char="•"/>
          </a:pPr>
          <a:r>
            <a:rPr lang="zh-CN" altLang="en-US" sz="1000" kern="1200" dirty="0"/>
            <a:t>工作顺序与网络图的绘制</a:t>
          </a:r>
        </a:p>
        <a:p>
          <a:pPr marL="57150" lvl="1" indent="-57150" algn="l" defTabSz="444500">
            <a:lnSpc>
              <a:spcPct val="90000"/>
            </a:lnSpc>
            <a:spcBef>
              <a:spcPct val="0"/>
            </a:spcBef>
            <a:spcAft>
              <a:spcPct val="15000"/>
            </a:spcAft>
            <a:buChar char="•"/>
          </a:pPr>
          <a:r>
            <a:rPr lang="zh-CN" altLang="en-US" sz="1000" kern="1200" dirty="0"/>
            <a:t>关键路径的识别与分析</a:t>
          </a:r>
        </a:p>
        <a:p>
          <a:pPr marL="57150" lvl="1" indent="-57150" algn="l" defTabSz="444500">
            <a:lnSpc>
              <a:spcPct val="90000"/>
            </a:lnSpc>
            <a:spcBef>
              <a:spcPct val="0"/>
            </a:spcBef>
            <a:spcAft>
              <a:spcPct val="15000"/>
            </a:spcAft>
            <a:buChar char="•"/>
          </a:pPr>
          <a:r>
            <a:rPr lang="zh-CN" altLang="en-US" sz="1000" kern="1200" dirty="0"/>
            <a:t>风险管理计划的制定与实施</a:t>
          </a:r>
        </a:p>
        <a:p>
          <a:pPr marL="57150" lvl="1" indent="-57150" algn="l" defTabSz="444500">
            <a:lnSpc>
              <a:spcPct val="90000"/>
            </a:lnSpc>
            <a:spcBef>
              <a:spcPct val="0"/>
            </a:spcBef>
            <a:spcAft>
              <a:spcPct val="15000"/>
            </a:spcAft>
            <a:buChar char="•"/>
          </a:pPr>
          <a:r>
            <a:rPr lang="zh-CN" altLang="en-US" sz="1000" kern="1200" dirty="0"/>
            <a:t>机会管理与潜在机会的发掘</a:t>
          </a:r>
        </a:p>
      </dsp:txBody>
      <dsp:txXfrm>
        <a:off x="0" y="3939125"/>
        <a:ext cx="4470400" cy="1323000"/>
      </dsp:txXfrm>
    </dsp:sp>
    <dsp:sp modelId="{179E6E21-51F0-484A-874B-F439FDB7A343}">
      <dsp:nvSpPr>
        <dsp:cNvPr id="0" name=""/>
        <dsp:cNvSpPr/>
      </dsp:nvSpPr>
      <dsp:spPr>
        <a:xfrm>
          <a:off x="223520" y="3791525"/>
          <a:ext cx="3129280" cy="2952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444500">
            <a:lnSpc>
              <a:spcPct val="90000"/>
            </a:lnSpc>
            <a:spcBef>
              <a:spcPct val="0"/>
            </a:spcBef>
            <a:spcAft>
              <a:spcPct val="35000"/>
            </a:spcAft>
            <a:buNone/>
          </a:pPr>
          <a:r>
            <a:rPr lang="en-US" altLang="en-US" sz="1000" kern="1200" dirty="0"/>
            <a:t>5. </a:t>
          </a:r>
          <a:r>
            <a:rPr lang="zh-CN" altLang="en-US" sz="1000" kern="1200" dirty="0"/>
            <a:t>规划阶段</a:t>
          </a:r>
        </a:p>
      </dsp:txBody>
      <dsp:txXfrm>
        <a:off x="237930" y="3805935"/>
        <a:ext cx="3100460" cy="26638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BC6CD0-A147-4782-BCB8-4CDB5986F7C0}">
      <dsp:nvSpPr>
        <dsp:cNvPr id="0" name=""/>
        <dsp:cNvSpPr/>
      </dsp:nvSpPr>
      <dsp:spPr>
        <a:xfrm>
          <a:off x="0" y="258305"/>
          <a:ext cx="4470400" cy="13608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49936" rIns="346953" bIns="85344" numCol="1" spcCol="1270" anchor="t" anchorCtr="0">
          <a:noAutofit/>
        </a:bodyPr>
        <a:lstStyle/>
        <a:p>
          <a:pPr marL="114300" lvl="1" indent="-114300" algn="l" defTabSz="533400">
            <a:lnSpc>
              <a:spcPct val="90000"/>
            </a:lnSpc>
            <a:spcBef>
              <a:spcPct val="0"/>
            </a:spcBef>
            <a:spcAft>
              <a:spcPct val="15000"/>
            </a:spcAft>
            <a:buChar char="•"/>
          </a:pPr>
          <a:r>
            <a:rPr lang="zh-CN" altLang="en-US" sz="1200" kern="1200" dirty="0"/>
            <a:t>沟通的重要性与沟通计划</a:t>
          </a:r>
        </a:p>
        <a:p>
          <a:pPr marL="114300" lvl="1" indent="-114300" algn="l" defTabSz="533400">
            <a:lnSpc>
              <a:spcPct val="90000"/>
            </a:lnSpc>
            <a:spcBef>
              <a:spcPct val="0"/>
            </a:spcBef>
            <a:spcAft>
              <a:spcPct val="15000"/>
            </a:spcAft>
            <a:buChar char="•"/>
          </a:pPr>
          <a:r>
            <a:rPr lang="zh-CN" altLang="en-US" sz="1200" kern="1200" dirty="0"/>
            <a:t>沟通方式的选择与应用</a:t>
          </a:r>
        </a:p>
        <a:p>
          <a:pPr marL="114300" lvl="1" indent="-114300" algn="l" defTabSz="533400">
            <a:lnSpc>
              <a:spcPct val="90000"/>
            </a:lnSpc>
            <a:spcBef>
              <a:spcPct val="0"/>
            </a:spcBef>
            <a:spcAft>
              <a:spcPct val="15000"/>
            </a:spcAft>
            <a:buChar char="•"/>
          </a:pPr>
          <a:r>
            <a:rPr lang="zh-CN" altLang="en-US" sz="1200" kern="1200" dirty="0"/>
            <a:t>有效沟通的技巧与实践</a:t>
          </a:r>
        </a:p>
        <a:p>
          <a:pPr marL="114300" lvl="1" indent="-114300" algn="l" defTabSz="533400">
            <a:lnSpc>
              <a:spcPct val="90000"/>
            </a:lnSpc>
            <a:spcBef>
              <a:spcPct val="0"/>
            </a:spcBef>
            <a:spcAft>
              <a:spcPct val="15000"/>
            </a:spcAft>
            <a:buChar char="•"/>
          </a:pPr>
          <a:r>
            <a:rPr lang="zh-CN" altLang="en-US" sz="1200" kern="1200" dirty="0"/>
            <a:t>本质洞察、条理、同理心</a:t>
          </a:r>
        </a:p>
        <a:p>
          <a:pPr marL="114300" lvl="1" indent="-114300" algn="l" defTabSz="533400">
            <a:lnSpc>
              <a:spcPct val="90000"/>
            </a:lnSpc>
            <a:spcBef>
              <a:spcPct val="0"/>
            </a:spcBef>
            <a:spcAft>
              <a:spcPct val="15000"/>
            </a:spcAft>
            <a:buChar char="•"/>
          </a:pPr>
          <a:r>
            <a:rPr lang="zh-CN" altLang="en-US" sz="1200" kern="1200" dirty="0"/>
            <a:t>问题升级与解决策略</a:t>
          </a:r>
        </a:p>
      </dsp:txBody>
      <dsp:txXfrm>
        <a:off x="0" y="258305"/>
        <a:ext cx="4470400" cy="1360800"/>
      </dsp:txXfrm>
    </dsp:sp>
    <dsp:sp modelId="{3755F6E4-575A-4E6A-B574-B611E150BA63}">
      <dsp:nvSpPr>
        <dsp:cNvPr id="0" name=""/>
        <dsp:cNvSpPr/>
      </dsp:nvSpPr>
      <dsp:spPr>
        <a:xfrm>
          <a:off x="223520" y="81185"/>
          <a:ext cx="3129280" cy="35424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533400">
            <a:lnSpc>
              <a:spcPct val="90000"/>
            </a:lnSpc>
            <a:spcBef>
              <a:spcPct val="0"/>
            </a:spcBef>
            <a:spcAft>
              <a:spcPct val="35000"/>
            </a:spcAft>
            <a:buNone/>
          </a:pPr>
          <a:r>
            <a:rPr lang="en-US" altLang="en-US" sz="1200" kern="1200"/>
            <a:t>6. </a:t>
          </a:r>
          <a:r>
            <a:rPr lang="zh-CN" altLang="en-US" sz="1200" kern="1200"/>
            <a:t>沟通管理</a:t>
          </a:r>
          <a:endParaRPr lang="zh-CN" altLang="en-US" sz="1200" kern="1200" dirty="0"/>
        </a:p>
      </dsp:txBody>
      <dsp:txXfrm>
        <a:off x="240813" y="98478"/>
        <a:ext cx="3094694" cy="319654"/>
      </dsp:txXfrm>
    </dsp:sp>
    <dsp:sp modelId="{D984E4FB-CE73-47A3-B0EA-4D35F05805CF}">
      <dsp:nvSpPr>
        <dsp:cNvPr id="0" name=""/>
        <dsp:cNvSpPr/>
      </dsp:nvSpPr>
      <dsp:spPr>
        <a:xfrm>
          <a:off x="0" y="1861025"/>
          <a:ext cx="4470400" cy="1587600"/>
        </a:xfrm>
        <a:prstGeom prst="rect">
          <a:avLst/>
        </a:prstGeom>
        <a:solidFill>
          <a:schemeClr val="lt1">
            <a:alpha val="90000"/>
            <a:hueOff val="0"/>
            <a:satOff val="0"/>
            <a:lumOff val="0"/>
            <a:alphaOff val="0"/>
          </a:schemeClr>
        </a:solidFill>
        <a:ln w="12700" cap="flat" cmpd="sng" algn="ctr">
          <a:solidFill>
            <a:schemeClr val="accent2">
              <a:hueOff val="1045981"/>
              <a:satOff val="-25490"/>
              <a:lumOff val="1594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49936" rIns="346953" bIns="85344" numCol="1" spcCol="1270" anchor="t" anchorCtr="0">
          <a:noAutofit/>
        </a:bodyPr>
        <a:lstStyle/>
        <a:p>
          <a:pPr marL="114300" lvl="1" indent="-114300" algn="l" defTabSz="533400">
            <a:lnSpc>
              <a:spcPct val="90000"/>
            </a:lnSpc>
            <a:spcBef>
              <a:spcPct val="0"/>
            </a:spcBef>
            <a:spcAft>
              <a:spcPct val="15000"/>
            </a:spcAft>
            <a:buChar char="•"/>
          </a:pPr>
          <a:r>
            <a:rPr lang="zh-CN" altLang="en-US" sz="1200" kern="1200" dirty="0"/>
            <a:t>团队建设与沟通管理</a:t>
          </a:r>
        </a:p>
        <a:p>
          <a:pPr marL="114300" lvl="1" indent="-114300" algn="l" defTabSz="533400">
            <a:lnSpc>
              <a:spcPct val="90000"/>
            </a:lnSpc>
            <a:spcBef>
              <a:spcPct val="0"/>
            </a:spcBef>
            <a:spcAft>
              <a:spcPct val="15000"/>
            </a:spcAft>
            <a:buChar char="•"/>
          </a:pPr>
          <a:r>
            <a:rPr lang="zh-CN" altLang="en-US" sz="1200" kern="1200" dirty="0"/>
            <a:t>项目启动会议的组织与执行</a:t>
          </a:r>
        </a:p>
        <a:p>
          <a:pPr marL="114300" lvl="1" indent="-114300" algn="l" defTabSz="533400">
            <a:lnSpc>
              <a:spcPct val="90000"/>
            </a:lnSpc>
            <a:spcBef>
              <a:spcPct val="0"/>
            </a:spcBef>
            <a:spcAft>
              <a:spcPct val="15000"/>
            </a:spcAft>
            <a:buChar char="•"/>
          </a:pPr>
          <a:r>
            <a:rPr lang="zh-CN" altLang="en-US" sz="1200" kern="1200" dirty="0"/>
            <a:t>变更管理的原则与实践</a:t>
          </a:r>
        </a:p>
        <a:p>
          <a:pPr marL="114300" lvl="1" indent="-114300" algn="l" defTabSz="533400">
            <a:lnSpc>
              <a:spcPct val="90000"/>
            </a:lnSpc>
            <a:spcBef>
              <a:spcPct val="0"/>
            </a:spcBef>
            <a:spcAft>
              <a:spcPct val="15000"/>
            </a:spcAft>
            <a:buChar char="•"/>
          </a:pPr>
          <a:r>
            <a:rPr lang="zh-CN" altLang="en-US" sz="1200" kern="1200" dirty="0"/>
            <a:t>监督与控制项目进度</a:t>
          </a:r>
        </a:p>
        <a:p>
          <a:pPr marL="114300" lvl="1" indent="-114300" algn="l" defTabSz="533400">
            <a:lnSpc>
              <a:spcPct val="90000"/>
            </a:lnSpc>
            <a:spcBef>
              <a:spcPct val="0"/>
            </a:spcBef>
            <a:spcAft>
              <a:spcPct val="15000"/>
            </a:spcAft>
            <a:buChar char="•"/>
          </a:pPr>
          <a:r>
            <a:rPr lang="zh-CN" altLang="en-US" sz="1200" kern="1200" dirty="0"/>
            <a:t>里程碑的设定与检查</a:t>
          </a:r>
        </a:p>
        <a:p>
          <a:pPr marL="114300" lvl="1" indent="-114300" algn="l" defTabSz="533400">
            <a:lnSpc>
              <a:spcPct val="90000"/>
            </a:lnSpc>
            <a:spcBef>
              <a:spcPct val="0"/>
            </a:spcBef>
            <a:spcAft>
              <a:spcPct val="15000"/>
            </a:spcAft>
            <a:buChar char="•"/>
          </a:pPr>
          <a:r>
            <a:rPr lang="zh-CN" altLang="en-US" sz="1200" kern="1200" dirty="0"/>
            <a:t>完工总结与经验教训的记录</a:t>
          </a:r>
        </a:p>
      </dsp:txBody>
      <dsp:txXfrm>
        <a:off x="0" y="1861025"/>
        <a:ext cx="4470400" cy="1587600"/>
      </dsp:txXfrm>
    </dsp:sp>
    <dsp:sp modelId="{1BB1136E-7804-442E-8F8D-476DD7489FC2}">
      <dsp:nvSpPr>
        <dsp:cNvPr id="0" name=""/>
        <dsp:cNvSpPr/>
      </dsp:nvSpPr>
      <dsp:spPr>
        <a:xfrm>
          <a:off x="223520" y="1683905"/>
          <a:ext cx="3129280" cy="354240"/>
        </a:xfrm>
        <a:prstGeom prst="roundRect">
          <a:avLst/>
        </a:prstGeom>
        <a:solidFill>
          <a:schemeClr val="accent2">
            <a:hueOff val="1045981"/>
            <a:satOff val="-25490"/>
            <a:lumOff val="1594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533400">
            <a:lnSpc>
              <a:spcPct val="90000"/>
            </a:lnSpc>
            <a:spcBef>
              <a:spcPct val="0"/>
            </a:spcBef>
            <a:spcAft>
              <a:spcPct val="35000"/>
            </a:spcAft>
            <a:buNone/>
          </a:pPr>
          <a:r>
            <a:rPr lang="en-US" altLang="en-US" sz="1200" kern="1200" dirty="0"/>
            <a:t>7. </a:t>
          </a:r>
          <a:r>
            <a:rPr lang="zh-CN" altLang="en-US" sz="1200" kern="1200" dirty="0"/>
            <a:t>执行阶段</a:t>
          </a:r>
        </a:p>
      </dsp:txBody>
      <dsp:txXfrm>
        <a:off x="240813" y="1701198"/>
        <a:ext cx="3094694" cy="319654"/>
      </dsp:txXfrm>
    </dsp:sp>
    <dsp:sp modelId="{F9831F47-F181-45EC-843B-998889864D2F}">
      <dsp:nvSpPr>
        <dsp:cNvPr id="0" name=""/>
        <dsp:cNvSpPr/>
      </dsp:nvSpPr>
      <dsp:spPr>
        <a:xfrm>
          <a:off x="0" y="3690545"/>
          <a:ext cx="4470400" cy="737100"/>
        </a:xfrm>
        <a:prstGeom prst="rect">
          <a:avLst/>
        </a:prstGeom>
        <a:solidFill>
          <a:schemeClr val="lt1">
            <a:alpha val="90000"/>
            <a:hueOff val="0"/>
            <a:satOff val="0"/>
            <a:lumOff val="0"/>
            <a:alphaOff val="0"/>
          </a:schemeClr>
        </a:solidFill>
        <a:ln w="12700" cap="flat" cmpd="sng" algn="ctr">
          <a:solidFill>
            <a:schemeClr val="accent2">
              <a:hueOff val="2091962"/>
              <a:satOff val="-50981"/>
              <a:lumOff val="3189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49936" rIns="346953" bIns="85344" numCol="1" spcCol="1270" anchor="t" anchorCtr="0">
          <a:noAutofit/>
        </a:bodyPr>
        <a:lstStyle/>
        <a:p>
          <a:pPr marL="114300" lvl="1" indent="-114300" algn="l" defTabSz="533400">
            <a:lnSpc>
              <a:spcPct val="90000"/>
            </a:lnSpc>
            <a:spcBef>
              <a:spcPct val="0"/>
            </a:spcBef>
            <a:spcAft>
              <a:spcPct val="15000"/>
            </a:spcAft>
            <a:buChar char="•"/>
          </a:pPr>
          <a:r>
            <a:rPr lang="zh-CN" altLang="en-US" sz="1200" kern="1200" dirty="0"/>
            <a:t>分析案例中项目管理的成功与失败因素</a:t>
          </a:r>
        </a:p>
        <a:p>
          <a:pPr marL="114300" lvl="1" indent="-114300" algn="l" defTabSz="533400">
            <a:lnSpc>
              <a:spcPct val="90000"/>
            </a:lnSpc>
            <a:spcBef>
              <a:spcPct val="0"/>
            </a:spcBef>
            <a:spcAft>
              <a:spcPct val="15000"/>
            </a:spcAft>
            <a:buChar char="•"/>
          </a:pPr>
          <a:r>
            <a:rPr lang="zh-CN" altLang="en-US" sz="1200" kern="1200" dirty="0"/>
            <a:t>讨论案例中的实践要点与改进措施</a:t>
          </a:r>
        </a:p>
      </dsp:txBody>
      <dsp:txXfrm>
        <a:off x="0" y="3690545"/>
        <a:ext cx="4470400" cy="737100"/>
      </dsp:txXfrm>
    </dsp:sp>
    <dsp:sp modelId="{10393268-92A1-4FCD-8998-7E0A7362B490}">
      <dsp:nvSpPr>
        <dsp:cNvPr id="0" name=""/>
        <dsp:cNvSpPr/>
      </dsp:nvSpPr>
      <dsp:spPr>
        <a:xfrm>
          <a:off x="223520" y="3513425"/>
          <a:ext cx="3129280" cy="354240"/>
        </a:xfrm>
        <a:prstGeom prst="roundRect">
          <a:avLst/>
        </a:prstGeom>
        <a:solidFill>
          <a:schemeClr val="accent2">
            <a:hueOff val="2091962"/>
            <a:satOff val="-50981"/>
            <a:lumOff val="3189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533400">
            <a:lnSpc>
              <a:spcPct val="90000"/>
            </a:lnSpc>
            <a:spcBef>
              <a:spcPct val="0"/>
            </a:spcBef>
            <a:spcAft>
              <a:spcPct val="35000"/>
            </a:spcAft>
            <a:buNone/>
          </a:pPr>
          <a:r>
            <a:rPr lang="en-US" altLang="en-US" sz="1200" kern="1200" dirty="0"/>
            <a:t>8. </a:t>
          </a:r>
          <a:r>
            <a:rPr lang="zh-CN" altLang="en-US" sz="1200" kern="1200" dirty="0"/>
            <a:t>案例分析与实践</a:t>
          </a:r>
        </a:p>
      </dsp:txBody>
      <dsp:txXfrm>
        <a:off x="240813" y="3530718"/>
        <a:ext cx="3094694" cy="319654"/>
      </dsp:txXfrm>
    </dsp:sp>
    <dsp:sp modelId="{6F745881-BF65-44E8-BD0B-B15D3F556EF5}">
      <dsp:nvSpPr>
        <dsp:cNvPr id="0" name=""/>
        <dsp:cNvSpPr/>
      </dsp:nvSpPr>
      <dsp:spPr>
        <a:xfrm>
          <a:off x="0" y="4669564"/>
          <a:ext cx="4470400" cy="519750"/>
        </a:xfrm>
        <a:prstGeom prst="rect">
          <a:avLst/>
        </a:prstGeom>
        <a:solidFill>
          <a:schemeClr val="lt1">
            <a:alpha val="90000"/>
            <a:hueOff val="0"/>
            <a:satOff val="0"/>
            <a:lumOff val="0"/>
            <a:alphaOff val="0"/>
          </a:schemeClr>
        </a:solidFill>
        <a:ln w="12700" cap="flat" cmpd="sng" algn="ctr">
          <a:solidFill>
            <a:schemeClr val="accent2">
              <a:hueOff val="3137943"/>
              <a:satOff val="-76471"/>
              <a:lumOff val="4784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49936" rIns="346953" bIns="85344" numCol="1" spcCol="1270" anchor="t" anchorCtr="0">
          <a:noAutofit/>
        </a:bodyPr>
        <a:lstStyle/>
        <a:p>
          <a:pPr marL="114300" lvl="1" indent="-114300" algn="l" defTabSz="533400">
            <a:lnSpc>
              <a:spcPct val="90000"/>
            </a:lnSpc>
            <a:spcBef>
              <a:spcPct val="0"/>
            </a:spcBef>
            <a:spcAft>
              <a:spcPct val="15000"/>
            </a:spcAft>
            <a:buChar char="•"/>
          </a:pPr>
          <a:r>
            <a:rPr lang="zh-CN" altLang="en-US" sz="1200" kern="1200" dirty="0"/>
            <a:t>回顾课程要点</a:t>
          </a:r>
        </a:p>
      </dsp:txBody>
      <dsp:txXfrm>
        <a:off x="0" y="4669564"/>
        <a:ext cx="4470400" cy="519750"/>
      </dsp:txXfrm>
    </dsp:sp>
    <dsp:sp modelId="{E378D72D-76F6-4ED4-9B7F-EB92AB2FF60B}">
      <dsp:nvSpPr>
        <dsp:cNvPr id="0" name=""/>
        <dsp:cNvSpPr/>
      </dsp:nvSpPr>
      <dsp:spPr>
        <a:xfrm>
          <a:off x="223520" y="4492445"/>
          <a:ext cx="3129280" cy="354240"/>
        </a:xfrm>
        <a:prstGeom prst="roundRect">
          <a:avLst/>
        </a:prstGeom>
        <a:solidFill>
          <a:schemeClr val="accent2">
            <a:hueOff val="3137943"/>
            <a:satOff val="-76471"/>
            <a:lumOff val="47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533400">
            <a:lnSpc>
              <a:spcPct val="90000"/>
            </a:lnSpc>
            <a:spcBef>
              <a:spcPct val="0"/>
            </a:spcBef>
            <a:spcAft>
              <a:spcPct val="35000"/>
            </a:spcAft>
            <a:buNone/>
          </a:pPr>
          <a:r>
            <a:rPr lang="en-US" altLang="en-US" sz="1200" kern="1200" dirty="0"/>
            <a:t>9. </a:t>
          </a:r>
          <a:r>
            <a:rPr lang="zh-CN" altLang="en-US" sz="1200" kern="1200" dirty="0"/>
            <a:t>课程总结和回顾</a:t>
          </a:r>
        </a:p>
      </dsp:txBody>
      <dsp:txXfrm>
        <a:off x="240813" y="4509738"/>
        <a:ext cx="3094694" cy="31965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1E9F1F-E4DF-43C2-8351-BB16DBEE3A92}">
      <dsp:nvSpPr>
        <dsp:cNvPr id="0" name=""/>
        <dsp:cNvSpPr/>
      </dsp:nvSpPr>
      <dsp:spPr>
        <a:xfrm>
          <a:off x="0" y="155974"/>
          <a:ext cx="4470400" cy="6142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08280" rIns="346953" bIns="71120" numCol="1" spcCol="1270" anchor="t" anchorCtr="0">
          <a:noAutofit/>
        </a:bodyPr>
        <a:lstStyle/>
        <a:p>
          <a:pPr marL="57150" lvl="1" indent="-57150" algn="l" defTabSz="444500">
            <a:lnSpc>
              <a:spcPct val="90000"/>
            </a:lnSpc>
            <a:spcBef>
              <a:spcPct val="0"/>
            </a:spcBef>
            <a:spcAft>
              <a:spcPct val="15000"/>
            </a:spcAft>
            <a:buChar char="•"/>
          </a:pPr>
          <a:r>
            <a:rPr lang="zh-CN" altLang="en-US" sz="1000" kern="1200" dirty="0"/>
            <a:t>项目管理的重要性</a:t>
          </a:r>
        </a:p>
        <a:p>
          <a:pPr marL="57150" lvl="1" indent="-57150" algn="l" defTabSz="444500">
            <a:lnSpc>
              <a:spcPct val="90000"/>
            </a:lnSpc>
            <a:spcBef>
              <a:spcPct val="0"/>
            </a:spcBef>
            <a:spcAft>
              <a:spcPct val="15000"/>
            </a:spcAft>
            <a:buChar char="•"/>
          </a:pPr>
          <a:r>
            <a:rPr lang="zh-CN" altLang="en-US" sz="1000" kern="1200" dirty="0"/>
            <a:t>课程目标</a:t>
          </a:r>
        </a:p>
      </dsp:txBody>
      <dsp:txXfrm>
        <a:off x="0" y="155974"/>
        <a:ext cx="4470400" cy="614250"/>
      </dsp:txXfrm>
    </dsp:sp>
    <dsp:sp modelId="{4BE67D07-2CEC-4DE8-AD5E-DDD7D322FC39}">
      <dsp:nvSpPr>
        <dsp:cNvPr id="0" name=""/>
        <dsp:cNvSpPr/>
      </dsp:nvSpPr>
      <dsp:spPr>
        <a:xfrm>
          <a:off x="223520" y="8374"/>
          <a:ext cx="3129280" cy="2952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444500">
            <a:lnSpc>
              <a:spcPct val="90000"/>
            </a:lnSpc>
            <a:spcBef>
              <a:spcPct val="0"/>
            </a:spcBef>
            <a:spcAft>
              <a:spcPct val="35000"/>
            </a:spcAft>
            <a:buNone/>
          </a:pPr>
          <a:r>
            <a:rPr lang="en-US" altLang="en-US" sz="1000" kern="1200" dirty="0"/>
            <a:t>1. </a:t>
          </a:r>
          <a:r>
            <a:rPr lang="zh-CN" altLang="en-US" sz="1000" kern="1200" dirty="0"/>
            <a:t>引言</a:t>
          </a:r>
        </a:p>
      </dsp:txBody>
      <dsp:txXfrm>
        <a:off x="237930" y="22784"/>
        <a:ext cx="3100460" cy="266380"/>
      </dsp:txXfrm>
    </dsp:sp>
    <dsp:sp modelId="{B899DC30-F1C2-42B2-A49E-40C00661E4B3}">
      <dsp:nvSpPr>
        <dsp:cNvPr id="0" name=""/>
        <dsp:cNvSpPr/>
      </dsp:nvSpPr>
      <dsp:spPr>
        <a:xfrm>
          <a:off x="0" y="971824"/>
          <a:ext cx="4470400" cy="7875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08280" rIns="346953" bIns="71120" numCol="1" spcCol="1270" anchor="t" anchorCtr="0">
          <a:noAutofit/>
        </a:bodyPr>
        <a:lstStyle/>
        <a:p>
          <a:pPr marL="57150" lvl="1" indent="-57150" algn="l" defTabSz="444500">
            <a:lnSpc>
              <a:spcPct val="90000"/>
            </a:lnSpc>
            <a:spcBef>
              <a:spcPct val="0"/>
            </a:spcBef>
            <a:spcAft>
              <a:spcPct val="15000"/>
            </a:spcAft>
            <a:buChar char="•"/>
          </a:pPr>
          <a:r>
            <a:rPr lang="zh-CN" altLang="en-US" sz="1000" kern="1200" dirty="0"/>
            <a:t>项目的定义与特点</a:t>
          </a:r>
        </a:p>
        <a:p>
          <a:pPr marL="57150" lvl="1" indent="-57150" algn="l" defTabSz="444500">
            <a:lnSpc>
              <a:spcPct val="90000"/>
            </a:lnSpc>
            <a:spcBef>
              <a:spcPct val="0"/>
            </a:spcBef>
            <a:spcAft>
              <a:spcPct val="15000"/>
            </a:spcAft>
            <a:buChar char="•"/>
          </a:pPr>
          <a:r>
            <a:rPr lang="zh-CN" altLang="en-US" sz="1000" kern="1200" dirty="0"/>
            <a:t>项目相关方的角色与影响</a:t>
          </a:r>
        </a:p>
        <a:p>
          <a:pPr marL="57150" lvl="1" indent="-57150" algn="l" defTabSz="444500">
            <a:lnSpc>
              <a:spcPct val="90000"/>
            </a:lnSpc>
            <a:spcBef>
              <a:spcPct val="0"/>
            </a:spcBef>
            <a:spcAft>
              <a:spcPct val="15000"/>
            </a:spcAft>
            <a:buChar char="•"/>
          </a:pPr>
          <a:r>
            <a:rPr lang="zh-CN" altLang="en-US" sz="1000" kern="1200" dirty="0"/>
            <a:t>项目三角形：范围、时间、成本</a:t>
          </a:r>
        </a:p>
      </dsp:txBody>
      <dsp:txXfrm>
        <a:off x="0" y="971824"/>
        <a:ext cx="4470400" cy="787500"/>
      </dsp:txXfrm>
    </dsp:sp>
    <dsp:sp modelId="{5FB0413C-35B7-4DCF-9F0C-E2FE058FDE6A}">
      <dsp:nvSpPr>
        <dsp:cNvPr id="0" name=""/>
        <dsp:cNvSpPr/>
      </dsp:nvSpPr>
      <dsp:spPr>
        <a:xfrm>
          <a:off x="223520" y="824224"/>
          <a:ext cx="3129280" cy="2952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444500">
            <a:lnSpc>
              <a:spcPct val="90000"/>
            </a:lnSpc>
            <a:spcBef>
              <a:spcPct val="0"/>
            </a:spcBef>
            <a:spcAft>
              <a:spcPct val="35000"/>
            </a:spcAft>
            <a:buNone/>
          </a:pPr>
          <a:r>
            <a:rPr lang="en-US" altLang="en-US" sz="1000" kern="1200" dirty="0"/>
            <a:t>2. </a:t>
          </a:r>
          <a:r>
            <a:rPr lang="zh-CN" altLang="en-US" sz="1000" kern="1200" dirty="0"/>
            <a:t>项目管理基本概念</a:t>
          </a:r>
        </a:p>
      </dsp:txBody>
      <dsp:txXfrm>
        <a:off x="237930" y="838634"/>
        <a:ext cx="3100460" cy="266380"/>
      </dsp:txXfrm>
    </dsp:sp>
    <dsp:sp modelId="{DA89A198-BD03-417D-B8D8-F7EFC21869EA}">
      <dsp:nvSpPr>
        <dsp:cNvPr id="0" name=""/>
        <dsp:cNvSpPr/>
      </dsp:nvSpPr>
      <dsp:spPr>
        <a:xfrm>
          <a:off x="0" y="1960924"/>
          <a:ext cx="4470400" cy="7875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08280" rIns="346953" bIns="71120" numCol="1" spcCol="1270" anchor="t" anchorCtr="0">
          <a:noAutofit/>
        </a:bodyPr>
        <a:lstStyle/>
        <a:p>
          <a:pPr marL="57150" lvl="1" indent="-57150" algn="l" defTabSz="444500">
            <a:lnSpc>
              <a:spcPct val="90000"/>
            </a:lnSpc>
            <a:spcBef>
              <a:spcPct val="0"/>
            </a:spcBef>
            <a:spcAft>
              <a:spcPct val="15000"/>
            </a:spcAft>
            <a:buChar char="•"/>
          </a:pPr>
          <a:r>
            <a:rPr lang="zh-CN" altLang="en-US" sz="1000" kern="1200" dirty="0"/>
            <a:t>项目管理知识体系概述</a:t>
          </a:r>
        </a:p>
        <a:p>
          <a:pPr marL="57150" lvl="1" indent="-57150" algn="l" defTabSz="444500">
            <a:lnSpc>
              <a:spcPct val="90000"/>
            </a:lnSpc>
            <a:spcBef>
              <a:spcPct val="0"/>
            </a:spcBef>
            <a:spcAft>
              <a:spcPct val="15000"/>
            </a:spcAft>
            <a:buChar char="•"/>
          </a:pPr>
          <a:r>
            <a:rPr lang="zh-CN" altLang="en-US" sz="1000" kern="1200" dirty="0"/>
            <a:t>项目管理流程的三个阶段：定义、计划、实施</a:t>
          </a:r>
        </a:p>
        <a:p>
          <a:pPr marL="57150" lvl="1" indent="-57150" algn="l" defTabSz="444500">
            <a:lnSpc>
              <a:spcPct val="90000"/>
            </a:lnSpc>
            <a:spcBef>
              <a:spcPct val="0"/>
            </a:spcBef>
            <a:spcAft>
              <a:spcPct val="15000"/>
            </a:spcAft>
            <a:buChar char="•"/>
          </a:pPr>
          <a:r>
            <a:rPr lang="zh-CN" altLang="en-US" sz="1000" kern="1200" dirty="0"/>
            <a:t>项目生命周期与方法论</a:t>
          </a:r>
        </a:p>
      </dsp:txBody>
      <dsp:txXfrm>
        <a:off x="0" y="1960924"/>
        <a:ext cx="4470400" cy="787500"/>
      </dsp:txXfrm>
    </dsp:sp>
    <dsp:sp modelId="{98AD5124-3CF6-49F7-AC15-58BB2ECB7519}">
      <dsp:nvSpPr>
        <dsp:cNvPr id="0" name=""/>
        <dsp:cNvSpPr/>
      </dsp:nvSpPr>
      <dsp:spPr>
        <a:xfrm>
          <a:off x="223520" y="1813324"/>
          <a:ext cx="3129280" cy="2952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444500">
            <a:lnSpc>
              <a:spcPct val="90000"/>
            </a:lnSpc>
            <a:spcBef>
              <a:spcPct val="0"/>
            </a:spcBef>
            <a:spcAft>
              <a:spcPct val="35000"/>
            </a:spcAft>
            <a:buNone/>
          </a:pPr>
          <a:r>
            <a:rPr lang="en-US" altLang="en-US" sz="1000" kern="1200" dirty="0"/>
            <a:t>3. </a:t>
          </a:r>
          <a:r>
            <a:rPr lang="zh-CN" altLang="en-US" sz="1000" kern="1200" dirty="0"/>
            <a:t>项目管理流程与结构</a:t>
          </a:r>
        </a:p>
      </dsp:txBody>
      <dsp:txXfrm>
        <a:off x="237930" y="1827734"/>
        <a:ext cx="3100460" cy="266380"/>
      </dsp:txXfrm>
    </dsp:sp>
    <dsp:sp modelId="{CC747699-772A-46CD-813C-CF194BD9B24B}">
      <dsp:nvSpPr>
        <dsp:cNvPr id="0" name=""/>
        <dsp:cNvSpPr/>
      </dsp:nvSpPr>
      <dsp:spPr>
        <a:xfrm>
          <a:off x="0" y="2950025"/>
          <a:ext cx="4470400" cy="7875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08280" rIns="346953" bIns="71120" numCol="1" spcCol="1270" anchor="t" anchorCtr="0">
          <a:noAutofit/>
        </a:bodyPr>
        <a:lstStyle/>
        <a:p>
          <a:pPr marL="57150" lvl="1" indent="-57150" algn="l" defTabSz="444500">
            <a:lnSpc>
              <a:spcPct val="90000"/>
            </a:lnSpc>
            <a:spcBef>
              <a:spcPct val="0"/>
            </a:spcBef>
            <a:spcAft>
              <a:spcPct val="15000"/>
            </a:spcAft>
            <a:buChar char="•"/>
          </a:pPr>
          <a:r>
            <a:rPr lang="zh-CN" altLang="en-US" sz="1000" kern="1200" dirty="0"/>
            <a:t>项目目标的</a:t>
          </a:r>
          <a:r>
            <a:rPr lang="en-US" altLang="en-US" sz="1000" kern="1200" dirty="0"/>
            <a:t>SMART</a:t>
          </a:r>
          <a:r>
            <a:rPr lang="zh-CN" altLang="en-US" sz="1000" kern="1200" dirty="0"/>
            <a:t>原则</a:t>
          </a:r>
        </a:p>
        <a:p>
          <a:pPr marL="57150" lvl="1" indent="-57150" algn="l" defTabSz="444500">
            <a:lnSpc>
              <a:spcPct val="90000"/>
            </a:lnSpc>
            <a:spcBef>
              <a:spcPct val="0"/>
            </a:spcBef>
            <a:spcAft>
              <a:spcPct val="15000"/>
            </a:spcAft>
            <a:buChar char="•"/>
          </a:pPr>
          <a:r>
            <a:rPr lang="zh-CN" altLang="en-US" sz="1000" kern="1200" dirty="0"/>
            <a:t>工作分解结构（</a:t>
          </a:r>
          <a:r>
            <a:rPr lang="en-US" altLang="en-US" sz="1000" kern="1200" dirty="0"/>
            <a:t>WBS</a:t>
          </a:r>
          <a:r>
            <a:rPr lang="zh-CN" altLang="en-US" sz="1000" kern="1200" dirty="0"/>
            <a:t>）的创建与验证</a:t>
          </a:r>
        </a:p>
        <a:p>
          <a:pPr marL="57150" lvl="1" indent="-57150" algn="l" defTabSz="444500">
            <a:lnSpc>
              <a:spcPct val="90000"/>
            </a:lnSpc>
            <a:spcBef>
              <a:spcPct val="0"/>
            </a:spcBef>
            <a:spcAft>
              <a:spcPct val="15000"/>
            </a:spcAft>
            <a:buChar char="•"/>
          </a:pPr>
          <a:r>
            <a:rPr lang="zh-CN" altLang="en-US" sz="1000" kern="1200" dirty="0"/>
            <a:t>子项目与复杂项目的管理</a:t>
          </a:r>
        </a:p>
      </dsp:txBody>
      <dsp:txXfrm>
        <a:off x="0" y="2950025"/>
        <a:ext cx="4470400" cy="787500"/>
      </dsp:txXfrm>
    </dsp:sp>
    <dsp:sp modelId="{32643C36-3F64-498C-8C0D-B7F3E31E4C1E}">
      <dsp:nvSpPr>
        <dsp:cNvPr id="0" name=""/>
        <dsp:cNvSpPr/>
      </dsp:nvSpPr>
      <dsp:spPr>
        <a:xfrm>
          <a:off x="223520" y="2802424"/>
          <a:ext cx="3129280" cy="2952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444500">
            <a:lnSpc>
              <a:spcPct val="90000"/>
            </a:lnSpc>
            <a:spcBef>
              <a:spcPct val="0"/>
            </a:spcBef>
            <a:spcAft>
              <a:spcPct val="35000"/>
            </a:spcAft>
            <a:buNone/>
          </a:pPr>
          <a:r>
            <a:rPr lang="en-US" altLang="en-US" sz="1000" kern="1200" dirty="0"/>
            <a:t>4. </a:t>
          </a:r>
          <a:r>
            <a:rPr lang="zh-CN" altLang="en-US" sz="1000" kern="1200" dirty="0"/>
            <a:t>启动阶段</a:t>
          </a:r>
        </a:p>
      </dsp:txBody>
      <dsp:txXfrm>
        <a:off x="237930" y="2816834"/>
        <a:ext cx="3100460" cy="266380"/>
      </dsp:txXfrm>
    </dsp:sp>
    <dsp:sp modelId="{398923F3-BF23-43A2-B30F-1E245ED93CBB}">
      <dsp:nvSpPr>
        <dsp:cNvPr id="0" name=""/>
        <dsp:cNvSpPr/>
      </dsp:nvSpPr>
      <dsp:spPr>
        <a:xfrm>
          <a:off x="0" y="3939125"/>
          <a:ext cx="4470400" cy="1323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08280" rIns="346953" bIns="71120" numCol="1" spcCol="1270" anchor="t" anchorCtr="0">
          <a:noAutofit/>
        </a:bodyPr>
        <a:lstStyle/>
        <a:p>
          <a:pPr marL="57150" lvl="1" indent="-57150" algn="l" defTabSz="444500">
            <a:lnSpc>
              <a:spcPct val="90000"/>
            </a:lnSpc>
            <a:spcBef>
              <a:spcPct val="0"/>
            </a:spcBef>
            <a:spcAft>
              <a:spcPct val="15000"/>
            </a:spcAft>
            <a:buChar char="•"/>
          </a:pPr>
          <a:r>
            <a:rPr lang="zh-CN" altLang="en-US" sz="1000" kern="1200" dirty="0"/>
            <a:t>项目目标与项目计划的制定</a:t>
          </a:r>
        </a:p>
        <a:p>
          <a:pPr marL="57150" lvl="1" indent="-57150" algn="l" defTabSz="444500">
            <a:lnSpc>
              <a:spcPct val="90000"/>
            </a:lnSpc>
            <a:spcBef>
              <a:spcPct val="0"/>
            </a:spcBef>
            <a:spcAft>
              <a:spcPct val="15000"/>
            </a:spcAft>
            <a:buChar char="•"/>
          </a:pPr>
          <a:r>
            <a:rPr lang="zh-CN" altLang="en-US" sz="1000" kern="1200" dirty="0"/>
            <a:t>资源计划与成本核算</a:t>
          </a:r>
        </a:p>
        <a:p>
          <a:pPr marL="57150" lvl="1" indent="-57150" algn="l" defTabSz="444500">
            <a:lnSpc>
              <a:spcPct val="90000"/>
            </a:lnSpc>
            <a:spcBef>
              <a:spcPct val="0"/>
            </a:spcBef>
            <a:spcAft>
              <a:spcPct val="15000"/>
            </a:spcAft>
            <a:buChar char="•"/>
          </a:pPr>
          <a:r>
            <a:rPr lang="zh-CN" altLang="en-US" sz="1000" kern="1200" dirty="0"/>
            <a:t>工作顺序与网络图的绘制</a:t>
          </a:r>
        </a:p>
        <a:p>
          <a:pPr marL="57150" lvl="1" indent="-57150" algn="l" defTabSz="444500">
            <a:lnSpc>
              <a:spcPct val="90000"/>
            </a:lnSpc>
            <a:spcBef>
              <a:spcPct val="0"/>
            </a:spcBef>
            <a:spcAft>
              <a:spcPct val="15000"/>
            </a:spcAft>
            <a:buChar char="•"/>
          </a:pPr>
          <a:r>
            <a:rPr lang="zh-CN" altLang="en-US" sz="1000" kern="1200" dirty="0"/>
            <a:t>关键路径的识别与分析</a:t>
          </a:r>
        </a:p>
        <a:p>
          <a:pPr marL="57150" lvl="1" indent="-57150" algn="l" defTabSz="444500">
            <a:lnSpc>
              <a:spcPct val="90000"/>
            </a:lnSpc>
            <a:spcBef>
              <a:spcPct val="0"/>
            </a:spcBef>
            <a:spcAft>
              <a:spcPct val="15000"/>
            </a:spcAft>
            <a:buChar char="•"/>
          </a:pPr>
          <a:r>
            <a:rPr lang="zh-CN" altLang="en-US" sz="1000" kern="1200" dirty="0"/>
            <a:t>风险管理计划的制定与实施</a:t>
          </a:r>
        </a:p>
        <a:p>
          <a:pPr marL="57150" lvl="1" indent="-57150" algn="l" defTabSz="444500">
            <a:lnSpc>
              <a:spcPct val="90000"/>
            </a:lnSpc>
            <a:spcBef>
              <a:spcPct val="0"/>
            </a:spcBef>
            <a:spcAft>
              <a:spcPct val="15000"/>
            </a:spcAft>
            <a:buChar char="•"/>
          </a:pPr>
          <a:r>
            <a:rPr lang="zh-CN" altLang="en-US" sz="1000" kern="1200" dirty="0"/>
            <a:t>机会管理与潜在机会的发掘</a:t>
          </a:r>
        </a:p>
      </dsp:txBody>
      <dsp:txXfrm>
        <a:off x="0" y="3939125"/>
        <a:ext cx="4470400" cy="1323000"/>
      </dsp:txXfrm>
    </dsp:sp>
    <dsp:sp modelId="{179E6E21-51F0-484A-874B-F439FDB7A343}">
      <dsp:nvSpPr>
        <dsp:cNvPr id="0" name=""/>
        <dsp:cNvSpPr/>
      </dsp:nvSpPr>
      <dsp:spPr>
        <a:xfrm>
          <a:off x="223520" y="3791525"/>
          <a:ext cx="3129280" cy="2952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444500">
            <a:lnSpc>
              <a:spcPct val="90000"/>
            </a:lnSpc>
            <a:spcBef>
              <a:spcPct val="0"/>
            </a:spcBef>
            <a:spcAft>
              <a:spcPct val="35000"/>
            </a:spcAft>
            <a:buNone/>
          </a:pPr>
          <a:r>
            <a:rPr lang="en-US" altLang="en-US" sz="1000" kern="1200" dirty="0"/>
            <a:t>5. </a:t>
          </a:r>
          <a:r>
            <a:rPr lang="zh-CN" altLang="en-US" sz="1000" kern="1200" dirty="0"/>
            <a:t>规划阶段</a:t>
          </a:r>
        </a:p>
      </dsp:txBody>
      <dsp:txXfrm>
        <a:off x="237930" y="3805935"/>
        <a:ext cx="3100460" cy="26638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BC6CD0-A147-4782-BCB8-4CDB5986F7C0}">
      <dsp:nvSpPr>
        <dsp:cNvPr id="0" name=""/>
        <dsp:cNvSpPr/>
      </dsp:nvSpPr>
      <dsp:spPr>
        <a:xfrm>
          <a:off x="0" y="258305"/>
          <a:ext cx="4470400" cy="13608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49936" rIns="346953" bIns="85344" numCol="1" spcCol="1270" anchor="t" anchorCtr="0">
          <a:noAutofit/>
        </a:bodyPr>
        <a:lstStyle/>
        <a:p>
          <a:pPr marL="114300" lvl="1" indent="-114300" algn="l" defTabSz="533400">
            <a:lnSpc>
              <a:spcPct val="90000"/>
            </a:lnSpc>
            <a:spcBef>
              <a:spcPct val="0"/>
            </a:spcBef>
            <a:spcAft>
              <a:spcPct val="15000"/>
            </a:spcAft>
            <a:buChar char="•"/>
          </a:pPr>
          <a:r>
            <a:rPr lang="zh-CN" altLang="en-US" sz="1200" kern="1200" dirty="0"/>
            <a:t>沟通的重要性与沟通计划</a:t>
          </a:r>
        </a:p>
        <a:p>
          <a:pPr marL="114300" lvl="1" indent="-114300" algn="l" defTabSz="533400">
            <a:lnSpc>
              <a:spcPct val="90000"/>
            </a:lnSpc>
            <a:spcBef>
              <a:spcPct val="0"/>
            </a:spcBef>
            <a:spcAft>
              <a:spcPct val="15000"/>
            </a:spcAft>
            <a:buChar char="•"/>
          </a:pPr>
          <a:r>
            <a:rPr lang="zh-CN" altLang="en-US" sz="1200" kern="1200" dirty="0"/>
            <a:t>沟通方式的选择与应用</a:t>
          </a:r>
        </a:p>
        <a:p>
          <a:pPr marL="114300" lvl="1" indent="-114300" algn="l" defTabSz="533400">
            <a:lnSpc>
              <a:spcPct val="90000"/>
            </a:lnSpc>
            <a:spcBef>
              <a:spcPct val="0"/>
            </a:spcBef>
            <a:spcAft>
              <a:spcPct val="15000"/>
            </a:spcAft>
            <a:buChar char="•"/>
          </a:pPr>
          <a:r>
            <a:rPr lang="zh-CN" altLang="en-US" sz="1200" kern="1200" dirty="0"/>
            <a:t>有效沟通的技巧与实践</a:t>
          </a:r>
        </a:p>
        <a:p>
          <a:pPr marL="114300" lvl="1" indent="-114300" algn="l" defTabSz="533400">
            <a:lnSpc>
              <a:spcPct val="90000"/>
            </a:lnSpc>
            <a:spcBef>
              <a:spcPct val="0"/>
            </a:spcBef>
            <a:spcAft>
              <a:spcPct val="15000"/>
            </a:spcAft>
            <a:buChar char="•"/>
          </a:pPr>
          <a:r>
            <a:rPr lang="zh-CN" altLang="en-US" sz="1200" kern="1200" dirty="0"/>
            <a:t>本质洞察、条理、同理心</a:t>
          </a:r>
        </a:p>
        <a:p>
          <a:pPr marL="114300" lvl="1" indent="-114300" algn="l" defTabSz="533400">
            <a:lnSpc>
              <a:spcPct val="90000"/>
            </a:lnSpc>
            <a:spcBef>
              <a:spcPct val="0"/>
            </a:spcBef>
            <a:spcAft>
              <a:spcPct val="15000"/>
            </a:spcAft>
            <a:buChar char="•"/>
          </a:pPr>
          <a:r>
            <a:rPr lang="zh-CN" altLang="en-US" sz="1200" kern="1200" dirty="0"/>
            <a:t>问题升级与解决策略</a:t>
          </a:r>
        </a:p>
      </dsp:txBody>
      <dsp:txXfrm>
        <a:off x="0" y="258305"/>
        <a:ext cx="4470400" cy="1360800"/>
      </dsp:txXfrm>
    </dsp:sp>
    <dsp:sp modelId="{3755F6E4-575A-4E6A-B574-B611E150BA63}">
      <dsp:nvSpPr>
        <dsp:cNvPr id="0" name=""/>
        <dsp:cNvSpPr/>
      </dsp:nvSpPr>
      <dsp:spPr>
        <a:xfrm>
          <a:off x="223520" y="81185"/>
          <a:ext cx="3129280" cy="35424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533400">
            <a:lnSpc>
              <a:spcPct val="90000"/>
            </a:lnSpc>
            <a:spcBef>
              <a:spcPct val="0"/>
            </a:spcBef>
            <a:spcAft>
              <a:spcPct val="35000"/>
            </a:spcAft>
            <a:buNone/>
          </a:pPr>
          <a:r>
            <a:rPr lang="en-US" altLang="en-US" sz="1200" kern="1200"/>
            <a:t>6. </a:t>
          </a:r>
          <a:r>
            <a:rPr lang="zh-CN" altLang="en-US" sz="1200" kern="1200"/>
            <a:t>沟通管理</a:t>
          </a:r>
          <a:endParaRPr lang="zh-CN" altLang="en-US" sz="1200" kern="1200" dirty="0"/>
        </a:p>
      </dsp:txBody>
      <dsp:txXfrm>
        <a:off x="240813" y="98478"/>
        <a:ext cx="3094694" cy="319654"/>
      </dsp:txXfrm>
    </dsp:sp>
    <dsp:sp modelId="{579DE521-CDAC-494F-A836-C13D0923D796}">
      <dsp:nvSpPr>
        <dsp:cNvPr id="0" name=""/>
        <dsp:cNvSpPr/>
      </dsp:nvSpPr>
      <dsp:spPr>
        <a:xfrm>
          <a:off x="0" y="1861025"/>
          <a:ext cx="4470400" cy="1587600"/>
        </a:xfrm>
        <a:prstGeom prst="rect">
          <a:avLst/>
        </a:prstGeom>
        <a:solidFill>
          <a:schemeClr val="lt1">
            <a:alpha val="90000"/>
            <a:hueOff val="0"/>
            <a:satOff val="0"/>
            <a:lumOff val="0"/>
            <a:alphaOff val="0"/>
          </a:schemeClr>
        </a:solidFill>
        <a:ln w="12700" cap="flat" cmpd="sng" algn="ctr">
          <a:solidFill>
            <a:schemeClr val="accent2">
              <a:hueOff val="1045981"/>
              <a:satOff val="-25490"/>
              <a:lumOff val="1594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49936" rIns="346953" bIns="85344" numCol="1" spcCol="1270" anchor="t" anchorCtr="0">
          <a:noAutofit/>
        </a:bodyPr>
        <a:lstStyle/>
        <a:p>
          <a:pPr marL="114300" lvl="1" indent="-114300" algn="l" defTabSz="533400">
            <a:lnSpc>
              <a:spcPct val="90000"/>
            </a:lnSpc>
            <a:spcBef>
              <a:spcPct val="0"/>
            </a:spcBef>
            <a:spcAft>
              <a:spcPct val="15000"/>
            </a:spcAft>
            <a:buChar char="•"/>
          </a:pPr>
          <a:r>
            <a:rPr lang="zh-CN" altLang="en-US" sz="1200" kern="1200" dirty="0"/>
            <a:t>团队建设与沟通管理</a:t>
          </a:r>
        </a:p>
        <a:p>
          <a:pPr marL="114300" lvl="1" indent="-114300" algn="l" defTabSz="533400">
            <a:lnSpc>
              <a:spcPct val="90000"/>
            </a:lnSpc>
            <a:spcBef>
              <a:spcPct val="0"/>
            </a:spcBef>
            <a:spcAft>
              <a:spcPct val="15000"/>
            </a:spcAft>
            <a:buChar char="•"/>
          </a:pPr>
          <a:r>
            <a:rPr lang="zh-CN" altLang="en-US" sz="1200" kern="1200" dirty="0"/>
            <a:t>项目启动会议的组织与执行</a:t>
          </a:r>
        </a:p>
        <a:p>
          <a:pPr marL="114300" lvl="1" indent="-114300" algn="l" defTabSz="533400">
            <a:lnSpc>
              <a:spcPct val="90000"/>
            </a:lnSpc>
            <a:spcBef>
              <a:spcPct val="0"/>
            </a:spcBef>
            <a:spcAft>
              <a:spcPct val="15000"/>
            </a:spcAft>
            <a:buChar char="•"/>
          </a:pPr>
          <a:r>
            <a:rPr lang="zh-CN" altLang="en-US" sz="1200" kern="1200" dirty="0"/>
            <a:t>变更管理的原则与实践</a:t>
          </a:r>
        </a:p>
        <a:p>
          <a:pPr marL="114300" lvl="1" indent="-114300" algn="l" defTabSz="533400">
            <a:lnSpc>
              <a:spcPct val="90000"/>
            </a:lnSpc>
            <a:spcBef>
              <a:spcPct val="0"/>
            </a:spcBef>
            <a:spcAft>
              <a:spcPct val="15000"/>
            </a:spcAft>
            <a:buChar char="•"/>
          </a:pPr>
          <a:r>
            <a:rPr lang="zh-CN" altLang="en-US" sz="1200" kern="1200" dirty="0"/>
            <a:t>监督与控制项目进度</a:t>
          </a:r>
        </a:p>
        <a:p>
          <a:pPr marL="114300" lvl="1" indent="-114300" algn="l" defTabSz="533400">
            <a:lnSpc>
              <a:spcPct val="90000"/>
            </a:lnSpc>
            <a:spcBef>
              <a:spcPct val="0"/>
            </a:spcBef>
            <a:spcAft>
              <a:spcPct val="15000"/>
            </a:spcAft>
            <a:buChar char="•"/>
          </a:pPr>
          <a:r>
            <a:rPr lang="zh-CN" altLang="en-US" sz="1200" kern="1200" dirty="0"/>
            <a:t>里程碑的设定与检查</a:t>
          </a:r>
        </a:p>
        <a:p>
          <a:pPr marL="114300" lvl="1" indent="-114300" algn="l" defTabSz="533400">
            <a:lnSpc>
              <a:spcPct val="90000"/>
            </a:lnSpc>
            <a:spcBef>
              <a:spcPct val="0"/>
            </a:spcBef>
            <a:spcAft>
              <a:spcPct val="15000"/>
            </a:spcAft>
            <a:buChar char="•"/>
          </a:pPr>
          <a:r>
            <a:rPr lang="zh-CN" altLang="en-US" sz="1200" kern="1200" dirty="0"/>
            <a:t>完工总结与经验教训的记录</a:t>
          </a:r>
        </a:p>
      </dsp:txBody>
      <dsp:txXfrm>
        <a:off x="0" y="1861025"/>
        <a:ext cx="4470400" cy="1587600"/>
      </dsp:txXfrm>
    </dsp:sp>
    <dsp:sp modelId="{605119A1-B43A-4A3A-B298-598B5EFBE53C}">
      <dsp:nvSpPr>
        <dsp:cNvPr id="0" name=""/>
        <dsp:cNvSpPr/>
      </dsp:nvSpPr>
      <dsp:spPr>
        <a:xfrm>
          <a:off x="223520" y="1683905"/>
          <a:ext cx="3129280" cy="354240"/>
        </a:xfrm>
        <a:prstGeom prst="roundRect">
          <a:avLst/>
        </a:prstGeom>
        <a:solidFill>
          <a:schemeClr val="accent2">
            <a:hueOff val="1045981"/>
            <a:satOff val="-25490"/>
            <a:lumOff val="1594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533400">
            <a:lnSpc>
              <a:spcPct val="90000"/>
            </a:lnSpc>
            <a:spcBef>
              <a:spcPct val="0"/>
            </a:spcBef>
            <a:spcAft>
              <a:spcPct val="35000"/>
            </a:spcAft>
            <a:buNone/>
          </a:pPr>
          <a:r>
            <a:rPr lang="en-US" altLang="en-US" sz="1200" kern="1200" dirty="0"/>
            <a:t>7. </a:t>
          </a:r>
          <a:r>
            <a:rPr lang="zh-CN" altLang="en-US" sz="1200" kern="1200" dirty="0"/>
            <a:t>执行阶段</a:t>
          </a:r>
        </a:p>
      </dsp:txBody>
      <dsp:txXfrm>
        <a:off x="240813" y="1701198"/>
        <a:ext cx="3094694" cy="319654"/>
      </dsp:txXfrm>
    </dsp:sp>
    <dsp:sp modelId="{341EA21B-31DE-4F5A-A7F7-7EB331A336F0}">
      <dsp:nvSpPr>
        <dsp:cNvPr id="0" name=""/>
        <dsp:cNvSpPr/>
      </dsp:nvSpPr>
      <dsp:spPr>
        <a:xfrm>
          <a:off x="0" y="3690545"/>
          <a:ext cx="4470400" cy="737100"/>
        </a:xfrm>
        <a:prstGeom prst="rect">
          <a:avLst/>
        </a:prstGeom>
        <a:solidFill>
          <a:schemeClr val="lt1">
            <a:alpha val="90000"/>
            <a:hueOff val="0"/>
            <a:satOff val="0"/>
            <a:lumOff val="0"/>
            <a:alphaOff val="0"/>
          </a:schemeClr>
        </a:solidFill>
        <a:ln w="12700" cap="flat" cmpd="sng" algn="ctr">
          <a:solidFill>
            <a:schemeClr val="accent2">
              <a:hueOff val="2091962"/>
              <a:satOff val="-50981"/>
              <a:lumOff val="3189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49936" rIns="346953" bIns="85344" numCol="1" spcCol="1270" anchor="t" anchorCtr="0">
          <a:noAutofit/>
        </a:bodyPr>
        <a:lstStyle/>
        <a:p>
          <a:pPr marL="114300" lvl="1" indent="-114300" algn="l" defTabSz="533400">
            <a:lnSpc>
              <a:spcPct val="90000"/>
            </a:lnSpc>
            <a:spcBef>
              <a:spcPct val="0"/>
            </a:spcBef>
            <a:spcAft>
              <a:spcPct val="15000"/>
            </a:spcAft>
            <a:buChar char="•"/>
          </a:pPr>
          <a:r>
            <a:rPr lang="zh-CN" altLang="en-US" sz="1200" kern="1200" dirty="0"/>
            <a:t>分析案例中项目管理的成功与失败因素</a:t>
          </a:r>
        </a:p>
        <a:p>
          <a:pPr marL="114300" lvl="1" indent="-114300" algn="l" defTabSz="533400">
            <a:lnSpc>
              <a:spcPct val="90000"/>
            </a:lnSpc>
            <a:spcBef>
              <a:spcPct val="0"/>
            </a:spcBef>
            <a:spcAft>
              <a:spcPct val="15000"/>
            </a:spcAft>
            <a:buChar char="•"/>
          </a:pPr>
          <a:r>
            <a:rPr lang="zh-CN" altLang="en-US" sz="1200" kern="1200" dirty="0"/>
            <a:t>讨论案例中的实践要点与改进措施</a:t>
          </a:r>
        </a:p>
      </dsp:txBody>
      <dsp:txXfrm>
        <a:off x="0" y="3690545"/>
        <a:ext cx="4470400" cy="737100"/>
      </dsp:txXfrm>
    </dsp:sp>
    <dsp:sp modelId="{4EC0B9D3-4419-4231-95EF-62D2DAFB47A8}">
      <dsp:nvSpPr>
        <dsp:cNvPr id="0" name=""/>
        <dsp:cNvSpPr/>
      </dsp:nvSpPr>
      <dsp:spPr>
        <a:xfrm>
          <a:off x="223520" y="3513425"/>
          <a:ext cx="3129280" cy="354240"/>
        </a:xfrm>
        <a:prstGeom prst="roundRect">
          <a:avLst/>
        </a:prstGeom>
        <a:solidFill>
          <a:schemeClr val="accent2">
            <a:hueOff val="2091962"/>
            <a:satOff val="-50981"/>
            <a:lumOff val="3189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533400">
            <a:lnSpc>
              <a:spcPct val="90000"/>
            </a:lnSpc>
            <a:spcBef>
              <a:spcPct val="0"/>
            </a:spcBef>
            <a:spcAft>
              <a:spcPct val="35000"/>
            </a:spcAft>
            <a:buNone/>
          </a:pPr>
          <a:r>
            <a:rPr lang="en-US" altLang="en-US" sz="1200" kern="1200" dirty="0"/>
            <a:t>8. </a:t>
          </a:r>
          <a:r>
            <a:rPr lang="zh-CN" altLang="en-US" sz="1200" kern="1200" dirty="0"/>
            <a:t>案例分析与实践</a:t>
          </a:r>
        </a:p>
      </dsp:txBody>
      <dsp:txXfrm>
        <a:off x="240813" y="3530718"/>
        <a:ext cx="3094694" cy="319654"/>
      </dsp:txXfrm>
    </dsp:sp>
    <dsp:sp modelId="{86E57550-5DE8-4847-BA58-EDD619B520F9}">
      <dsp:nvSpPr>
        <dsp:cNvPr id="0" name=""/>
        <dsp:cNvSpPr/>
      </dsp:nvSpPr>
      <dsp:spPr>
        <a:xfrm>
          <a:off x="0" y="4669564"/>
          <a:ext cx="4470400" cy="519750"/>
        </a:xfrm>
        <a:prstGeom prst="rect">
          <a:avLst/>
        </a:prstGeom>
        <a:solidFill>
          <a:schemeClr val="lt1">
            <a:alpha val="90000"/>
            <a:hueOff val="0"/>
            <a:satOff val="0"/>
            <a:lumOff val="0"/>
            <a:alphaOff val="0"/>
          </a:schemeClr>
        </a:solidFill>
        <a:ln w="12700" cap="flat" cmpd="sng" algn="ctr">
          <a:solidFill>
            <a:schemeClr val="accent2">
              <a:hueOff val="3137943"/>
              <a:satOff val="-76471"/>
              <a:lumOff val="4784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49936" rIns="346953" bIns="85344" numCol="1" spcCol="1270" anchor="t" anchorCtr="0">
          <a:noAutofit/>
        </a:bodyPr>
        <a:lstStyle/>
        <a:p>
          <a:pPr marL="114300" lvl="1" indent="-114300" algn="l" defTabSz="533400">
            <a:lnSpc>
              <a:spcPct val="90000"/>
            </a:lnSpc>
            <a:spcBef>
              <a:spcPct val="0"/>
            </a:spcBef>
            <a:spcAft>
              <a:spcPct val="15000"/>
            </a:spcAft>
            <a:buChar char="•"/>
          </a:pPr>
          <a:r>
            <a:rPr lang="zh-CN" altLang="en-US" sz="1200" kern="1200" dirty="0"/>
            <a:t>回顾课程要点</a:t>
          </a:r>
        </a:p>
      </dsp:txBody>
      <dsp:txXfrm>
        <a:off x="0" y="4669564"/>
        <a:ext cx="4470400" cy="519750"/>
      </dsp:txXfrm>
    </dsp:sp>
    <dsp:sp modelId="{7B4488D4-43A5-43BC-819B-24270985E534}">
      <dsp:nvSpPr>
        <dsp:cNvPr id="0" name=""/>
        <dsp:cNvSpPr/>
      </dsp:nvSpPr>
      <dsp:spPr>
        <a:xfrm>
          <a:off x="223520" y="4492445"/>
          <a:ext cx="3129280" cy="354240"/>
        </a:xfrm>
        <a:prstGeom prst="roundRect">
          <a:avLst/>
        </a:prstGeom>
        <a:solidFill>
          <a:schemeClr val="accent2">
            <a:hueOff val="3137943"/>
            <a:satOff val="-76471"/>
            <a:lumOff val="47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533400">
            <a:lnSpc>
              <a:spcPct val="90000"/>
            </a:lnSpc>
            <a:spcBef>
              <a:spcPct val="0"/>
            </a:spcBef>
            <a:spcAft>
              <a:spcPct val="35000"/>
            </a:spcAft>
            <a:buNone/>
          </a:pPr>
          <a:r>
            <a:rPr lang="en-US" altLang="en-US" sz="1200" kern="1200" dirty="0"/>
            <a:t>9. </a:t>
          </a:r>
          <a:r>
            <a:rPr lang="zh-CN" altLang="en-US" sz="1200" kern="1200" dirty="0"/>
            <a:t>课程总结和回顾</a:t>
          </a:r>
        </a:p>
      </dsp:txBody>
      <dsp:txXfrm>
        <a:off x="240813" y="4509738"/>
        <a:ext cx="3094694" cy="31965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1E9F1F-E4DF-43C2-8351-BB16DBEE3A92}">
      <dsp:nvSpPr>
        <dsp:cNvPr id="0" name=""/>
        <dsp:cNvSpPr/>
      </dsp:nvSpPr>
      <dsp:spPr>
        <a:xfrm>
          <a:off x="0" y="155974"/>
          <a:ext cx="4470400" cy="6142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08280" rIns="346953" bIns="71120" numCol="1" spcCol="1270" anchor="t" anchorCtr="0">
          <a:noAutofit/>
        </a:bodyPr>
        <a:lstStyle/>
        <a:p>
          <a:pPr marL="57150" lvl="1" indent="-57150" algn="l" defTabSz="444500">
            <a:lnSpc>
              <a:spcPct val="90000"/>
            </a:lnSpc>
            <a:spcBef>
              <a:spcPct val="0"/>
            </a:spcBef>
            <a:spcAft>
              <a:spcPct val="15000"/>
            </a:spcAft>
            <a:buChar char="•"/>
          </a:pPr>
          <a:r>
            <a:rPr lang="zh-CN" altLang="en-US" sz="1000" kern="1200" dirty="0"/>
            <a:t>项目管理的重要性</a:t>
          </a:r>
        </a:p>
        <a:p>
          <a:pPr marL="57150" lvl="1" indent="-57150" algn="l" defTabSz="444500">
            <a:lnSpc>
              <a:spcPct val="90000"/>
            </a:lnSpc>
            <a:spcBef>
              <a:spcPct val="0"/>
            </a:spcBef>
            <a:spcAft>
              <a:spcPct val="15000"/>
            </a:spcAft>
            <a:buChar char="•"/>
          </a:pPr>
          <a:r>
            <a:rPr lang="zh-CN" altLang="en-US" sz="1000" kern="1200" dirty="0"/>
            <a:t>课程目标</a:t>
          </a:r>
        </a:p>
      </dsp:txBody>
      <dsp:txXfrm>
        <a:off x="0" y="155974"/>
        <a:ext cx="4470400" cy="614250"/>
      </dsp:txXfrm>
    </dsp:sp>
    <dsp:sp modelId="{4BE67D07-2CEC-4DE8-AD5E-DDD7D322FC39}">
      <dsp:nvSpPr>
        <dsp:cNvPr id="0" name=""/>
        <dsp:cNvSpPr/>
      </dsp:nvSpPr>
      <dsp:spPr>
        <a:xfrm>
          <a:off x="223520" y="8374"/>
          <a:ext cx="3129280" cy="2952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444500">
            <a:lnSpc>
              <a:spcPct val="90000"/>
            </a:lnSpc>
            <a:spcBef>
              <a:spcPct val="0"/>
            </a:spcBef>
            <a:spcAft>
              <a:spcPct val="35000"/>
            </a:spcAft>
            <a:buNone/>
          </a:pPr>
          <a:r>
            <a:rPr lang="en-US" altLang="en-US" sz="1000" kern="1200" dirty="0"/>
            <a:t>1. </a:t>
          </a:r>
          <a:r>
            <a:rPr lang="zh-CN" altLang="en-US" sz="1000" kern="1200" dirty="0"/>
            <a:t>引言</a:t>
          </a:r>
        </a:p>
      </dsp:txBody>
      <dsp:txXfrm>
        <a:off x="237930" y="22784"/>
        <a:ext cx="3100460" cy="266380"/>
      </dsp:txXfrm>
    </dsp:sp>
    <dsp:sp modelId="{B899DC30-F1C2-42B2-A49E-40C00661E4B3}">
      <dsp:nvSpPr>
        <dsp:cNvPr id="0" name=""/>
        <dsp:cNvSpPr/>
      </dsp:nvSpPr>
      <dsp:spPr>
        <a:xfrm>
          <a:off x="0" y="971824"/>
          <a:ext cx="4470400" cy="7875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08280" rIns="346953" bIns="71120" numCol="1" spcCol="1270" anchor="t" anchorCtr="0">
          <a:noAutofit/>
        </a:bodyPr>
        <a:lstStyle/>
        <a:p>
          <a:pPr marL="57150" lvl="1" indent="-57150" algn="l" defTabSz="444500">
            <a:lnSpc>
              <a:spcPct val="90000"/>
            </a:lnSpc>
            <a:spcBef>
              <a:spcPct val="0"/>
            </a:spcBef>
            <a:spcAft>
              <a:spcPct val="15000"/>
            </a:spcAft>
            <a:buChar char="•"/>
          </a:pPr>
          <a:r>
            <a:rPr lang="zh-CN" altLang="en-US" sz="1000" kern="1200" dirty="0"/>
            <a:t>项目的定义与特点</a:t>
          </a:r>
        </a:p>
        <a:p>
          <a:pPr marL="57150" lvl="1" indent="-57150" algn="l" defTabSz="444500">
            <a:lnSpc>
              <a:spcPct val="90000"/>
            </a:lnSpc>
            <a:spcBef>
              <a:spcPct val="0"/>
            </a:spcBef>
            <a:spcAft>
              <a:spcPct val="15000"/>
            </a:spcAft>
            <a:buChar char="•"/>
          </a:pPr>
          <a:r>
            <a:rPr lang="zh-CN" altLang="en-US" sz="1000" kern="1200" dirty="0"/>
            <a:t>项目相关方的角色与影响</a:t>
          </a:r>
        </a:p>
        <a:p>
          <a:pPr marL="57150" lvl="1" indent="-57150" algn="l" defTabSz="444500">
            <a:lnSpc>
              <a:spcPct val="90000"/>
            </a:lnSpc>
            <a:spcBef>
              <a:spcPct val="0"/>
            </a:spcBef>
            <a:spcAft>
              <a:spcPct val="15000"/>
            </a:spcAft>
            <a:buChar char="•"/>
          </a:pPr>
          <a:r>
            <a:rPr lang="zh-CN" altLang="en-US" sz="1000" kern="1200" dirty="0"/>
            <a:t>项目三角形：范围、时间、成本</a:t>
          </a:r>
        </a:p>
      </dsp:txBody>
      <dsp:txXfrm>
        <a:off x="0" y="971824"/>
        <a:ext cx="4470400" cy="787500"/>
      </dsp:txXfrm>
    </dsp:sp>
    <dsp:sp modelId="{5FB0413C-35B7-4DCF-9F0C-E2FE058FDE6A}">
      <dsp:nvSpPr>
        <dsp:cNvPr id="0" name=""/>
        <dsp:cNvSpPr/>
      </dsp:nvSpPr>
      <dsp:spPr>
        <a:xfrm>
          <a:off x="223520" y="824224"/>
          <a:ext cx="3129280" cy="2952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444500">
            <a:lnSpc>
              <a:spcPct val="90000"/>
            </a:lnSpc>
            <a:spcBef>
              <a:spcPct val="0"/>
            </a:spcBef>
            <a:spcAft>
              <a:spcPct val="35000"/>
            </a:spcAft>
            <a:buNone/>
          </a:pPr>
          <a:r>
            <a:rPr lang="en-US" altLang="en-US" sz="1000" kern="1200" dirty="0"/>
            <a:t>2. </a:t>
          </a:r>
          <a:r>
            <a:rPr lang="zh-CN" altLang="en-US" sz="1000" kern="1200" dirty="0"/>
            <a:t>项目管理基本概念</a:t>
          </a:r>
        </a:p>
      </dsp:txBody>
      <dsp:txXfrm>
        <a:off x="237930" y="838634"/>
        <a:ext cx="3100460" cy="266380"/>
      </dsp:txXfrm>
    </dsp:sp>
    <dsp:sp modelId="{DA89A198-BD03-417D-B8D8-F7EFC21869EA}">
      <dsp:nvSpPr>
        <dsp:cNvPr id="0" name=""/>
        <dsp:cNvSpPr/>
      </dsp:nvSpPr>
      <dsp:spPr>
        <a:xfrm>
          <a:off x="0" y="1960924"/>
          <a:ext cx="4470400" cy="7875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08280" rIns="346953" bIns="71120" numCol="1" spcCol="1270" anchor="t" anchorCtr="0">
          <a:noAutofit/>
        </a:bodyPr>
        <a:lstStyle/>
        <a:p>
          <a:pPr marL="57150" lvl="1" indent="-57150" algn="l" defTabSz="444500">
            <a:lnSpc>
              <a:spcPct val="90000"/>
            </a:lnSpc>
            <a:spcBef>
              <a:spcPct val="0"/>
            </a:spcBef>
            <a:spcAft>
              <a:spcPct val="15000"/>
            </a:spcAft>
            <a:buChar char="•"/>
          </a:pPr>
          <a:r>
            <a:rPr lang="zh-CN" altLang="en-US" sz="1000" kern="1200" dirty="0"/>
            <a:t>项目管理知识体系概述</a:t>
          </a:r>
        </a:p>
        <a:p>
          <a:pPr marL="57150" lvl="1" indent="-57150" algn="l" defTabSz="444500">
            <a:lnSpc>
              <a:spcPct val="90000"/>
            </a:lnSpc>
            <a:spcBef>
              <a:spcPct val="0"/>
            </a:spcBef>
            <a:spcAft>
              <a:spcPct val="15000"/>
            </a:spcAft>
            <a:buChar char="•"/>
          </a:pPr>
          <a:r>
            <a:rPr lang="zh-CN" altLang="en-US" sz="1000" kern="1200" dirty="0"/>
            <a:t>项目管理流程的三个阶段：定义、计划、实施</a:t>
          </a:r>
        </a:p>
        <a:p>
          <a:pPr marL="57150" lvl="1" indent="-57150" algn="l" defTabSz="444500">
            <a:lnSpc>
              <a:spcPct val="90000"/>
            </a:lnSpc>
            <a:spcBef>
              <a:spcPct val="0"/>
            </a:spcBef>
            <a:spcAft>
              <a:spcPct val="15000"/>
            </a:spcAft>
            <a:buChar char="•"/>
          </a:pPr>
          <a:r>
            <a:rPr lang="zh-CN" altLang="en-US" sz="1000" kern="1200" dirty="0"/>
            <a:t>项目生命周期与方法论</a:t>
          </a:r>
        </a:p>
      </dsp:txBody>
      <dsp:txXfrm>
        <a:off x="0" y="1960924"/>
        <a:ext cx="4470400" cy="787500"/>
      </dsp:txXfrm>
    </dsp:sp>
    <dsp:sp modelId="{98AD5124-3CF6-49F7-AC15-58BB2ECB7519}">
      <dsp:nvSpPr>
        <dsp:cNvPr id="0" name=""/>
        <dsp:cNvSpPr/>
      </dsp:nvSpPr>
      <dsp:spPr>
        <a:xfrm>
          <a:off x="223520" y="1813324"/>
          <a:ext cx="3129280" cy="2952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444500">
            <a:lnSpc>
              <a:spcPct val="90000"/>
            </a:lnSpc>
            <a:spcBef>
              <a:spcPct val="0"/>
            </a:spcBef>
            <a:spcAft>
              <a:spcPct val="35000"/>
            </a:spcAft>
            <a:buNone/>
          </a:pPr>
          <a:r>
            <a:rPr lang="en-US" altLang="en-US" sz="1000" kern="1200" dirty="0"/>
            <a:t>3. </a:t>
          </a:r>
          <a:r>
            <a:rPr lang="zh-CN" altLang="en-US" sz="1000" kern="1200" dirty="0"/>
            <a:t>项目管理流程与结构</a:t>
          </a:r>
        </a:p>
      </dsp:txBody>
      <dsp:txXfrm>
        <a:off x="237930" y="1827734"/>
        <a:ext cx="3100460" cy="266380"/>
      </dsp:txXfrm>
    </dsp:sp>
    <dsp:sp modelId="{CC747699-772A-46CD-813C-CF194BD9B24B}">
      <dsp:nvSpPr>
        <dsp:cNvPr id="0" name=""/>
        <dsp:cNvSpPr/>
      </dsp:nvSpPr>
      <dsp:spPr>
        <a:xfrm>
          <a:off x="0" y="2950025"/>
          <a:ext cx="4470400" cy="7875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08280" rIns="346953" bIns="71120" numCol="1" spcCol="1270" anchor="t" anchorCtr="0">
          <a:noAutofit/>
        </a:bodyPr>
        <a:lstStyle/>
        <a:p>
          <a:pPr marL="57150" lvl="1" indent="-57150" algn="l" defTabSz="444500">
            <a:lnSpc>
              <a:spcPct val="90000"/>
            </a:lnSpc>
            <a:spcBef>
              <a:spcPct val="0"/>
            </a:spcBef>
            <a:spcAft>
              <a:spcPct val="15000"/>
            </a:spcAft>
            <a:buChar char="•"/>
          </a:pPr>
          <a:r>
            <a:rPr lang="zh-CN" altLang="en-US" sz="1000" kern="1200" dirty="0"/>
            <a:t>项目目标的</a:t>
          </a:r>
          <a:r>
            <a:rPr lang="en-US" altLang="en-US" sz="1000" kern="1200" dirty="0"/>
            <a:t>SMART</a:t>
          </a:r>
          <a:r>
            <a:rPr lang="zh-CN" altLang="en-US" sz="1000" kern="1200" dirty="0"/>
            <a:t>原则</a:t>
          </a:r>
        </a:p>
        <a:p>
          <a:pPr marL="57150" lvl="1" indent="-57150" algn="l" defTabSz="444500">
            <a:lnSpc>
              <a:spcPct val="90000"/>
            </a:lnSpc>
            <a:spcBef>
              <a:spcPct val="0"/>
            </a:spcBef>
            <a:spcAft>
              <a:spcPct val="15000"/>
            </a:spcAft>
            <a:buChar char="•"/>
          </a:pPr>
          <a:r>
            <a:rPr lang="zh-CN" altLang="en-US" sz="1000" kern="1200" dirty="0"/>
            <a:t>工作分解结构（</a:t>
          </a:r>
          <a:r>
            <a:rPr lang="en-US" altLang="en-US" sz="1000" kern="1200" dirty="0"/>
            <a:t>WBS</a:t>
          </a:r>
          <a:r>
            <a:rPr lang="zh-CN" altLang="en-US" sz="1000" kern="1200" dirty="0"/>
            <a:t>）的创建与验证</a:t>
          </a:r>
        </a:p>
        <a:p>
          <a:pPr marL="57150" lvl="1" indent="-57150" algn="l" defTabSz="444500">
            <a:lnSpc>
              <a:spcPct val="90000"/>
            </a:lnSpc>
            <a:spcBef>
              <a:spcPct val="0"/>
            </a:spcBef>
            <a:spcAft>
              <a:spcPct val="15000"/>
            </a:spcAft>
            <a:buChar char="•"/>
          </a:pPr>
          <a:r>
            <a:rPr lang="zh-CN" altLang="en-US" sz="1000" kern="1200" dirty="0"/>
            <a:t>子项目与复杂项目的管理</a:t>
          </a:r>
        </a:p>
      </dsp:txBody>
      <dsp:txXfrm>
        <a:off x="0" y="2950025"/>
        <a:ext cx="4470400" cy="787500"/>
      </dsp:txXfrm>
    </dsp:sp>
    <dsp:sp modelId="{32643C36-3F64-498C-8C0D-B7F3E31E4C1E}">
      <dsp:nvSpPr>
        <dsp:cNvPr id="0" name=""/>
        <dsp:cNvSpPr/>
      </dsp:nvSpPr>
      <dsp:spPr>
        <a:xfrm>
          <a:off x="223520" y="2802424"/>
          <a:ext cx="3129280" cy="2952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444500">
            <a:lnSpc>
              <a:spcPct val="90000"/>
            </a:lnSpc>
            <a:spcBef>
              <a:spcPct val="0"/>
            </a:spcBef>
            <a:spcAft>
              <a:spcPct val="35000"/>
            </a:spcAft>
            <a:buNone/>
          </a:pPr>
          <a:r>
            <a:rPr lang="en-US" altLang="en-US" sz="1000" kern="1200" dirty="0"/>
            <a:t>4. </a:t>
          </a:r>
          <a:r>
            <a:rPr lang="zh-CN" altLang="en-US" sz="1000" kern="1200" dirty="0"/>
            <a:t>启动阶段</a:t>
          </a:r>
        </a:p>
      </dsp:txBody>
      <dsp:txXfrm>
        <a:off x="237930" y="2816834"/>
        <a:ext cx="3100460" cy="266380"/>
      </dsp:txXfrm>
    </dsp:sp>
    <dsp:sp modelId="{398923F3-BF23-43A2-B30F-1E245ED93CBB}">
      <dsp:nvSpPr>
        <dsp:cNvPr id="0" name=""/>
        <dsp:cNvSpPr/>
      </dsp:nvSpPr>
      <dsp:spPr>
        <a:xfrm>
          <a:off x="0" y="3939125"/>
          <a:ext cx="4470400" cy="1323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08280" rIns="346953" bIns="71120" numCol="1" spcCol="1270" anchor="t" anchorCtr="0">
          <a:noAutofit/>
        </a:bodyPr>
        <a:lstStyle/>
        <a:p>
          <a:pPr marL="57150" lvl="1" indent="-57150" algn="l" defTabSz="444500">
            <a:lnSpc>
              <a:spcPct val="90000"/>
            </a:lnSpc>
            <a:spcBef>
              <a:spcPct val="0"/>
            </a:spcBef>
            <a:spcAft>
              <a:spcPct val="15000"/>
            </a:spcAft>
            <a:buChar char="•"/>
          </a:pPr>
          <a:r>
            <a:rPr lang="zh-CN" altLang="en-US" sz="1000" kern="1200" dirty="0"/>
            <a:t>项目目标与项目计划的制定</a:t>
          </a:r>
        </a:p>
        <a:p>
          <a:pPr marL="57150" lvl="1" indent="-57150" algn="l" defTabSz="444500">
            <a:lnSpc>
              <a:spcPct val="90000"/>
            </a:lnSpc>
            <a:spcBef>
              <a:spcPct val="0"/>
            </a:spcBef>
            <a:spcAft>
              <a:spcPct val="15000"/>
            </a:spcAft>
            <a:buChar char="•"/>
          </a:pPr>
          <a:r>
            <a:rPr lang="zh-CN" altLang="en-US" sz="1000" kern="1200" dirty="0"/>
            <a:t>资源计划与成本核算</a:t>
          </a:r>
        </a:p>
        <a:p>
          <a:pPr marL="57150" lvl="1" indent="-57150" algn="l" defTabSz="444500">
            <a:lnSpc>
              <a:spcPct val="90000"/>
            </a:lnSpc>
            <a:spcBef>
              <a:spcPct val="0"/>
            </a:spcBef>
            <a:spcAft>
              <a:spcPct val="15000"/>
            </a:spcAft>
            <a:buChar char="•"/>
          </a:pPr>
          <a:r>
            <a:rPr lang="zh-CN" altLang="en-US" sz="1000" kern="1200" dirty="0"/>
            <a:t>工作顺序与网络图的绘制</a:t>
          </a:r>
        </a:p>
        <a:p>
          <a:pPr marL="57150" lvl="1" indent="-57150" algn="l" defTabSz="444500">
            <a:lnSpc>
              <a:spcPct val="90000"/>
            </a:lnSpc>
            <a:spcBef>
              <a:spcPct val="0"/>
            </a:spcBef>
            <a:spcAft>
              <a:spcPct val="15000"/>
            </a:spcAft>
            <a:buChar char="•"/>
          </a:pPr>
          <a:r>
            <a:rPr lang="zh-CN" altLang="en-US" sz="1000" kern="1200" dirty="0"/>
            <a:t>关键路径的识别与分析</a:t>
          </a:r>
        </a:p>
        <a:p>
          <a:pPr marL="57150" lvl="1" indent="-57150" algn="l" defTabSz="444500">
            <a:lnSpc>
              <a:spcPct val="90000"/>
            </a:lnSpc>
            <a:spcBef>
              <a:spcPct val="0"/>
            </a:spcBef>
            <a:spcAft>
              <a:spcPct val="15000"/>
            </a:spcAft>
            <a:buChar char="•"/>
          </a:pPr>
          <a:r>
            <a:rPr lang="zh-CN" altLang="en-US" sz="1000" kern="1200" dirty="0"/>
            <a:t>风险管理计划的制定与实施</a:t>
          </a:r>
        </a:p>
        <a:p>
          <a:pPr marL="57150" lvl="1" indent="-57150" algn="l" defTabSz="444500">
            <a:lnSpc>
              <a:spcPct val="90000"/>
            </a:lnSpc>
            <a:spcBef>
              <a:spcPct val="0"/>
            </a:spcBef>
            <a:spcAft>
              <a:spcPct val="15000"/>
            </a:spcAft>
            <a:buChar char="•"/>
          </a:pPr>
          <a:r>
            <a:rPr lang="zh-CN" altLang="en-US" sz="1000" kern="1200" dirty="0"/>
            <a:t>机会管理与潜在机会的发掘</a:t>
          </a:r>
        </a:p>
      </dsp:txBody>
      <dsp:txXfrm>
        <a:off x="0" y="3939125"/>
        <a:ext cx="4470400" cy="1323000"/>
      </dsp:txXfrm>
    </dsp:sp>
    <dsp:sp modelId="{179E6E21-51F0-484A-874B-F439FDB7A343}">
      <dsp:nvSpPr>
        <dsp:cNvPr id="0" name=""/>
        <dsp:cNvSpPr/>
      </dsp:nvSpPr>
      <dsp:spPr>
        <a:xfrm>
          <a:off x="223520" y="3791525"/>
          <a:ext cx="3129280" cy="2952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444500">
            <a:lnSpc>
              <a:spcPct val="90000"/>
            </a:lnSpc>
            <a:spcBef>
              <a:spcPct val="0"/>
            </a:spcBef>
            <a:spcAft>
              <a:spcPct val="35000"/>
            </a:spcAft>
            <a:buNone/>
          </a:pPr>
          <a:r>
            <a:rPr lang="en-US" altLang="en-US" sz="1000" kern="1200" dirty="0"/>
            <a:t>5. </a:t>
          </a:r>
          <a:r>
            <a:rPr lang="zh-CN" altLang="en-US" sz="1000" kern="1200" dirty="0"/>
            <a:t>规划阶段</a:t>
          </a:r>
        </a:p>
      </dsp:txBody>
      <dsp:txXfrm>
        <a:off x="237930" y="3805935"/>
        <a:ext cx="3100460" cy="26638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BC6CD0-A147-4782-BCB8-4CDB5986F7C0}">
      <dsp:nvSpPr>
        <dsp:cNvPr id="0" name=""/>
        <dsp:cNvSpPr/>
      </dsp:nvSpPr>
      <dsp:spPr>
        <a:xfrm>
          <a:off x="0" y="258305"/>
          <a:ext cx="4470400" cy="13608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49936" rIns="346953" bIns="85344" numCol="1" spcCol="1270" anchor="t" anchorCtr="0">
          <a:noAutofit/>
        </a:bodyPr>
        <a:lstStyle/>
        <a:p>
          <a:pPr marL="114300" lvl="1" indent="-114300" algn="l" defTabSz="533400">
            <a:lnSpc>
              <a:spcPct val="90000"/>
            </a:lnSpc>
            <a:spcBef>
              <a:spcPct val="0"/>
            </a:spcBef>
            <a:spcAft>
              <a:spcPct val="15000"/>
            </a:spcAft>
            <a:buChar char="•"/>
          </a:pPr>
          <a:r>
            <a:rPr lang="zh-CN" altLang="en-US" sz="1200" kern="1200" dirty="0"/>
            <a:t>沟通的重要性与沟通计划</a:t>
          </a:r>
        </a:p>
        <a:p>
          <a:pPr marL="114300" lvl="1" indent="-114300" algn="l" defTabSz="533400">
            <a:lnSpc>
              <a:spcPct val="90000"/>
            </a:lnSpc>
            <a:spcBef>
              <a:spcPct val="0"/>
            </a:spcBef>
            <a:spcAft>
              <a:spcPct val="15000"/>
            </a:spcAft>
            <a:buChar char="•"/>
          </a:pPr>
          <a:r>
            <a:rPr lang="zh-CN" altLang="en-US" sz="1200" kern="1200" dirty="0"/>
            <a:t>沟通方式的选择与应用</a:t>
          </a:r>
        </a:p>
        <a:p>
          <a:pPr marL="114300" lvl="1" indent="-114300" algn="l" defTabSz="533400">
            <a:lnSpc>
              <a:spcPct val="90000"/>
            </a:lnSpc>
            <a:spcBef>
              <a:spcPct val="0"/>
            </a:spcBef>
            <a:spcAft>
              <a:spcPct val="15000"/>
            </a:spcAft>
            <a:buChar char="•"/>
          </a:pPr>
          <a:r>
            <a:rPr lang="zh-CN" altLang="en-US" sz="1200" kern="1200" dirty="0"/>
            <a:t>有效沟通的技巧与实践</a:t>
          </a:r>
        </a:p>
        <a:p>
          <a:pPr marL="114300" lvl="1" indent="-114300" algn="l" defTabSz="533400">
            <a:lnSpc>
              <a:spcPct val="90000"/>
            </a:lnSpc>
            <a:spcBef>
              <a:spcPct val="0"/>
            </a:spcBef>
            <a:spcAft>
              <a:spcPct val="15000"/>
            </a:spcAft>
            <a:buChar char="•"/>
          </a:pPr>
          <a:r>
            <a:rPr lang="zh-CN" altLang="en-US" sz="1200" kern="1200" dirty="0"/>
            <a:t>本质洞察、条理、同理心</a:t>
          </a:r>
        </a:p>
        <a:p>
          <a:pPr marL="114300" lvl="1" indent="-114300" algn="l" defTabSz="533400">
            <a:lnSpc>
              <a:spcPct val="90000"/>
            </a:lnSpc>
            <a:spcBef>
              <a:spcPct val="0"/>
            </a:spcBef>
            <a:spcAft>
              <a:spcPct val="15000"/>
            </a:spcAft>
            <a:buChar char="•"/>
          </a:pPr>
          <a:r>
            <a:rPr lang="zh-CN" altLang="en-US" sz="1200" kern="1200" dirty="0"/>
            <a:t>问题升级与解决策略</a:t>
          </a:r>
        </a:p>
      </dsp:txBody>
      <dsp:txXfrm>
        <a:off x="0" y="258305"/>
        <a:ext cx="4470400" cy="1360800"/>
      </dsp:txXfrm>
    </dsp:sp>
    <dsp:sp modelId="{3755F6E4-575A-4E6A-B574-B611E150BA63}">
      <dsp:nvSpPr>
        <dsp:cNvPr id="0" name=""/>
        <dsp:cNvSpPr/>
      </dsp:nvSpPr>
      <dsp:spPr>
        <a:xfrm>
          <a:off x="223520" y="81185"/>
          <a:ext cx="3129280" cy="35424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533400">
            <a:lnSpc>
              <a:spcPct val="90000"/>
            </a:lnSpc>
            <a:spcBef>
              <a:spcPct val="0"/>
            </a:spcBef>
            <a:spcAft>
              <a:spcPct val="35000"/>
            </a:spcAft>
            <a:buNone/>
          </a:pPr>
          <a:r>
            <a:rPr lang="en-US" altLang="en-US" sz="1200" kern="1200"/>
            <a:t>6. </a:t>
          </a:r>
          <a:r>
            <a:rPr lang="zh-CN" altLang="en-US" sz="1200" kern="1200"/>
            <a:t>沟通管理</a:t>
          </a:r>
          <a:endParaRPr lang="zh-CN" altLang="en-US" sz="1200" kern="1200" dirty="0"/>
        </a:p>
      </dsp:txBody>
      <dsp:txXfrm>
        <a:off x="240813" y="98478"/>
        <a:ext cx="3094694" cy="319654"/>
      </dsp:txXfrm>
    </dsp:sp>
    <dsp:sp modelId="{27D2E33A-2BFE-45A0-BB83-EBC9BF82C54B}">
      <dsp:nvSpPr>
        <dsp:cNvPr id="0" name=""/>
        <dsp:cNvSpPr/>
      </dsp:nvSpPr>
      <dsp:spPr>
        <a:xfrm>
          <a:off x="0" y="1861025"/>
          <a:ext cx="4470400" cy="1587600"/>
        </a:xfrm>
        <a:prstGeom prst="rect">
          <a:avLst/>
        </a:prstGeom>
        <a:solidFill>
          <a:schemeClr val="lt1">
            <a:alpha val="90000"/>
            <a:hueOff val="0"/>
            <a:satOff val="0"/>
            <a:lumOff val="0"/>
            <a:alphaOff val="0"/>
          </a:schemeClr>
        </a:solidFill>
        <a:ln w="12700" cap="flat" cmpd="sng" algn="ctr">
          <a:solidFill>
            <a:schemeClr val="accent2">
              <a:hueOff val="1045981"/>
              <a:satOff val="-25490"/>
              <a:lumOff val="1594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49936" rIns="346953" bIns="85344" numCol="1" spcCol="1270" anchor="t" anchorCtr="0">
          <a:noAutofit/>
        </a:bodyPr>
        <a:lstStyle/>
        <a:p>
          <a:pPr marL="114300" lvl="1" indent="-114300" algn="l" defTabSz="533400">
            <a:lnSpc>
              <a:spcPct val="90000"/>
            </a:lnSpc>
            <a:spcBef>
              <a:spcPct val="0"/>
            </a:spcBef>
            <a:spcAft>
              <a:spcPct val="15000"/>
            </a:spcAft>
            <a:buChar char="•"/>
          </a:pPr>
          <a:r>
            <a:rPr lang="zh-CN" altLang="en-US" sz="1200" kern="1200" dirty="0"/>
            <a:t>团队建设与沟通管理</a:t>
          </a:r>
        </a:p>
        <a:p>
          <a:pPr marL="114300" lvl="1" indent="-114300" algn="l" defTabSz="533400">
            <a:lnSpc>
              <a:spcPct val="90000"/>
            </a:lnSpc>
            <a:spcBef>
              <a:spcPct val="0"/>
            </a:spcBef>
            <a:spcAft>
              <a:spcPct val="15000"/>
            </a:spcAft>
            <a:buChar char="•"/>
          </a:pPr>
          <a:r>
            <a:rPr lang="zh-CN" altLang="en-US" sz="1200" kern="1200" dirty="0"/>
            <a:t>项目启动会议的组织与执行</a:t>
          </a:r>
        </a:p>
        <a:p>
          <a:pPr marL="114300" lvl="1" indent="-114300" algn="l" defTabSz="533400">
            <a:lnSpc>
              <a:spcPct val="90000"/>
            </a:lnSpc>
            <a:spcBef>
              <a:spcPct val="0"/>
            </a:spcBef>
            <a:spcAft>
              <a:spcPct val="15000"/>
            </a:spcAft>
            <a:buChar char="•"/>
          </a:pPr>
          <a:r>
            <a:rPr lang="zh-CN" altLang="en-US" sz="1200" kern="1200" dirty="0"/>
            <a:t>变更管理的原则与实践</a:t>
          </a:r>
        </a:p>
        <a:p>
          <a:pPr marL="114300" lvl="1" indent="-114300" algn="l" defTabSz="533400">
            <a:lnSpc>
              <a:spcPct val="90000"/>
            </a:lnSpc>
            <a:spcBef>
              <a:spcPct val="0"/>
            </a:spcBef>
            <a:spcAft>
              <a:spcPct val="15000"/>
            </a:spcAft>
            <a:buChar char="•"/>
          </a:pPr>
          <a:r>
            <a:rPr lang="zh-CN" altLang="en-US" sz="1200" kern="1200" dirty="0"/>
            <a:t>监督与控制项目进度</a:t>
          </a:r>
        </a:p>
        <a:p>
          <a:pPr marL="114300" lvl="1" indent="-114300" algn="l" defTabSz="533400">
            <a:lnSpc>
              <a:spcPct val="90000"/>
            </a:lnSpc>
            <a:spcBef>
              <a:spcPct val="0"/>
            </a:spcBef>
            <a:spcAft>
              <a:spcPct val="15000"/>
            </a:spcAft>
            <a:buChar char="•"/>
          </a:pPr>
          <a:r>
            <a:rPr lang="zh-CN" altLang="en-US" sz="1200" kern="1200" dirty="0"/>
            <a:t>里程碑的设定与检查</a:t>
          </a:r>
        </a:p>
        <a:p>
          <a:pPr marL="114300" lvl="1" indent="-114300" algn="l" defTabSz="533400">
            <a:lnSpc>
              <a:spcPct val="90000"/>
            </a:lnSpc>
            <a:spcBef>
              <a:spcPct val="0"/>
            </a:spcBef>
            <a:spcAft>
              <a:spcPct val="15000"/>
            </a:spcAft>
            <a:buChar char="•"/>
          </a:pPr>
          <a:r>
            <a:rPr lang="zh-CN" altLang="en-US" sz="1200" kern="1200" dirty="0"/>
            <a:t>完工总结与经验教训的记录</a:t>
          </a:r>
        </a:p>
      </dsp:txBody>
      <dsp:txXfrm>
        <a:off x="0" y="1861025"/>
        <a:ext cx="4470400" cy="1587600"/>
      </dsp:txXfrm>
    </dsp:sp>
    <dsp:sp modelId="{EA72BFC2-4CFB-45A4-8E33-5F13A75B2C41}">
      <dsp:nvSpPr>
        <dsp:cNvPr id="0" name=""/>
        <dsp:cNvSpPr/>
      </dsp:nvSpPr>
      <dsp:spPr>
        <a:xfrm>
          <a:off x="223520" y="1683905"/>
          <a:ext cx="3129280" cy="354240"/>
        </a:xfrm>
        <a:prstGeom prst="roundRect">
          <a:avLst/>
        </a:prstGeom>
        <a:solidFill>
          <a:schemeClr val="accent2">
            <a:hueOff val="1045981"/>
            <a:satOff val="-25490"/>
            <a:lumOff val="1594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533400">
            <a:lnSpc>
              <a:spcPct val="90000"/>
            </a:lnSpc>
            <a:spcBef>
              <a:spcPct val="0"/>
            </a:spcBef>
            <a:spcAft>
              <a:spcPct val="35000"/>
            </a:spcAft>
            <a:buNone/>
          </a:pPr>
          <a:r>
            <a:rPr lang="en-US" altLang="en-US" sz="1200" kern="1200" dirty="0"/>
            <a:t>7. </a:t>
          </a:r>
          <a:r>
            <a:rPr lang="zh-CN" altLang="en-US" sz="1200" kern="1200" dirty="0"/>
            <a:t>执行阶段</a:t>
          </a:r>
        </a:p>
      </dsp:txBody>
      <dsp:txXfrm>
        <a:off x="240813" y="1701198"/>
        <a:ext cx="3094694" cy="319654"/>
      </dsp:txXfrm>
    </dsp:sp>
    <dsp:sp modelId="{470C81C9-4185-4E54-95D1-B6878EE4C3D7}">
      <dsp:nvSpPr>
        <dsp:cNvPr id="0" name=""/>
        <dsp:cNvSpPr/>
      </dsp:nvSpPr>
      <dsp:spPr>
        <a:xfrm>
          <a:off x="0" y="3690545"/>
          <a:ext cx="4470400" cy="737100"/>
        </a:xfrm>
        <a:prstGeom prst="rect">
          <a:avLst/>
        </a:prstGeom>
        <a:solidFill>
          <a:schemeClr val="lt1">
            <a:alpha val="90000"/>
            <a:hueOff val="0"/>
            <a:satOff val="0"/>
            <a:lumOff val="0"/>
            <a:alphaOff val="0"/>
          </a:schemeClr>
        </a:solidFill>
        <a:ln w="12700" cap="flat" cmpd="sng" algn="ctr">
          <a:solidFill>
            <a:schemeClr val="accent2">
              <a:hueOff val="2091962"/>
              <a:satOff val="-50981"/>
              <a:lumOff val="3189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49936" rIns="346953" bIns="85344" numCol="1" spcCol="1270" anchor="t" anchorCtr="0">
          <a:noAutofit/>
        </a:bodyPr>
        <a:lstStyle/>
        <a:p>
          <a:pPr marL="114300" lvl="1" indent="-114300" algn="l" defTabSz="533400">
            <a:lnSpc>
              <a:spcPct val="90000"/>
            </a:lnSpc>
            <a:spcBef>
              <a:spcPct val="0"/>
            </a:spcBef>
            <a:spcAft>
              <a:spcPct val="15000"/>
            </a:spcAft>
            <a:buChar char="•"/>
          </a:pPr>
          <a:r>
            <a:rPr lang="zh-CN" altLang="en-US" sz="1200" kern="1200" dirty="0"/>
            <a:t>分析案例中项目管理的成功与失败因素</a:t>
          </a:r>
        </a:p>
        <a:p>
          <a:pPr marL="114300" lvl="1" indent="-114300" algn="l" defTabSz="533400">
            <a:lnSpc>
              <a:spcPct val="90000"/>
            </a:lnSpc>
            <a:spcBef>
              <a:spcPct val="0"/>
            </a:spcBef>
            <a:spcAft>
              <a:spcPct val="15000"/>
            </a:spcAft>
            <a:buChar char="•"/>
          </a:pPr>
          <a:r>
            <a:rPr lang="zh-CN" altLang="en-US" sz="1200" kern="1200" dirty="0"/>
            <a:t>讨论案例中的实践要点与改进措施</a:t>
          </a:r>
        </a:p>
      </dsp:txBody>
      <dsp:txXfrm>
        <a:off x="0" y="3690545"/>
        <a:ext cx="4470400" cy="737100"/>
      </dsp:txXfrm>
    </dsp:sp>
    <dsp:sp modelId="{E1278D7B-1C2F-4E82-8AB2-9BA498BD854C}">
      <dsp:nvSpPr>
        <dsp:cNvPr id="0" name=""/>
        <dsp:cNvSpPr/>
      </dsp:nvSpPr>
      <dsp:spPr>
        <a:xfrm>
          <a:off x="223520" y="3513425"/>
          <a:ext cx="3129280" cy="354240"/>
        </a:xfrm>
        <a:prstGeom prst="roundRect">
          <a:avLst/>
        </a:prstGeom>
        <a:solidFill>
          <a:schemeClr val="accent2">
            <a:hueOff val="2091962"/>
            <a:satOff val="-50981"/>
            <a:lumOff val="3189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533400">
            <a:lnSpc>
              <a:spcPct val="90000"/>
            </a:lnSpc>
            <a:spcBef>
              <a:spcPct val="0"/>
            </a:spcBef>
            <a:spcAft>
              <a:spcPct val="35000"/>
            </a:spcAft>
            <a:buNone/>
          </a:pPr>
          <a:r>
            <a:rPr lang="en-US" altLang="en-US" sz="1200" kern="1200" dirty="0"/>
            <a:t>8. </a:t>
          </a:r>
          <a:r>
            <a:rPr lang="zh-CN" altLang="en-US" sz="1200" kern="1200" dirty="0"/>
            <a:t>案例分析与实践</a:t>
          </a:r>
        </a:p>
      </dsp:txBody>
      <dsp:txXfrm>
        <a:off x="240813" y="3530718"/>
        <a:ext cx="3094694" cy="319654"/>
      </dsp:txXfrm>
    </dsp:sp>
    <dsp:sp modelId="{3B95EC9D-AA99-4597-A261-7F2FAB984C92}">
      <dsp:nvSpPr>
        <dsp:cNvPr id="0" name=""/>
        <dsp:cNvSpPr/>
      </dsp:nvSpPr>
      <dsp:spPr>
        <a:xfrm>
          <a:off x="0" y="4669564"/>
          <a:ext cx="4470400" cy="519750"/>
        </a:xfrm>
        <a:prstGeom prst="rect">
          <a:avLst/>
        </a:prstGeom>
        <a:solidFill>
          <a:schemeClr val="lt1">
            <a:alpha val="90000"/>
            <a:hueOff val="0"/>
            <a:satOff val="0"/>
            <a:lumOff val="0"/>
            <a:alphaOff val="0"/>
          </a:schemeClr>
        </a:solidFill>
        <a:ln w="12700" cap="flat" cmpd="sng" algn="ctr">
          <a:solidFill>
            <a:schemeClr val="accent2">
              <a:hueOff val="3137943"/>
              <a:satOff val="-76471"/>
              <a:lumOff val="4784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49936" rIns="346953" bIns="85344" numCol="1" spcCol="1270" anchor="t" anchorCtr="0">
          <a:noAutofit/>
        </a:bodyPr>
        <a:lstStyle/>
        <a:p>
          <a:pPr marL="114300" lvl="1" indent="-114300" algn="l" defTabSz="533400">
            <a:lnSpc>
              <a:spcPct val="90000"/>
            </a:lnSpc>
            <a:spcBef>
              <a:spcPct val="0"/>
            </a:spcBef>
            <a:spcAft>
              <a:spcPct val="15000"/>
            </a:spcAft>
            <a:buChar char="•"/>
          </a:pPr>
          <a:r>
            <a:rPr lang="zh-CN" altLang="en-US" sz="1200" kern="1200" dirty="0"/>
            <a:t>回顾课程要点</a:t>
          </a:r>
        </a:p>
      </dsp:txBody>
      <dsp:txXfrm>
        <a:off x="0" y="4669564"/>
        <a:ext cx="4470400" cy="519750"/>
      </dsp:txXfrm>
    </dsp:sp>
    <dsp:sp modelId="{2E3C5ED1-3911-4680-ADA0-5CDB5B68D6EB}">
      <dsp:nvSpPr>
        <dsp:cNvPr id="0" name=""/>
        <dsp:cNvSpPr/>
      </dsp:nvSpPr>
      <dsp:spPr>
        <a:xfrm>
          <a:off x="223520" y="4492445"/>
          <a:ext cx="3129280" cy="354240"/>
        </a:xfrm>
        <a:prstGeom prst="roundRect">
          <a:avLst/>
        </a:prstGeom>
        <a:solidFill>
          <a:schemeClr val="accent2">
            <a:hueOff val="3137943"/>
            <a:satOff val="-76471"/>
            <a:lumOff val="47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533400">
            <a:lnSpc>
              <a:spcPct val="90000"/>
            </a:lnSpc>
            <a:spcBef>
              <a:spcPct val="0"/>
            </a:spcBef>
            <a:spcAft>
              <a:spcPct val="35000"/>
            </a:spcAft>
            <a:buNone/>
          </a:pPr>
          <a:r>
            <a:rPr lang="en-US" altLang="en-US" sz="1200" kern="1200" dirty="0"/>
            <a:t>9. </a:t>
          </a:r>
          <a:r>
            <a:rPr lang="zh-CN" altLang="en-US" sz="1200" kern="1200" dirty="0"/>
            <a:t>课程总结和回顾</a:t>
          </a:r>
        </a:p>
      </dsp:txBody>
      <dsp:txXfrm>
        <a:off x="240813" y="4509738"/>
        <a:ext cx="3094694" cy="31965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2AD863-A755-4CF1-8E4D-3EBBC74F5C73}">
      <dsp:nvSpPr>
        <dsp:cNvPr id="0" name=""/>
        <dsp:cNvSpPr/>
      </dsp:nvSpPr>
      <dsp:spPr>
        <a:xfrm rot="16200000">
          <a:off x="603" y="305549"/>
          <a:ext cx="3791567" cy="3791567"/>
        </a:xfrm>
        <a:prstGeom prst="downArrow">
          <a:avLst>
            <a:gd name="adj1" fmla="val 50000"/>
            <a:gd name="adj2" fmla="val 35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256032" rIns="256032" bIns="256032" numCol="1" spcCol="1270" anchor="ctr" anchorCtr="0">
          <a:noAutofit/>
        </a:bodyPr>
        <a:lstStyle/>
        <a:p>
          <a:pPr marL="0" lvl="0" indent="0" algn="ctr" defTabSz="1600200">
            <a:lnSpc>
              <a:spcPct val="90000"/>
            </a:lnSpc>
            <a:spcBef>
              <a:spcPct val="0"/>
            </a:spcBef>
            <a:spcAft>
              <a:spcPct val="35000"/>
            </a:spcAft>
            <a:buNone/>
          </a:pPr>
          <a:r>
            <a:rPr lang="en-US" altLang="zh-CN" sz="3600" b="1" kern="1200" dirty="0">
              <a:solidFill>
                <a:srgbClr val="FF0000"/>
              </a:solidFill>
            </a:rPr>
            <a:t>M</a:t>
          </a:r>
          <a:r>
            <a:rPr lang="en-US" altLang="zh-CN" sz="2800" b="1" kern="1200" dirty="0">
              <a:solidFill>
                <a:schemeClr val="tx1"/>
              </a:solidFill>
            </a:rPr>
            <a:t>utually </a:t>
          </a:r>
          <a:r>
            <a:rPr lang="en-US" altLang="zh-CN" sz="3600" b="1" kern="1200" dirty="0">
              <a:solidFill>
                <a:srgbClr val="FF0000"/>
              </a:solidFill>
            </a:rPr>
            <a:t>E</a:t>
          </a:r>
          <a:r>
            <a:rPr lang="en-US" altLang="zh-CN" sz="2800" b="1" kern="1200" dirty="0">
              <a:solidFill>
                <a:schemeClr val="tx1"/>
              </a:solidFill>
            </a:rPr>
            <a:t>xclusive</a:t>
          </a:r>
          <a:endParaRPr lang="zh-CN" altLang="en-US" sz="2800" b="1" kern="1200" dirty="0">
            <a:solidFill>
              <a:schemeClr val="tx1"/>
            </a:solidFill>
          </a:endParaRPr>
        </a:p>
      </dsp:txBody>
      <dsp:txXfrm rot="5400000">
        <a:off x="603" y="1253441"/>
        <a:ext cx="3128043" cy="1895783"/>
      </dsp:txXfrm>
    </dsp:sp>
    <dsp:sp modelId="{BD8F330D-A1E3-4B51-B20E-502D4B6C62FE}">
      <dsp:nvSpPr>
        <dsp:cNvPr id="0" name=""/>
        <dsp:cNvSpPr/>
      </dsp:nvSpPr>
      <dsp:spPr>
        <a:xfrm rot="5400000">
          <a:off x="4011979" y="305549"/>
          <a:ext cx="3791567" cy="3791567"/>
        </a:xfrm>
        <a:prstGeom prst="downArrow">
          <a:avLst>
            <a:gd name="adj1" fmla="val 50000"/>
            <a:gd name="adj2" fmla="val 35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256032" rIns="256032" bIns="256032" numCol="1" spcCol="1270" anchor="ctr" anchorCtr="0">
          <a:noAutofit/>
        </a:bodyPr>
        <a:lstStyle/>
        <a:p>
          <a:pPr marL="0" lvl="0" indent="0" algn="ctr" defTabSz="1600200">
            <a:lnSpc>
              <a:spcPct val="90000"/>
            </a:lnSpc>
            <a:spcBef>
              <a:spcPct val="0"/>
            </a:spcBef>
            <a:spcAft>
              <a:spcPct val="35000"/>
            </a:spcAft>
            <a:buNone/>
          </a:pPr>
          <a:r>
            <a:rPr lang="en-US" altLang="zh-CN" sz="3600" b="1" kern="1200" dirty="0">
              <a:solidFill>
                <a:srgbClr val="FF0000"/>
              </a:solidFill>
            </a:rPr>
            <a:t>C</a:t>
          </a:r>
          <a:r>
            <a:rPr lang="en-US" altLang="zh-CN" sz="2800" b="1" kern="1200" dirty="0">
              <a:solidFill>
                <a:schemeClr val="tx1"/>
              </a:solidFill>
            </a:rPr>
            <a:t>ollectively </a:t>
          </a:r>
          <a:r>
            <a:rPr lang="en-US" altLang="zh-CN" sz="3600" b="1" kern="1200" dirty="0">
              <a:solidFill>
                <a:srgbClr val="FF0000"/>
              </a:solidFill>
            </a:rPr>
            <a:t>E</a:t>
          </a:r>
          <a:r>
            <a:rPr lang="en-US" altLang="zh-CN" sz="2800" b="1" kern="1200" dirty="0">
              <a:solidFill>
                <a:schemeClr val="tx1"/>
              </a:solidFill>
            </a:rPr>
            <a:t>xhaustive</a:t>
          </a:r>
          <a:endParaRPr lang="zh-CN" altLang="en-US" sz="2800" b="1" kern="1200" dirty="0">
            <a:solidFill>
              <a:schemeClr val="tx1"/>
            </a:solidFill>
          </a:endParaRPr>
        </a:p>
      </dsp:txBody>
      <dsp:txXfrm rot="-5400000">
        <a:off x="4675503" y="1253441"/>
        <a:ext cx="3128043" cy="1895783"/>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1E9F1F-E4DF-43C2-8351-BB16DBEE3A92}">
      <dsp:nvSpPr>
        <dsp:cNvPr id="0" name=""/>
        <dsp:cNvSpPr/>
      </dsp:nvSpPr>
      <dsp:spPr>
        <a:xfrm>
          <a:off x="0" y="155974"/>
          <a:ext cx="4470400" cy="6142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08280" rIns="346953" bIns="71120" numCol="1" spcCol="1270" anchor="t" anchorCtr="0">
          <a:noAutofit/>
        </a:bodyPr>
        <a:lstStyle/>
        <a:p>
          <a:pPr marL="57150" lvl="1" indent="-57150" algn="l" defTabSz="444500">
            <a:lnSpc>
              <a:spcPct val="90000"/>
            </a:lnSpc>
            <a:spcBef>
              <a:spcPct val="0"/>
            </a:spcBef>
            <a:spcAft>
              <a:spcPct val="15000"/>
            </a:spcAft>
            <a:buChar char="•"/>
          </a:pPr>
          <a:r>
            <a:rPr lang="zh-CN" altLang="en-US" sz="1000" kern="1200" dirty="0"/>
            <a:t>项目管理的重要性</a:t>
          </a:r>
        </a:p>
        <a:p>
          <a:pPr marL="57150" lvl="1" indent="-57150" algn="l" defTabSz="444500">
            <a:lnSpc>
              <a:spcPct val="90000"/>
            </a:lnSpc>
            <a:spcBef>
              <a:spcPct val="0"/>
            </a:spcBef>
            <a:spcAft>
              <a:spcPct val="15000"/>
            </a:spcAft>
            <a:buChar char="•"/>
          </a:pPr>
          <a:r>
            <a:rPr lang="zh-CN" altLang="en-US" sz="1000" kern="1200" dirty="0"/>
            <a:t>课程目标</a:t>
          </a:r>
        </a:p>
      </dsp:txBody>
      <dsp:txXfrm>
        <a:off x="0" y="155974"/>
        <a:ext cx="4470400" cy="614250"/>
      </dsp:txXfrm>
    </dsp:sp>
    <dsp:sp modelId="{4BE67D07-2CEC-4DE8-AD5E-DDD7D322FC39}">
      <dsp:nvSpPr>
        <dsp:cNvPr id="0" name=""/>
        <dsp:cNvSpPr/>
      </dsp:nvSpPr>
      <dsp:spPr>
        <a:xfrm>
          <a:off x="223520" y="8374"/>
          <a:ext cx="3129280" cy="2952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444500">
            <a:lnSpc>
              <a:spcPct val="90000"/>
            </a:lnSpc>
            <a:spcBef>
              <a:spcPct val="0"/>
            </a:spcBef>
            <a:spcAft>
              <a:spcPct val="35000"/>
            </a:spcAft>
            <a:buNone/>
          </a:pPr>
          <a:r>
            <a:rPr lang="en-US" altLang="en-US" sz="1000" kern="1200" dirty="0"/>
            <a:t>1. </a:t>
          </a:r>
          <a:r>
            <a:rPr lang="zh-CN" altLang="en-US" sz="1000" kern="1200" dirty="0"/>
            <a:t>引言</a:t>
          </a:r>
        </a:p>
      </dsp:txBody>
      <dsp:txXfrm>
        <a:off x="237930" y="22784"/>
        <a:ext cx="3100460" cy="266380"/>
      </dsp:txXfrm>
    </dsp:sp>
    <dsp:sp modelId="{B899DC30-F1C2-42B2-A49E-40C00661E4B3}">
      <dsp:nvSpPr>
        <dsp:cNvPr id="0" name=""/>
        <dsp:cNvSpPr/>
      </dsp:nvSpPr>
      <dsp:spPr>
        <a:xfrm>
          <a:off x="0" y="971824"/>
          <a:ext cx="4470400" cy="7875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08280" rIns="346953" bIns="71120" numCol="1" spcCol="1270" anchor="t" anchorCtr="0">
          <a:noAutofit/>
        </a:bodyPr>
        <a:lstStyle/>
        <a:p>
          <a:pPr marL="57150" lvl="1" indent="-57150" algn="l" defTabSz="444500">
            <a:lnSpc>
              <a:spcPct val="90000"/>
            </a:lnSpc>
            <a:spcBef>
              <a:spcPct val="0"/>
            </a:spcBef>
            <a:spcAft>
              <a:spcPct val="15000"/>
            </a:spcAft>
            <a:buChar char="•"/>
          </a:pPr>
          <a:r>
            <a:rPr lang="zh-CN" altLang="en-US" sz="1000" kern="1200" dirty="0"/>
            <a:t>项目的定义与特点</a:t>
          </a:r>
        </a:p>
        <a:p>
          <a:pPr marL="57150" lvl="1" indent="-57150" algn="l" defTabSz="444500">
            <a:lnSpc>
              <a:spcPct val="90000"/>
            </a:lnSpc>
            <a:spcBef>
              <a:spcPct val="0"/>
            </a:spcBef>
            <a:spcAft>
              <a:spcPct val="15000"/>
            </a:spcAft>
            <a:buChar char="•"/>
          </a:pPr>
          <a:r>
            <a:rPr lang="zh-CN" altLang="en-US" sz="1000" kern="1200" dirty="0"/>
            <a:t>项目相关方的角色与影响</a:t>
          </a:r>
        </a:p>
        <a:p>
          <a:pPr marL="57150" lvl="1" indent="-57150" algn="l" defTabSz="444500">
            <a:lnSpc>
              <a:spcPct val="90000"/>
            </a:lnSpc>
            <a:spcBef>
              <a:spcPct val="0"/>
            </a:spcBef>
            <a:spcAft>
              <a:spcPct val="15000"/>
            </a:spcAft>
            <a:buChar char="•"/>
          </a:pPr>
          <a:r>
            <a:rPr lang="zh-CN" altLang="en-US" sz="1000" kern="1200" dirty="0"/>
            <a:t>项目三角形：范围、时间、成本</a:t>
          </a:r>
        </a:p>
      </dsp:txBody>
      <dsp:txXfrm>
        <a:off x="0" y="971824"/>
        <a:ext cx="4470400" cy="787500"/>
      </dsp:txXfrm>
    </dsp:sp>
    <dsp:sp modelId="{5FB0413C-35B7-4DCF-9F0C-E2FE058FDE6A}">
      <dsp:nvSpPr>
        <dsp:cNvPr id="0" name=""/>
        <dsp:cNvSpPr/>
      </dsp:nvSpPr>
      <dsp:spPr>
        <a:xfrm>
          <a:off x="223520" y="824224"/>
          <a:ext cx="3129280" cy="2952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444500">
            <a:lnSpc>
              <a:spcPct val="90000"/>
            </a:lnSpc>
            <a:spcBef>
              <a:spcPct val="0"/>
            </a:spcBef>
            <a:spcAft>
              <a:spcPct val="35000"/>
            </a:spcAft>
            <a:buNone/>
          </a:pPr>
          <a:r>
            <a:rPr lang="en-US" altLang="en-US" sz="1000" kern="1200" dirty="0"/>
            <a:t>2. </a:t>
          </a:r>
          <a:r>
            <a:rPr lang="zh-CN" altLang="en-US" sz="1000" kern="1200" dirty="0"/>
            <a:t>项目管理基本概念</a:t>
          </a:r>
        </a:p>
      </dsp:txBody>
      <dsp:txXfrm>
        <a:off x="237930" y="838634"/>
        <a:ext cx="3100460" cy="266380"/>
      </dsp:txXfrm>
    </dsp:sp>
    <dsp:sp modelId="{DA89A198-BD03-417D-B8D8-F7EFC21869EA}">
      <dsp:nvSpPr>
        <dsp:cNvPr id="0" name=""/>
        <dsp:cNvSpPr/>
      </dsp:nvSpPr>
      <dsp:spPr>
        <a:xfrm>
          <a:off x="0" y="1960924"/>
          <a:ext cx="4470400" cy="7875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08280" rIns="346953" bIns="71120" numCol="1" spcCol="1270" anchor="t" anchorCtr="0">
          <a:noAutofit/>
        </a:bodyPr>
        <a:lstStyle/>
        <a:p>
          <a:pPr marL="57150" lvl="1" indent="-57150" algn="l" defTabSz="444500">
            <a:lnSpc>
              <a:spcPct val="90000"/>
            </a:lnSpc>
            <a:spcBef>
              <a:spcPct val="0"/>
            </a:spcBef>
            <a:spcAft>
              <a:spcPct val="15000"/>
            </a:spcAft>
            <a:buChar char="•"/>
          </a:pPr>
          <a:r>
            <a:rPr lang="zh-CN" altLang="en-US" sz="1000" kern="1200" dirty="0"/>
            <a:t>项目管理知识体系概述</a:t>
          </a:r>
        </a:p>
        <a:p>
          <a:pPr marL="57150" lvl="1" indent="-57150" algn="l" defTabSz="444500">
            <a:lnSpc>
              <a:spcPct val="90000"/>
            </a:lnSpc>
            <a:spcBef>
              <a:spcPct val="0"/>
            </a:spcBef>
            <a:spcAft>
              <a:spcPct val="15000"/>
            </a:spcAft>
            <a:buChar char="•"/>
          </a:pPr>
          <a:r>
            <a:rPr lang="zh-CN" altLang="en-US" sz="1000" kern="1200" dirty="0"/>
            <a:t>项目管理流程的三个阶段：定义、计划、实施</a:t>
          </a:r>
        </a:p>
        <a:p>
          <a:pPr marL="57150" lvl="1" indent="-57150" algn="l" defTabSz="444500">
            <a:lnSpc>
              <a:spcPct val="90000"/>
            </a:lnSpc>
            <a:spcBef>
              <a:spcPct val="0"/>
            </a:spcBef>
            <a:spcAft>
              <a:spcPct val="15000"/>
            </a:spcAft>
            <a:buChar char="•"/>
          </a:pPr>
          <a:r>
            <a:rPr lang="zh-CN" altLang="en-US" sz="1000" kern="1200" dirty="0"/>
            <a:t>项目生命周期与方法论</a:t>
          </a:r>
        </a:p>
      </dsp:txBody>
      <dsp:txXfrm>
        <a:off x="0" y="1960924"/>
        <a:ext cx="4470400" cy="787500"/>
      </dsp:txXfrm>
    </dsp:sp>
    <dsp:sp modelId="{98AD5124-3CF6-49F7-AC15-58BB2ECB7519}">
      <dsp:nvSpPr>
        <dsp:cNvPr id="0" name=""/>
        <dsp:cNvSpPr/>
      </dsp:nvSpPr>
      <dsp:spPr>
        <a:xfrm>
          <a:off x="223520" y="1813324"/>
          <a:ext cx="3129280" cy="2952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444500">
            <a:lnSpc>
              <a:spcPct val="90000"/>
            </a:lnSpc>
            <a:spcBef>
              <a:spcPct val="0"/>
            </a:spcBef>
            <a:spcAft>
              <a:spcPct val="35000"/>
            </a:spcAft>
            <a:buNone/>
          </a:pPr>
          <a:r>
            <a:rPr lang="en-US" altLang="en-US" sz="1000" kern="1200" dirty="0"/>
            <a:t>3. </a:t>
          </a:r>
          <a:r>
            <a:rPr lang="zh-CN" altLang="en-US" sz="1000" kern="1200" dirty="0"/>
            <a:t>项目管理流程与结构</a:t>
          </a:r>
        </a:p>
      </dsp:txBody>
      <dsp:txXfrm>
        <a:off x="237930" y="1827734"/>
        <a:ext cx="3100460" cy="266380"/>
      </dsp:txXfrm>
    </dsp:sp>
    <dsp:sp modelId="{CC747699-772A-46CD-813C-CF194BD9B24B}">
      <dsp:nvSpPr>
        <dsp:cNvPr id="0" name=""/>
        <dsp:cNvSpPr/>
      </dsp:nvSpPr>
      <dsp:spPr>
        <a:xfrm>
          <a:off x="0" y="2950025"/>
          <a:ext cx="4470400" cy="7875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08280" rIns="346953" bIns="71120" numCol="1" spcCol="1270" anchor="t" anchorCtr="0">
          <a:noAutofit/>
        </a:bodyPr>
        <a:lstStyle/>
        <a:p>
          <a:pPr marL="57150" lvl="1" indent="-57150" algn="l" defTabSz="444500">
            <a:lnSpc>
              <a:spcPct val="90000"/>
            </a:lnSpc>
            <a:spcBef>
              <a:spcPct val="0"/>
            </a:spcBef>
            <a:spcAft>
              <a:spcPct val="15000"/>
            </a:spcAft>
            <a:buChar char="•"/>
          </a:pPr>
          <a:r>
            <a:rPr lang="zh-CN" altLang="en-US" sz="1000" kern="1200" dirty="0"/>
            <a:t>项目目标的</a:t>
          </a:r>
          <a:r>
            <a:rPr lang="en-US" altLang="en-US" sz="1000" kern="1200" dirty="0"/>
            <a:t>SMART</a:t>
          </a:r>
          <a:r>
            <a:rPr lang="zh-CN" altLang="en-US" sz="1000" kern="1200" dirty="0"/>
            <a:t>原则</a:t>
          </a:r>
        </a:p>
        <a:p>
          <a:pPr marL="57150" lvl="1" indent="-57150" algn="l" defTabSz="444500">
            <a:lnSpc>
              <a:spcPct val="90000"/>
            </a:lnSpc>
            <a:spcBef>
              <a:spcPct val="0"/>
            </a:spcBef>
            <a:spcAft>
              <a:spcPct val="15000"/>
            </a:spcAft>
            <a:buChar char="•"/>
          </a:pPr>
          <a:r>
            <a:rPr lang="zh-CN" altLang="en-US" sz="1000" kern="1200" dirty="0"/>
            <a:t>工作分解结构（</a:t>
          </a:r>
          <a:r>
            <a:rPr lang="en-US" altLang="en-US" sz="1000" kern="1200" dirty="0"/>
            <a:t>WBS</a:t>
          </a:r>
          <a:r>
            <a:rPr lang="zh-CN" altLang="en-US" sz="1000" kern="1200" dirty="0"/>
            <a:t>）的创建与验证</a:t>
          </a:r>
        </a:p>
        <a:p>
          <a:pPr marL="57150" lvl="1" indent="-57150" algn="l" defTabSz="444500">
            <a:lnSpc>
              <a:spcPct val="90000"/>
            </a:lnSpc>
            <a:spcBef>
              <a:spcPct val="0"/>
            </a:spcBef>
            <a:spcAft>
              <a:spcPct val="15000"/>
            </a:spcAft>
            <a:buChar char="•"/>
          </a:pPr>
          <a:r>
            <a:rPr lang="zh-CN" altLang="en-US" sz="1000" kern="1200" dirty="0"/>
            <a:t>子项目与复杂项目的管理</a:t>
          </a:r>
        </a:p>
      </dsp:txBody>
      <dsp:txXfrm>
        <a:off x="0" y="2950025"/>
        <a:ext cx="4470400" cy="787500"/>
      </dsp:txXfrm>
    </dsp:sp>
    <dsp:sp modelId="{32643C36-3F64-498C-8C0D-B7F3E31E4C1E}">
      <dsp:nvSpPr>
        <dsp:cNvPr id="0" name=""/>
        <dsp:cNvSpPr/>
      </dsp:nvSpPr>
      <dsp:spPr>
        <a:xfrm>
          <a:off x="223520" y="2802424"/>
          <a:ext cx="3129280" cy="2952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444500">
            <a:lnSpc>
              <a:spcPct val="90000"/>
            </a:lnSpc>
            <a:spcBef>
              <a:spcPct val="0"/>
            </a:spcBef>
            <a:spcAft>
              <a:spcPct val="35000"/>
            </a:spcAft>
            <a:buNone/>
          </a:pPr>
          <a:r>
            <a:rPr lang="en-US" altLang="en-US" sz="1000" kern="1200" dirty="0"/>
            <a:t>4. </a:t>
          </a:r>
          <a:r>
            <a:rPr lang="zh-CN" altLang="en-US" sz="1000" kern="1200" dirty="0"/>
            <a:t>启动阶段</a:t>
          </a:r>
        </a:p>
      </dsp:txBody>
      <dsp:txXfrm>
        <a:off x="237930" y="2816834"/>
        <a:ext cx="3100460" cy="266380"/>
      </dsp:txXfrm>
    </dsp:sp>
    <dsp:sp modelId="{398923F3-BF23-43A2-B30F-1E245ED93CBB}">
      <dsp:nvSpPr>
        <dsp:cNvPr id="0" name=""/>
        <dsp:cNvSpPr/>
      </dsp:nvSpPr>
      <dsp:spPr>
        <a:xfrm>
          <a:off x="0" y="3939125"/>
          <a:ext cx="4470400" cy="1323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08280" rIns="346953" bIns="71120" numCol="1" spcCol="1270" anchor="t" anchorCtr="0">
          <a:noAutofit/>
        </a:bodyPr>
        <a:lstStyle/>
        <a:p>
          <a:pPr marL="57150" lvl="1" indent="-57150" algn="l" defTabSz="444500">
            <a:lnSpc>
              <a:spcPct val="90000"/>
            </a:lnSpc>
            <a:spcBef>
              <a:spcPct val="0"/>
            </a:spcBef>
            <a:spcAft>
              <a:spcPct val="15000"/>
            </a:spcAft>
            <a:buChar char="•"/>
          </a:pPr>
          <a:r>
            <a:rPr lang="zh-CN" altLang="en-US" sz="1000" kern="1200" dirty="0"/>
            <a:t>项目目标与项目计划的制定</a:t>
          </a:r>
        </a:p>
        <a:p>
          <a:pPr marL="57150" lvl="1" indent="-57150" algn="l" defTabSz="444500">
            <a:lnSpc>
              <a:spcPct val="90000"/>
            </a:lnSpc>
            <a:spcBef>
              <a:spcPct val="0"/>
            </a:spcBef>
            <a:spcAft>
              <a:spcPct val="15000"/>
            </a:spcAft>
            <a:buChar char="•"/>
          </a:pPr>
          <a:r>
            <a:rPr lang="zh-CN" altLang="en-US" sz="1000" kern="1200" dirty="0"/>
            <a:t>资源计划与成本核算</a:t>
          </a:r>
        </a:p>
        <a:p>
          <a:pPr marL="57150" lvl="1" indent="-57150" algn="l" defTabSz="444500">
            <a:lnSpc>
              <a:spcPct val="90000"/>
            </a:lnSpc>
            <a:spcBef>
              <a:spcPct val="0"/>
            </a:spcBef>
            <a:spcAft>
              <a:spcPct val="15000"/>
            </a:spcAft>
            <a:buChar char="•"/>
          </a:pPr>
          <a:r>
            <a:rPr lang="zh-CN" altLang="en-US" sz="1000" kern="1200" dirty="0"/>
            <a:t>工作顺序与网络图的绘制</a:t>
          </a:r>
        </a:p>
        <a:p>
          <a:pPr marL="57150" lvl="1" indent="-57150" algn="l" defTabSz="444500">
            <a:lnSpc>
              <a:spcPct val="90000"/>
            </a:lnSpc>
            <a:spcBef>
              <a:spcPct val="0"/>
            </a:spcBef>
            <a:spcAft>
              <a:spcPct val="15000"/>
            </a:spcAft>
            <a:buChar char="•"/>
          </a:pPr>
          <a:r>
            <a:rPr lang="zh-CN" altLang="en-US" sz="1000" kern="1200" dirty="0"/>
            <a:t>关键路径的识别与分析</a:t>
          </a:r>
        </a:p>
        <a:p>
          <a:pPr marL="57150" lvl="1" indent="-57150" algn="l" defTabSz="444500">
            <a:lnSpc>
              <a:spcPct val="90000"/>
            </a:lnSpc>
            <a:spcBef>
              <a:spcPct val="0"/>
            </a:spcBef>
            <a:spcAft>
              <a:spcPct val="15000"/>
            </a:spcAft>
            <a:buChar char="•"/>
          </a:pPr>
          <a:r>
            <a:rPr lang="zh-CN" altLang="en-US" sz="1000" kern="1200" dirty="0"/>
            <a:t>风险管理计划的制定与实施</a:t>
          </a:r>
        </a:p>
        <a:p>
          <a:pPr marL="57150" lvl="1" indent="-57150" algn="l" defTabSz="444500">
            <a:lnSpc>
              <a:spcPct val="90000"/>
            </a:lnSpc>
            <a:spcBef>
              <a:spcPct val="0"/>
            </a:spcBef>
            <a:spcAft>
              <a:spcPct val="15000"/>
            </a:spcAft>
            <a:buChar char="•"/>
          </a:pPr>
          <a:r>
            <a:rPr lang="zh-CN" altLang="en-US" sz="1000" kern="1200" dirty="0"/>
            <a:t>机会管理与潜在机会的发掘</a:t>
          </a:r>
        </a:p>
      </dsp:txBody>
      <dsp:txXfrm>
        <a:off x="0" y="3939125"/>
        <a:ext cx="4470400" cy="1323000"/>
      </dsp:txXfrm>
    </dsp:sp>
    <dsp:sp modelId="{179E6E21-51F0-484A-874B-F439FDB7A343}">
      <dsp:nvSpPr>
        <dsp:cNvPr id="0" name=""/>
        <dsp:cNvSpPr/>
      </dsp:nvSpPr>
      <dsp:spPr>
        <a:xfrm>
          <a:off x="223520" y="3791525"/>
          <a:ext cx="3129280" cy="2952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444500">
            <a:lnSpc>
              <a:spcPct val="90000"/>
            </a:lnSpc>
            <a:spcBef>
              <a:spcPct val="0"/>
            </a:spcBef>
            <a:spcAft>
              <a:spcPct val="35000"/>
            </a:spcAft>
            <a:buNone/>
          </a:pPr>
          <a:r>
            <a:rPr lang="en-US" altLang="en-US" sz="1000" kern="1200" dirty="0"/>
            <a:t>5. </a:t>
          </a:r>
          <a:r>
            <a:rPr lang="zh-CN" altLang="en-US" sz="1000" kern="1200" dirty="0"/>
            <a:t>规划阶段</a:t>
          </a:r>
        </a:p>
      </dsp:txBody>
      <dsp:txXfrm>
        <a:off x="237930" y="3805935"/>
        <a:ext cx="3100460" cy="26638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BC6CD0-A147-4782-BCB8-4CDB5986F7C0}">
      <dsp:nvSpPr>
        <dsp:cNvPr id="0" name=""/>
        <dsp:cNvSpPr/>
      </dsp:nvSpPr>
      <dsp:spPr>
        <a:xfrm>
          <a:off x="0" y="258305"/>
          <a:ext cx="4470400" cy="13608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49936" rIns="346953" bIns="85344" numCol="1" spcCol="1270" anchor="t" anchorCtr="0">
          <a:noAutofit/>
        </a:bodyPr>
        <a:lstStyle/>
        <a:p>
          <a:pPr marL="114300" lvl="1" indent="-114300" algn="l" defTabSz="533400">
            <a:lnSpc>
              <a:spcPct val="90000"/>
            </a:lnSpc>
            <a:spcBef>
              <a:spcPct val="0"/>
            </a:spcBef>
            <a:spcAft>
              <a:spcPct val="15000"/>
            </a:spcAft>
            <a:buChar char="•"/>
          </a:pPr>
          <a:r>
            <a:rPr lang="zh-CN" altLang="en-US" sz="1200" kern="1200" dirty="0"/>
            <a:t>沟通的重要性与沟通计划</a:t>
          </a:r>
        </a:p>
        <a:p>
          <a:pPr marL="114300" lvl="1" indent="-114300" algn="l" defTabSz="533400">
            <a:lnSpc>
              <a:spcPct val="90000"/>
            </a:lnSpc>
            <a:spcBef>
              <a:spcPct val="0"/>
            </a:spcBef>
            <a:spcAft>
              <a:spcPct val="15000"/>
            </a:spcAft>
            <a:buChar char="•"/>
          </a:pPr>
          <a:r>
            <a:rPr lang="zh-CN" altLang="en-US" sz="1200" kern="1200" dirty="0"/>
            <a:t>沟通方式的选择与应用</a:t>
          </a:r>
        </a:p>
        <a:p>
          <a:pPr marL="114300" lvl="1" indent="-114300" algn="l" defTabSz="533400">
            <a:lnSpc>
              <a:spcPct val="90000"/>
            </a:lnSpc>
            <a:spcBef>
              <a:spcPct val="0"/>
            </a:spcBef>
            <a:spcAft>
              <a:spcPct val="15000"/>
            </a:spcAft>
            <a:buChar char="•"/>
          </a:pPr>
          <a:r>
            <a:rPr lang="zh-CN" altLang="en-US" sz="1200" kern="1200" dirty="0"/>
            <a:t>有效沟通的技巧与实践</a:t>
          </a:r>
        </a:p>
        <a:p>
          <a:pPr marL="114300" lvl="1" indent="-114300" algn="l" defTabSz="533400">
            <a:lnSpc>
              <a:spcPct val="90000"/>
            </a:lnSpc>
            <a:spcBef>
              <a:spcPct val="0"/>
            </a:spcBef>
            <a:spcAft>
              <a:spcPct val="15000"/>
            </a:spcAft>
            <a:buChar char="•"/>
          </a:pPr>
          <a:r>
            <a:rPr lang="zh-CN" altLang="en-US" sz="1200" kern="1200" dirty="0"/>
            <a:t>本质洞察、条理、同理心</a:t>
          </a:r>
        </a:p>
        <a:p>
          <a:pPr marL="114300" lvl="1" indent="-114300" algn="l" defTabSz="533400">
            <a:lnSpc>
              <a:spcPct val="90000"/>
            </a:lnSpc>
            <a:spcBef>
              <a:spcPct val="0"/>
            </a:spcBef>
            <a:spcAft>
              <a:spcPct val="15000"/>
            </a:spcAft>
            <a:buChar char="•"/>
          </a:pPr>
          <a:r>
            <a:rPr lang="zh-CN" altLang="en-US" sz="1200" kern="1200" dirty="0"/>
            <a:t>问题升级与解决策略</a:t>
          </a:r>
        </a:p>
      </dsp:txBody>
      <dsp:txXfrm>
        <a:off x="0" y="258305"/>
        <a:ext cx="4470400" cy="1360800"/>
      </dsp:txXfrm>
    </dsp:sp>
    <dsp:sp modelId="{3755F6E4-575A-4E6A-B574-B611E150BA63}">
      <dsp:nvSpPr>
        <dsp:cNvPr id="0" name=""/>
        <dsp:cNvSpPr/>
      </dsp:nvSpPr>
      <dsp:spPr>
        <a:xfrm>
          <a:off x="223520" y="81185"/>
          <a:ext cx="3129280" cy="35424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533400">
            <a:lnSpc>
              <a:spcPct val="90000"/>
            </a:lnSpc>
            <a:spcBef>
              <a:spcPct val="0"/>
            </a:spcBef>
            <a:spcAft>
              <a:spcPct val="35000"/>
            </a:spcAft>
            <a:buNone/>
          </a:pPr>
          <a:r>
            <a:rPr lang="en-US" altLang="en-US" sz="1200" kern="1200"/>
            <a:t>6. </a:t>
          </a:r>
          <a:r>
            <a:rPr lang="zh-CN" altLang="en-US" sz="1200" kern="1200"/>
            <a:t>沟通管理</a:t>
          </a:r>
          <a:endParaRPr lang="zh-CN" altLang="en-US" sz="1200" kern="1200" dirty="0"/>
        </a:p>
      </dsp:txBody>
      <dsp:txXfrm>
        <a:off x="240813" y="98478"/>
        <a:ext cx="3094694" cy="319654"/>
      </dsp:txXfrm>
    </dsp:sp>
    <dsp:sp modelId="{38A95AAD-342D-465C-BA4B-05A2B7A5B54B}">
      <dsp:nvSpPr>
        <dsp:cNvPr id="0" name=""/>
        <dsp:cNvSpPr/>
      </dsp:nvSpPr>
      <dsp:spPr>
        <a:xfrm>
          <a:off x="0" y="1861025"/>
          <a:ext cx="4470400" cy="1587600"/>
        </a:xfrm>
        <a:prstGeom prst="rect">
          <a:avLst/>
        </a:prstGeom>
        <a:solidFill>
          <a:schemeClr val="lt1">
            <a:alpha val="90000"/>
            <a:hueOff val="0"/>
            <a:satOff val="0"/>
            <a:lumOff val="0"/>
            <a:alphaOff val="0"/>
          </a:schemeClr>
        </a:solidFill>
        <a:ln w="12700" cap="flat" cmpd="sng" algn="ctr">
          <a:solidFill>
            <a:schemeClr val="accent2">
              <a:hueOff val="1045981"/>
              <a:satOff val="-25490"/>
              <a:lumOff val="1594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49936" rIns="346953" bIns="85344" numCol="1" spcCol="1270" anchor="t" anchorCtr="0">
          <a:noAutofit/>
        </a:bodyPr>
        <a:lstStyle/>
        <a:p>
          <a:pPr marL="114300" lvl="1" indent="-114300" algn="l" defTabSz="533400">
            <a:lnSpc>
              <a:spcPct val="90000"/>
            </a:lnSpc>
            <a:spcBef>
              <a:spcPct val="0"/>
            </a:spcBef>
            <a:spcAft>
              <a:spcPct val="15000"/>
            </a:spcAft>
            <a:buChar char="•"/>
          </a:pPr>
          <a:r>
            <a:rPr lang="zh-CN" altLang="en-US" sz="1200" kern="1200" dirty="0"/>
            <a:t>团队建设与沟通管理</a:t>
          </a:r>
        </a:p>
        <a:p>
          <a:pPr marL="114300" lvl="1" indent="-114300" algn="l" defTabSz="533400">
            <a:lnSpc>
              <a:spcPct val="90000"/>
            </a:lnSpc>
            <a:spcBef>
              <a:spcPct val="0"/>
            </a:spcBef>
            <a:spcAft>
              <a:spcPct val="15000"/>
            </a:spcAft>
            <a:buChar char="•"/>
          </a:pPr>
          <a:r>
            <a:rPr lang="zh-CN" altLang="en-US" sz="1200" kern="1200" dirty="0"/>
            <a:t>项目启动会议的组织与执行</a:t>
          </a:r>
        </a:p>
        <a:p>
          <a:pPr marL="114300" lvl="1" indent="-114300" algn="l" defTabSz="533400">
            <a:lnSpc>
              <a:spcPct val="90000"/>
            </a:lnSpc>
            <a:spcBef>
              <a:spcPct val="0"/>
            </a:spcBef>
            <a:spcAft>
              <a:spcPct val="15000"/>
            </a:spcAft>
            <a:buChar char="•"/>
          </a:pPr>
          <a:r>
            <a:rPr lang="zh-CN" altLang="en-US" sz="1200" kern="1200" dirty="0"/>
            <a:t>变更管理的原则与实践</a:t>
          </a:r>
        </a:p>
        <a:p>
          <a:pPr marL="114300" lvl="1" indent="-114300" algn="l" defTabSz="533400">
            <a:lnSpc>
              <a:spcPct val="90000"/>
            </a:lnSpc>
            <a:spcBef>
              <a:spcPct val="0"/>
            </a:spcBef>
            <a:spcAft>
              <a:spcPct val="15000"/>
            </a:spcAft>
            <a:buChar char="•"/>
          </a:pPr>
          <a:r>
            <a:rPr lang="zh-CN" altLang="en-US" sz="1200" kern="1200" dirty="0"/>
            <a:t>监督与控制项目进度</a:t>
          </a:r>
        </a:p>
        <a:p>
          <a:pPr marL="114300" lvl="1" indent="-114300" algn="l" defTabSz="533400">
            <a:lnSpc>
              <a:spcPct val="90000"/>
            </a:lnSpc>
            <a:spcBef>
              <a:spcPct val="0"/>
            </a:spcBef>
            <a:spcAft>
              <a:spcPct val="15000"/>
            </a:spcAft>
            <a:buChar char="•"/>
          </a:pPr>
          <a:r>
            <a:rPr lang="zh-CN" altLang="en-US" sz="1200" kern="1200" dirty="0"/>
            <a:t>里程碑的设定与检查</a:t>
          </a:r>
        </a:p>
        <a:p>
          <a:pPr marL="114300" lvl="1" indent="-114300" algn="l" defTabSz="533400">
            <a:lnSpc>
              <a:spcPct val="90000"/>
            </a:lnSpc>
            <a:spcBef>
              <a:spcPct val="0"/>
            </a:spcBef>
            <a:spcAft>
              <a:spcPct val="15000"/>
            </a:spcAft>
            <a:buChar char="•"/>
          </a:pPr>
          <a:r>
            <a:rPr lang="zh-CN" altLang="en-US" sz="1200" kern="1200" dirty="0"/>
            <a:t>完工总结与经验教训的记录</a:t>
          </a:r>
        </a:p>
      </dsp:txBody>
      <dsp:txXfrm>
        <a:off x="0" y="1861025"/>
        <a:ext cx="4470400" cy="1587600"/>
      </dsp:txXfrm>
    </dsp:sp>
    <dsp:sp modelId="{68726FB8-F850-484F-807C-5F548B93A76C}">
      <dsp:nvSpPr>
        <dsp:cNvPr id="0" name=""/>
        <dsp:cNvSpPr/>
      </dsp:nvSpPr>
      <dsp:spPr>
        <a:xfrm>
          <a:off x="223520" y="1683905"/>
          <a:ext cx="3129280" cy="354240"/>
        </a:xfrm>
        <a:prstGeom prst="roundRect">
          <a:avLst/>
        </a:prstGeom>
        <a:solidFill>
          <a:schemeClr val="accent2">
            <a:hueOff val="1045981"/>
            <a:satOff val="-25490"/>
            <a:lumOff val="1594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533400">
            <a:lnSpc>
              <a:spcPct val="90000"/>
            </a:lnSpc>
            <a:spcBef>
              <a:spcPct val="0"/>
            </a:spcBef>
            <a:spcAft>
              <a:spcPct val="35000"/>
            </a:spcAft>
            <a:buNone/>
          </a:pPr>
          <a:r>
            <a:rPr lang="en-US" altLang="en-US" sz="1200" kern="1200" dirty="0"/>
            <a:t>7. </a:t>
          </a:r>
          <a:r>
            <a:rPr lang="zh-CN" altLang="en-US" sz="1200" kern="1200" dirty="0"/>
            <a:t>执行阶段</a:t>
          </a:r>
        </a:p>
      </dsp:txBody>
      <dsp:txXfrm>
        <a:off x="240813" y="1701198"/>
        <a:ext cx="3094694" cy="319654"/>
      </dsp:txXfrm>
    </dsp:sp>
    <dsp:sp modelId="{859D7C8B-C7C2-464A-B1FC-1E711E567C29}">
      <dsp:nvSpPr>
        <dsp:cNvPr id="0" name=""/>
        <dsp:cNvSpPr/>
      </dsp:nvSpPr>
      <dsp:spPr>
        <a:xfrm>
          <a:off x="0" y="3690545"/>
          <a:ext cx="4470400" cy="737100"/>
        </a:xfrm>
        <a:prstGeom prst="rect">
          <a:avLst/>
        </a:prstGeom>
        <a:solidFill>
          <a:schemeClr val="lt1">
            <a:alpha val="90000"/>
            <a:hueOff val="0"/>
            <a:satOff val="0"/>
            <a:lumOff val="0"/>
            <a:alphaOff val="0"/>
          </a:schemeClr>
        </a:solidFill>
        <a:ln w="12700" cap="flat" cmpd="sng" algn="ctr">
          <a:solidFill>
            <a:schemeClr val="accent2">
              <a:hueOff val="2091962"/>
              <a:satOff val="-50981"/>
              <a:lumOff val="3189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49936" rIns="346953" bIns="85344" numCol="1" spcCol="1270" anchor="t" anchorCtr="0">
          <a:noAutofit/>
        </a:bodyPr>
        <a:lstStyle/>
        <a:p>
          <a:pPr marL="114300" lvl="1" indent="-114300" algn="l" defTabSz="533400">
            <a:lnSpc>
              <a:spcPct val="90000"/>
            </a:lnSpc>
            <a:spcBef>
              <a:spcPct val="0"/>
            </a:spcBef>
            <a:spcAft>
              <a:spcPct val="15000"/>
            </a:spcAft>
            <a:buChar char="•"/>
          </a:pPr>
          <a:r>
            <a:rPr lang="zh-CN" altLang="en-US" sz="1200" kern="1200" dirty="0"/>
            <a:t>分析案例中项目管理的成功与失败因素</a:t>
          </a:r>
        </a:p>
        <a:p>
          <a:pPr marL="114300" lvl="1" indent="-114300" algn="l" defTabSz="533400">
            <a:lnSpc>
              <a:spcPct val="90000"/>
            </a:lnSpc>
            <a:spcBef>
              <a:spcPct val="0"/>
            </a:spcBef>
            <a:spcAft>
              <a:spcPct val="15000"/>
            </a:spcAft>
            <a:buChar char="•"/>
          </a:pPr>
          <a:r>
            <a:rPr lang="zh-CN" altLang="en-US" sz="1200" kern="1200" dirty="0"/>
            <a:t>讨论案例中的实践要点与改进措施</a:t>
          </a:r>
        </a:p>
      </dsp:txBody>
      <dsp:txXfrm>
        <a:off x="0" y="3690545"/>
        <a:ext cx="4470400" cy="737100"/>
      </dsp:txXfrm>
    </dsp:sp>
    <dsp:sp modelId="{52F20966-0241-41AD-B0B6-611D0C6F34C4}">
      <dsp:nvSpPr>
        <dsp:cNvPr id="0" name=""/>
        <dsp:cNvSpPr/>
      </dsp:nvSpPr>
      <dsp:spPr>
        <a:xfrm>
          <a:off x="223520" y="3513425"/>
          <a:ext cx="3129280" cy="354240"/>
        </a:xfrm>
        <a:prstGeom prst="roundRect">
          <a:avLst/>
        </a:prstGeom>
        <a:solidFill>
          <a:schemeClr val="accent2">
            <a:hueOff val="2091962"/>
            <a:satOff val="-50981"/>
            <a:lumOff val="3189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533400">
            <a:lnSpc>
              <a:spcPct val="90000"/>
            </a:lnSpc>
            <a:spcBef>
              <a:spcPct val="0"/>
            </a:spcBef>
            <a:spcAft>
              <a:spcPct val="35000"/>
            </a:spcAft>
            <a:buNone/>
          </a:pPr>
          <a:r>
            <a:rPr lang="en-US" altLang="en-US" sz="1200" kern="1200" dirty="0"/>
            <a:t>8. </a:t>
          </a:r>
          <a:r>
            <a:rPr lang="zh-CN" altLang="en-US" sz="1200" kern="1200" dirty="0"/>
            <a:t>案例分析与实践</a:t>
          </a:r>
        </a:p>
      </dsp:txBody>
      <dsp:txXfrm>
        <a:off x="240813" y="3530718"/>
        <a:ext cx="3094694" cy="319654"/>
      </dsp:txXfrm>
    </dsp:sp>
    <dsp:sp modelId="{1AFA2BE4-8F25-429D-BE4A-CDC62FBFACBC}">
      <dsp:nvSpPr>
        <dsp:cNvPr id="0" name=""/>
        <dsp:cNvSpPr/>
      </dsp:nvSpPr>
      <dsp:spPr>
        <a:xfrm>
          <a:off x="0" y="4669564"/>
          <a:ext cx="4470400" cy="519750"/>
        </a:xfrm>
        <a:prstGeom prst="rect">
          <a:avLst/>
        </a:prstGeom>
        <a:solidFill>
          <a:schemeClr val="lt1">
            <a:alpha val="90000"/>
            <a:hueOff val="0"/>
            <a:satOff val="0"/>
            <a:lumOff val="0"/>
            <a:alphaOff val="0"/>
          </a:schemeClr>
        </a:solidFill>
        <a:ln w="12700" cap="flat" cmpd="sng" algn="ctr">
          <a:solidFill>
            <a:schemeClr val="accent2">
              <a:hueOff val="3137943"/>
              <a:satOff val="-76471"/>
              <a:lumOff val="4784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49936" rIns="346953" bIns="85344" numCol="1" spcCol="1270" anchor="t" anchorCtr="0">
          <a:noAutofit/>
        </a:bodyPr>
        <a:lstStyle/>
        <a:p>
          <a:pPr marL="114300" lvl="1" indent="-114300" algn="l" defTabSz="533400">
            <a:lnSpc>
              <a:spcPct val="90000"/>
            </a:lnSpc>
            <a:spcBef>
              <a:spcPct val="0"/>
            </a:spcBef>
            <a:spcAft>
              <a:spcPct val="15000"/>
            </a:spcAft>
            <a:buChar char="•"/>
          </a:pPr>
          <a:r>
            <a:rPr lang="zh-CN" altLang="en-US" sz="1200" kern="1200" dirty="0"/>
            <a:t>回顾课程要点</a:t>
          </a:r>
        </a:p>
      </dsp:txBody>
      <dsp:txXfrm>
        <a:off x="0" y="4669564"/>
        <a:ext cx="4470400" cy="519750"/>
      </dsp:txXfrm>
    </dsp:sp>
    <dsp:sp modelId="{702E3781-5686-4E38-883A-7E2A33C0B2C6}">
      <dsp:nvSpPr>
        <dsp:cNvPr id="0" name=""/>
        <dsp:cNvSpPr/>
      </dsp:nvSpPr>
      <dsp:spPr>
        <a:xfrm>
          <a:off x="223520" y="4492445"/>
          <a:ext cx="3129280" cy="354240"/>
        </a:xfrm>
        <a:prstGeom prst="roundRect">
          <a:avLst/>
        </a:prstGeom>
        <a:solidFill>
          <a:schemeClr val="accent2">
            <a:hueOff val="3137943"/>
            <a:satOff val="-76471"/>
            <a:lumOff val="47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533400">
            <a:lnSpc>
              <a:spcPct val="90000"/>
            </a:lnSpc>
            <a:spcBef>
              <a:spcPct val="0"/>
            </a:spcBef>
            <a:spcAft>
              <a:spcPct val="35000"/>
            </a:spcAft>
            <a:buNone/>
          </a:pPr>
          <a:r>
            <a:rPr lang="en-US" altLang="en-US" sz="1200" kern="1200" dirty="0"/>
            <a:t>9. </a:t>
          </a:r>
          <a:r>
            <a:rPr lang="zh-CN" altLang="en-US" sz="1200" kern="1200" dirty="0"/>
            <a:t>课程总结和回顾</a:t>
          </a:r>
        </a:p>
      </dsp:txBody>
      <dsp:txXfrm>
        <a:off x="240813" y="4509738"/>
        <a:ext cx="3094694" cy="319654"/>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A763EA-CAF2-4CA1-A6AA-E78FBA7C60F0}">
      <dsp:nvSpPr>
        <dsp:cNvPr id="0" name=""/>
        <dsp:cNvSpPr/>
      </dsp:nvSpPr>
      <dsp:spPr>
        <a:xfrm>
          <a:off x="721591" y="0"/>
          <a:ext cx="4043679" cy="4043679"/>
        </a:xfrm>
        <a:prstGeom prst="quadArrow">
          <a:avLst>
            <a:gd name="adj1" fmla="val 2000"/>
            <a:gd name="adj2" fmla="val 4000"/>
            <a:gd name="adj3" fmla="val 5000"/>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B732888-BD0F-4DF5-B245-864A526E1686}">
      <dsp:nvSpPr>
        <dsp:cNvPr id="0" name=""/>
        <dsp:cNvSpPr/>
      </dsp:nvSpPr>
      <dsp:spPr>
        <a:xfrm>
          <a:off x="984430" y="262839"/>
          <a:ext cx="1617471" cy="1617471"/>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t>预防</a:t>
          </a:r>
        </a:p>
      </dsp:txBody>
      <dsp:txXfrm>
        <a:off x="1063388" y="341797"/>
        <a:ext cx="1459555" cy="1459555"/>
      </dsp:txXfrm>
    </dsp:sp>
    <dsp:sp modelId="{DF3777A6-8438-4C0D-849C-3D351BE2AEC0}">
      <dsp:nvSpPr>
        <dsp:cNvPr id="0" name=""/>
        <dsp:cNvSpPr/>
      </dsp:nvSpPr>
      <dsp:spPr>
        <a:xfrm>
          <a:off x="2884959" y="262839"/>
          <a:ext cx="1617471" cy="1617471"/>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t>预防</a:t>
          </a:r>
          <a:br>
            <a:rPr lang="en-US" altLang="zh-CN" sz="2400" kern="1200" dirty="0"/>
          </a:br>
          <a:r>
            <a:rPr lang="en-US" altLang="zh-CN" sz="2400" kern="1200" dirty="0"/>
            <a:t>+</a:t>
          </a:r>
          <a:r>
            <a:rPr lang="zh-CN" altLang="en-US" sz="2400" kern="1200" dirty="0"/>
            <a:t>补救</a:t>
          </a:r>
          <a:br>
            <a:rPr lang="en-US" altLang="zh-CN" sz="2400" kern="1200" dirty="0"/>
          </a:br>
          <a:r>
            <a:rPr lang="en-US" altLang="zh-CN" sz="2400" kern="1200" dirty="0"/>
            <a:t>+</a:t>
          </a:r>
          <a:r>
            <a:rPr lang="zh-CN" altLang="en-US" sz="2400" kern="1200" dirty="0"/>
            <a:t>转移</a:t>
          </a:r>
        </a:p>
      </dsp:txBody>
      <dsp:txXfrm>
        <a:off x="2963917" y="341797"/>
        <a:ext cx="1459555" cy="1459555"/>
      </dsp:txXfrm>
    </dsp:sp>
    <dsp:sp modelId="{ED54EE0F-A052-4034-8094-12A98E4864B9}">
      <dsp:nvSpPr>
        <dsp:cNvPr id="0" name=""/>
        <dsp:cNvSpPr/>
      </dsp:nvSpPr>
      <dsp:spPr>
        <a:xfrm>
          <a:off x="984430" y="2163368"/>
          <a:ext cx="1617471" cy="1617471"/>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t>接受</a:t>
          </a:r>
        </a:p>
      </dsp:txBody>
      <dsp:txXfrm>
        <a:off x="1063388" y="2242326"/>
        <a:ext cx="1459555" cy="1459555"/>
      </dsp:txXfrm>
    </dsp:sp>
    <dsp:sp modelId="{558CCD7C-9C04-4249-9AE4-AE165C211B39}">
      <dsp:nvSpPr>
        <dsp:cNvPr id="0" name=""/>
        <dsp:cNvSpPr/>
      </dsp:nvSpPr>
      <dsp:spPr>
        <a:xfrm>
          <a:off x="2884959" y="2163368"/>
          <a:ext cx="1617471" cy="1617471"/>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t>补救</a:t>
          </a:r>
        </a:p>
      </dsp:txBody>
      <dsp:txXfrm>
        <a:off x="2963917" y="2242326"/>
        <a:ext cx="1459555" cy="1459555"/>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1E9F1F-E4DF-43C2-8351-BB16DBEE3A92}">
      <dsp:nvSpPr>
        <dsp:cNvPr id="0" name=""/>
        <dsp:cNvSpPr/>
      </dsp:nvSpPr>
      <dsp:spPr>
        <a:xfrm>
          <a:off x="0" y="155974"/>
          <a:ext cx="4470400" cy="6142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08280" rIns="346953" bIns="71120" numCol="1" spcCol="1270" anchor="t" anchorCtr="0">
          <a:noAutofit/>
        </a:bodyPr>
        <a:lstStyle/>
        <a:p>
          <a:pPr marL="57150" lvl="1" indent="-57150" algn="l" defTabSz="444500">
            <a:lnSpc>
              <a:spcPct val="90000"/>
            </a:lnSpc>
            <a:spcBef>
              <a:spcPct val="0"/>
            </a:spcBef>
            <a:spcAft>
              <a:spcPct val="15000"/>
            </a:spcAft>
            <a:buChar char="•"/>
          </a:pPr>
          <a:r>
            <a:rPr lang="zh-CN" altLang="en-US" sz="1000" kern="1200" dirty="0"/>
            <a:t>项目管理的重要性</a:t>
          </a:r>
        </a:p>
        <a:p>
          <a:pPr marL="57150" lvl="1" indent="-57150" algn="l" defTabSz="444500">
            <a:lnSpc>
              <a:spcPct val="90000"/>
            </a:lnSpc>
            <a:spcBef>
              <a:spcPct val="0"/>
            </a:spcBef>
            <a:spcAft>
              <a:spcPct val="15000"/>
            </a:spcAft>
            <a:buChar char="•"/>
          </a:pPr>
          <a:r>
            <a:rPr lang="zh-CN" altLang="en-US" sz="1000" kern="1200" dirty="0"/>
            <a:t>课程目标</a:t>
          </a:r>
        </a:p>
      </dsp:txBody>
      <dsp:txXfrm>
        <a:off x="0" y="155974"/>
        <a:ext cx="4470400" cy="614250"/>
      </dsp:txXfrm>
    </dsp:sp>
    <dsp:sp modelId="{4BE67D07-2CEC-4DE8-AD5E-DDD7D322FC39}">
      <dsp:nvSpPr>
        <dsp:cNvPr id="0" name=""/>
        <dsp:cNvSpPr/>
      </dsp:nvSpPr>
      <dsp:spPr>
        <a:xfrm>
          <a:off x="223520" y="8374"/>
          <a:ext cx="3129280" cy="2952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444500">
            <a:lnSpc>
              <a:spcPct val="90000"/>
            </a:lnSpc>
            <a:spcBef>
              <a:spcPct val="0"/>
            </a:spcBef>
            <a:spcAft>
              <a:spcPct val="35000"/>
            </a:spcAft>
            <a:buNone/>
          </a:pPr>
          <a:r>
            <a:rPr lang="en-US" altLang="en-US" sz="1000" kern="1200" dirty="0"/>
            <a:t>1. </a:t>
          </a:r>
          <a:r>
            <a:rPr lang="zh-CN" altLang="en-US" sz="1000" kern="1200" dirty="0"/>
            <a:t>引言</a:t>
          </a:r>
        </a:p>
      </dsp:txBody>
      <dsp:txXfrm>
        <a:off x="237930" y="22784"/>
        <a:ext cx="3100460" cy="266380"/>
      </dsp:txXfrm>
    </dsp:sp>
    <dsp:sp modelId="{B899DC30-F1C2-42B2-A49E-40C00661E4B3}">
      <dsp:nvSpPr>
        <dsp:cNvPr id="0" name=""/>
        <dsp:cNvSpPr/>
      </dsp:nvSpPr>
      <dsp:spPr>
        <a:xfrm>
          <a:off x="0" y="971824"/>
          <a:ext cx="4470400" cy="7875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08280" rIns="346953" bIns="71120" numCol="1" spcCol="1270" anchor="t" anchorCtr="0">
          <a:noAutofit/>
        </a:bodyPr>
        <a:lstStyle/>
        <a:p>
          <a:pPr marL="57150" lvl="1" indent="-57150" algn="l" defTabSz="444500">
            <a:lnSpc>
              <a:spcPct val="90000"/>
            </a:lnSpc>
            <a:spcBef>
              <a:spcPct val="0"/>
            </a:spcBef>
            <a:spcAft>
              <a:spcPct val="15000"/>
            </a:spcAft>
            <a:buChar char="•"/>
          </a:pPr>
          <a:r>
            <a:rPr lang="zh-CN" altLang="en-US" sz="1000" kern="1200" dirty="0"/>
            <a:t>项目的定义与特点</a:t>
          </a:r>
        </a:p>
        <a:p>
          <a:pPr marL="57150" lvl="1" indent="-57150" algn="l" defTabSz="444500">
            <a:lnSpc>
              <a:spcPct val="90000"/>
            </a:lnSpc>
            <a:spcBef>
              <a:spcPct val="0"/>
            </a:spcBef>
            <a:spcAft>
              <a:spcPct val="15000"/>
            </a:spcAft>
            <a:buChar char="•"/>
          </a:pPr>
          <a:r>
            <a:rPr lang="zh-CN" altLang="en-US" sz="1000" kern="1200" dirty="0"/>
            <a:t>项目相关方的角色与影响</a:t>
          </a:r>
        </a:p>
        <a:p>
          <a:pPr marL="57150" lvl="1" indent="-57150" algn="l" defTabSz="444500">
            <a:lnSpc>
              <a:spcPct val="90000"/>
            </a:lnSpc>
            <a:spcBef>
              <a:spcPct val="0"/>
            </a:spcBef>
            <a:spcAft>
              <a:spcPct val="15000"/>
            </a:spcAft>
            <a:buChar char="•"/>
          </a:pPr>
          <a:r>
            <a:rPr lang="zh-CN" altLang="en-US" sz="1000" kern="1200" dirty="0"/>
            <a:t>项目三角形：范围、时间、成本</a:t>
          </a:r>
        </a:p>
      </dsp:txBody>
      <dsp:txXfrm>
        <a:off x="0" y="971824"/>
        <a:ext cx="4470400" cy="787500"/>
      </dsp:txXfrm>
    </dsp:sp>
    <dsp:sp modelId="{5FB0413C-35B7-4DCF-9F0C-E2FE058FDE6A}">
      <dsp:nvSpPr>
        <dsp:cNvPr id="0" name=""/>
        <dsp:cNvSpPr/>
      </dsp:nvSpPr>
      <dsp:spPr>
        <a:xfrm>
          <a:off x="223520" y="824224"/>
          <a:ext cx="3129280" cy="2952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444500">
            <a:lnSpc>
              <a:spcPct val="90000"/>
            </a:lnSpc>
            <a:spcBef>
              <a:spcPct val="0"/>
            </a:spcBef>
            <a:spcAft>
              <a:spcPct val="35000"/>
            </a:spcAft>
            <a:buNone/>
          </a:pPr>
          <a:r>
            <a:rPr lang="en-US" altLang="en-US" sz="1000" kern="1200" dirty="0"/>
            <a:t>2. </a:t>
          </a:r>
          <a:r>
            <a:rPr lang="zh-CN" altLang="en-US" sz="1000" kern="1200" dirty="0"/>
            <a:t>项目管理基本概念</a:t>
          </a:r>
        </a:p>
      </dsp:txBody>
      <dsp:txXfrm>
        <a:off x="237930" y="838634"/>
        <a:ext cx="3100460" cy="266380"/>
      </dsp:txXfrm>
    </dsp:sp>
    <dsp:sp modelId="{DA89A198-BD03-417D-B8D8-F7EFC21869EA}">
      <dsp:nvSpPr>
        <dsp:cNvPr id="0" name=""/>
        <dsp:cNvSpPr/>
      </dsp:nvSpPr>
      <dsp:spPr>
        <a:xfrm>
          <a:off x="0" y="1960924"/>
          <a:ext cx="4470400" cy="7875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08280" rIns="346953" bIns="71120" numCol="1" spcCol="1270" anchor="t" anchorCtr="0">
          <a:noAutofit/>
        </a:bodyPr>
        <a:lstStyle/>
        <a:p>
          <a:pPr marL="57150" lvl="1" indent="-57150" algn="l" defTabSz="444500">
            <a:lnSpc>
              <a:spcPct val="90000"/>
            </a:lnSpc>
            <a:spcBef>
              <a:spcPct val="0"/>
            </a:spcBef>
            <a:spcAft>
              <a:spcPct val="15000"/>
            </a:spcAft>
            <a:buChar char="•"/>
          </a:pPr>
          <a:r>
            <a:rPr lang="zh-CN" altLang="en-US" sz="1000" kern="1200" dirty="0"/>
            <a:t>项目管理知识体系概述</a:t>
          </a:r>
        </a:p>
        <a:p>
          <a:pPr marL="57150" lvl="1" indent="-57150" algn="l" defTabSz="444500">
            <a:lnSpc>
              <a:spcPct val="90000"/>
            </a:lnSpc>
            <a:spcBef>
              <a:spcPct val="0"/>
            </a:spcBef>
            <a:spcAft>
              <a:spcPct val="15000"/>
            </a:spcAft>
            <a:buChar char="•"/>
          </a:pPr>
          <a:r>
            <a:rPr lang="zh-CN" altLang="en-US" sz="1000" kern="1200" dirty="0"/>
            <a:t>项目管理流程的三个阶段：定义、计划、实施</a:t>
          </a:r>
        </a:p>
        <a:p>
          <a:pPr marL="57150" lvl="1" indent="-57150" algn="l" defTabSz="444500">
            <a:lnSpc>
              <a:spcPct val="90000"/>
            </a:lnSpc>
            <a:spcBef>
              <a:spcPct val="0"/>
            </a:spcBef>
            <a:spcAft>
              <a:spcPct val="15000"/>
            </a:spcAft>
            <a:buChar char="•"/>
          </a:pPr>
          <a:r>
            <a:rPr lang="zh-CN" altLang="en-US" sz="1000" kern="1200" dirty="0"/>
            <a:t>项目生命周期与方法论</a:t>
          </a:r>
        </a:p>
      </dsp:txBody>
      <dsp:txXfrm>
        <a:off x="0" y="1960924"/>
        <a:ext cx="4470400" cy="787500"/>
      </dsp:txXfrm>
    </dsp:sp>
    <dsp:sp modelId="{98AD5124-3CF6-49F7-AC15-58BB2ECB7519}">
      <dsp:nvSpPr>
        <dsp:cNvPr id="0" name=""/>
        <dsp:cNvSpPr/>
      </dsp:nvSpPr>
      <dsp:spPr>
        <a:xfrm>
          <a:off x="223520" y="1813324"/>
          <a:ext cx="3129280" cy="2952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444500">
            <a:lnSpc>
              <a:spcPct val="90000"/>
            </a:lnSpc>
            <a:spcBef>
              <a:spcPct val="0"/>
            </a:spcBef>
            <a:spcAft>
              <a:spcPct val="35000"/>
            </a:spcAft>
            <a:buNone/>
          </a:pPr>
          <a:r>
            <a:rPr lang="en-US" altLang="en-US" sz="1000" kern="1200" dirty="0"/>
            <a:t>3. </a:t>
          </a:r>
          <a:r>
            <a:rPr lang="zh-CN" altLang="en-US" sz="1000" kern="1200" dirty="0"/>
            <a:t>项目管理流程与结构</a:t>
          </a:r>
        </a:p>
      </dsp:txBody>
      <dsp:txXfrm>
        <a:off x="237930" y="1827734"/>
        <a:ext cx="3100460" cy="266380"/>
      </dsp:txXfrm>
    </dsp:sp>
    <dsp:sp modelId="{CC747699-772A-46CD-813C-CF194BD9B24B}">
      <dsp:nvSpPr>
        <dsp:cNvPr id="0" name=""/>
        <dsp:cNvSpPr/>
      </dsp:nvSpPr>
      <dsp:spPr>
        <a:xfrm>
          <a:off x="0" y="2950025"/>
          <a:ext cx="4470400" cy="7875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08280" rIns="346953" bIns="71120" numCol="1" spcCol="1270" anchor="t" anchorCtr="0">
          <a:noAutofit/>
        </a:bodyPr>
        <a:lstStyle/>
        <a:p>
          <a:pPr marL="57150" lvl="1" indent="-57150" algn="l" defTabSz="444500">
            <a:lnSpc>
              <a:spcPct val="90000"/>
            </a:lnSpc>
            <a:spcBef>
              <a:spcPct val="0"/>
            </a:spcBef>
            <a:spcAft>
              <a:spcPct val="15000"/>
            </a:spcAft>
            <a:buChar char="•"/>
          </a:pPr>
          <a:r>
            <a:rPr lang="zh-CN" altLang="en-US" sz="1000" kern="1200" dirty="0"/>
            <a:t>项目目标的</a:t>
          </a:r>
          <a:r>
            <a:rPr lang="en-US" altLang="en-US" sz="1000" kern="1200" dirty="0"/>
            <a:t>SMART</a:t>
          </a:r>
          <a:r>
            <a:rPr lang="zh-CN" altLang="en-US" sz="1000" kern="1200" dirty="0"/>
            <a:t>原则</a:t>
          </a:r>
        </a:p>
        <a:p>
          <a:pPr marL="57150" lvl="1" indent="-57150" algn="l" defTabSz="444500">
            <a:lnSpc>
              <a:spcPct val="90000"/>
            </a:lnSpc>
            <a:spcBef>
              <a:spcPct val="0"/>
            </a:spcBef>
            <a:spcAft>
              <a:spcPct val="15000"/>
            </a:spcAft>
            <a:buChar char="•"/>
          </a:pPr>
          <a:r>
            <a:rPr lang="zh-CN" altLang="en-US" sz="1000" kern="1200" dirty="0"/>
            <a:t>工作分解结构（</a:t>
          </a:r>
          <a:r>
            <a:rPr lang="en-US" altLang="en-US" sz="1000" kern="1200" dirty="0"/>
            <a:t>WBS</a:t>
          </a:r>
          <a:r>
            <a:rPr lang="zh-CN" altLang="en-US" sz="1000" kern="1200" dirty="0"/>
            <a:t>）的创建与验证</a:t>
          </a:r>
        </a:p>
        <a:p>
          <a:pPr marL="57150" lvl="1" indent="-57150" algn="l" defTabSz="444500">
            <a:lnSpc>
              <a:spcPct val="90000"/>
            </a:lnSpc>
            <a:spcBef>
              <a:spcPct val="0"/>
            </a:spcBef>
            <a:spcAft>
              <a:spcPct val="15000"/>
            </a:spcAft>
            <a:buChar char="•"/>
          </a:pPr>
          <a:r>
            <a:rPr lang="zh-CN" altLang="en-US" sz="1000" kern="1200" dirty="0"/>
            <a:t>子项目与复杂项目的管理</a:t>
          </a:r>
        </a:p>
      </dsp:txBody>
      <dsp:txXfrm>
        <a:off x="0" y="2950025"/>
        <a:ext cx="4470400" cy="787500"/>
      </dsp:txXfrm>
    </dsp:sp>
    <dsp:sp modelId="{32643C36-3F64-498C-8C0D-B7F3E31E4C1E}">
      <dsp:nvSpPr>
        <dsp:cNvPr id="0" name=""/>
        <dsp:cNvSpPr/>
      </dsp:nvSpPr>
      <dsp:spPr>
        <a:xfrm>
          <a:off x="223520" y="2802424"/>
          <a:ext cx="3129280" cy="2952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444500">
            <a:lnSpc>
              <a:spcPct val="90000"/>
            </a:lnSpc>
            <a:spcBef>
              <a:spcPct val="0"/>
            </a:spcBef>
            <a:spcAft>
              <a:spcPct val="35000"/>
            </a:spcAft>
            <a:buNone/>
          </a:pPr>
          <a:r>
            <a:rPr lang="en-US" altLang="en-US" sz="1000" kern="1200" dirty="0"/>
            <a:t>4. </a:t>
          </a:r>
          <a:r>
            <a:rPr lang="zh-CN" altLang="en-US" sz="1000" kern="1200" dirty="0"/>
            <a:t>启动阶段</a:t>
          </a:r>
        </a:p>
      </dsp:txBody>
      <dsp:txXfrm>
        <a:off x="237930" y="2816834"/>
        <a:ext cx="3100460" cy="266380"/>
      </dsp:txXfrm>
    </dsp:sp>
    <dsp:sp modelId="{398923F3-BF23-43A2-B30F-1E245ED93CBB}">
      <dsp:nvSpPr>
        <dsp:cNvPr id="0" name=""/>
        <dsp:cNvSpPr/>
      </dsp:nvSpPr>
      <dsp:spPr>
        <a:xfrm>
          <a:off x="0" y="3939125"/>
          <a:ext cx="4470400" cy="1323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08280" rIns="346953" bIns="71120" numCol="1" spcCol="1270" anchor="t" anchorCtr="0">
          <a:noAutofit/>
        </a:bodyPr>
        <a:lstStyle/>
        <a:p>
          <a:pPr marL="57150" lvl="1" indent="-57150" algn="l" defTabSz="444500">
            <a:lnSpc>
              <a:spcPct val="90000"/>
            </a:lnSpc>
            <a:spcBef>
              <a:spcPct val="0"/>
            </a:spcBef>
            <a:spcAft>
              <a:spcPct val="15000"/>
            </a:spcAft>
            <a:buChar char="•"/>
          </a:pPr>
          <a:r>
            <a:rPr lang="zh-CN" altLang="en-US" sz="1000" kern="1200" dirty="0"/>
            <a:t>项目目标与项目计划的制定</a:t>
          </a:r>
        </a:p>
        <a:p>
          <a:pPr marL="57150" lvl="1" indent="-57150" algn="l" defTabSz="444500">
            <a:lnSpc>
              <a:spcPct val="90000"/>
            </a:lnSpc>
            <a:spcBef>
              <a:spcPct val="0"/>
            </a:spcBef>
            <a:spcAft>
              <a:spcPct val="15000"/>
            </a:spcAft>
            <a:buChar char="•"/>
          </a:pPr>
          <a:r>
            <a:rPr lang="zh-CN" altLang="en-US" sz="1000" kern="1200" dirty="0"/>
            <a:t>资源计划与成本核算</a:t>
          </a:r>
        </a:p>
        <a:p>
          <a:pPr marL="57150" lvl="1" indent="-57150" algn="l" defTabSz="444500">
            <a:lnSpc>
              <a:spcPct val="90000"/>
            </a:lnSpc>
            <a:spcBef>
              <a:spcPct val="0"/>
            </a:spcBef>
            <a:spcAft>
              <a:spcPct val="15000"/>
            </a:spcAft>
            <a:buChar char="•"/>
          </a:pPr>
          <a:r>
            <a:rPr lang="zh-CN" altLang="en-US" sz="1000" kern="1200" dirty="0"/>
            <a:t>工作顺序与网络图的绘制</a:t>
          </a:r>
        </a:p>
        <a:p>
          <a:pPr marL="57150" lvl="1" indent="-57150" algn="l" defTabSz="444500">
            <a:lnSpc>
              <a:spcPct val="90000"/>
            </a:lnSpc>
            <a:spcBef>
              <a:spcPct val="0"/>
            </a:spcBef>
            <a:spcAft>
              <a:spcPct val="15000"/>
            </a:spcAft>
            <a:buChar char="•"/>
          </a:pPr>
          <a:r>
            <a:rPr lang="zh-CN" altLang="en-US" sz="1000" kern="1200" dirty="0"/>
            <a:t>关键路径的识别与分析</a:t>
          </a:r>
        </a:p>
        <a:p>
          <a:pPr marL="57150" lvl="1" indent="-57150" algn="l" defTabSz="444500">
            <a:lnSpc>
              <a:spcPct val="90000"/>
            </a:lnSpc>
            <a:spcBef>
              <a:spcPct val="0"/>
            </a:spcBef>
            <a:spcAft>
              <a:spcPct val="15000"/>
            </a:spcAft>
            <a:buChar char="•"/>
          </a:pPr>
          <a:r>
            <a:rPr lang="zh-CN" altLang="en-US" sz="1000" kern="1200" dirty="0"/>
            <a:t>风险管理计划的制定与实施</a:t>
          </a:r>
        </a:p>
        <a:p>
          <a:pPr marL="57150" lvl="1" indent="-57150" algn="l" defTabSz="444500">
            <a:lnSpc>
              <a:spcPct val="90000"/>
            </a:lnSpc>
            <a:spcBef>
              <a:spcPct val="0"/>
            </a:spcBef>
            <a:spcAft>
              <a:spcPct val="15000"/>
            </a:spcAft>
            <a:buChar char="•"/>
          </a:pPr>
          <a:r>
            <a:rPr lang="zh-CN" altLang="en-US" sz="1000" kern="1200" dirty="0"/>
            <a:t>机会管理与潜在机会的发掘</a:t>
          </a:r>
        </a:p>
      </dsp:txBody>
      <dsp:txXfrm>
        <a:off x="0" y="3939125"/>
        <a:ext cx="4470400" cy="1323000"/>
      </dsp:txXfrm>
    </dsp:sp>
    <dsp:sp modelId="{179E6E21-51F0-484A-874B-F439FDB7A343}">
      <dsp:nvSpPr>
        <dsp:cNvPr id="0" name=""/>
        <dsp:cNvSpPr/>
      </dsp:nvSpPr>
      <dsp:spPr>
        <a:xfrm>
          <a:off x="223520" y="3791525"/>
          <a:ext cx="3129280" cy="2952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444500">
            <a:lnSpc>
              <a:spcPct val="90000"/>
            </a:lnSpc>
            <a:spcBef>
              <a:spcPct val="0"/>
            </a:spcBef>
            <a:spcAft>
              <a:spcPct val="35000"/>
            </a:spcAft>
            <a:buNone/>
          </a:pPr>
          <a:r>
            <a:rPr lang="en-US" altLang="en-US" sz="1000" kern="1200" dirty="0"/>
            <a:t>5. </a:t>
          </a:r>
          <a:r>
            <a:rPr lang="zh-CN" altLang="en-US" sz="1000" kern="1200" dirty="0"/>
            <a:t>规划阶段</a:t>
          </a:r>
        </a:p>
      </dsp:txBody>
      <dsp:txXfrm>
        <a:off x="237930" y="3805935"/>
        <a:ext cx="3100460" cy="266380"/>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BC6CD0-A147-4782-BCB8-4CDB5986F7C0}">
      <dsp:nvSpPr>
        <dsp:cNvPr id="0" name=""/>
        <dsp:cNvSpPr/>
      </dsp:nvSpPr>
      <dsp:spPr>
        <a:xfrm>
          <a:off x="0" y="258305"/>
          <a:ext cx="4470400" cy="13608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49936" rIns="346953" bIns="85344" numCol="1" spcCol="1270" anchor="t" anchorCtr="0">
          <a:noAutofit/>
        </a:bodyPr>
        <a:lstStyle/>
        <a:p>
          <a:pPr marL="114300" lvl="1" indent="-114300" algn="l" defTabSz="533400">
            <a:lnSpc>
              <a:spcPct val="90000"/>
            </a:lnSpc>
            <a:spcBef>
              <a:spcPct val="0"/>
            </a:spcBef>
            <a:spcAft>
              <a:spcPct val="15000"/>
            </a:spcAft>
            <a:buChar char="•"/>
          </a:pPr>
          <a:r>
            <a:rPr lang="zh-CN" altLang="en-US" sz="1200" kern="1200" dirty="0"/>
            <a:t>沟通的重要性与沟通计划</a:t>
          </a:r>
        </a:p>
        <a:p>
          <a:pPr marL="114300" lvl="1" indent="-114300" algn="l" defTabSz="533400">
            <a:lnSpc>
              <a:spcPct val="90000"/>
            </a:lnSpc>
            <a:spcBef>
              <a:spcPct val="0"/>
            </a:spcBef>
            <a:spcAft>
              <a:spcPct val="15000"/>
            </a:spcAft>
            <a:buChar char="•"/>
          </a:pPr>
          <a:r>
            <a:rPr lang="zh-CN" altLang="en-US" sz="1200" kern="1200" dirty="0"/>
            <a:t>沟通方式的选择与应用</a:t>
          </a:r>
        </a:p>
        <a:p>
          <a:pPr marL="114300" lvl="1" indent="-114300" algn="l" defTabSz="533400">
            <a:lnSpc>
              <a:spcPct val="90000"/>
            </a:lnSpc>
            <a:spcBef>
              <a:spcPct val="0"/>
            </a:spcBef>
            <a:spcAft>
              <a:spcPct val="15000"/>
            </a:spcAft>
            <a:buChar char="•"/>
          </a:pPr>
          <a:r>
            <a:rPr lang="zh-CN" altLang="en-US" sz="1200" kern="1200" dirty="0"/>
            <a:t>有效沟通的技巧与实践</a:t>
          </a:r>
        </a:p>
        <a:p>
          <a:pPr marL="114300" lvl="1" indent="-114300" algn="l" defTabSz="533400">
            <a:lnSpc>
              <a:spcPct val="90000"/>
            </a:lnSpc>
            <a:spcBef>
              <a:spcPct val="0"/>
            </a:spcBef>
            <a:spcAft>
              <a:spcPct val="15000"/>
            </a:spcAft>
            <a:buChar char="•"/>
          </a:pPr>
          <a:r>
            <a:rPr lang="zh-CN" altLang="en-US" sz="1200" kern="1200" dirty="0"/>
            <a:t>本质洞察、条理、同理心</a:t>
          </a:r>
        </a:p>
        <a:p>
          <a:pPr marL="114300" lvl="1" indent="-114300" algn="l" defTabSz="533400">
            <a:lnSpc>
              <a:spcPct val="90000"/>
            </a:lnSpc>
            <a:spcBef>
              <a:spcPct val="0"/>
            </a:spcBef>
            <a:spcAft>
              <a:spcPct val="15000"/>
            </a:spcAft>
            <a:buChar char="•"/>
          </a:pPr>
          <a:r>
            <a:rPr lang="zh-CN" altLang="en-US" sz="1200" kern="1200" dirty="0"/>
            <a:t>问题升级与解决策略</a:t>
          </a:r>
        </a:p>
      </dsp:txBody>
      <dsp:txXfrm>
        <a:off x="0" y="258305"/>
        <a:ext cx="4470400" cy="1360800"/>
      </dsp:txXfrm>
    </dsp:sp>
    <dsp:sp modelId="{3755F6E4-575A-4E6A-B574-B611E150BA63}">
      <dsp:nvSpPr>
        <dsp:cNvPr id="0" name=""/>
        <dsp:cNvSpPr/>
      </dsp:nvSpPr>
      <dsp:spPr>
        <a:xfrm>
          <a:off x="223520" y="81185"/>
          <a:ext cx="3129280" cy="35424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533400">
            <a:lnSpc>
              <a:spcPct val="90000"/>
            </a:lnSpc>
            <a:spcBef>
              <a:spcPct val="0"/>
            </a:spcBef>
            <a:spcAft>
              <a:spcPct val="35000"/>
            </a:spcAft>
            <a:buNone/>
          </a:pPr>
          <a:r>
            <a:rPr lang="en-US" altLang="en-US" sz="1200" kern="1200"/>
            <a:t>6. </a:t>
          </a:r>
          <a:r>
            <a:rPr lang="zh-CN" altLang="en-US" sz="1200" kern="1200"/>
            <a:t>沟通管理</a:t>
          </a:r>
          <a:endParaRPr lang="zh-CN" altLang="en-US" sz="1200" kern="1200" dirty="0"/>
        </a:p>
      </dsp:txBody>
      <dsp:txXfrm>
        <a:off x="240813" y="98478"/>
        <a:ext cx="3094694" cy="319654"/>
      </dsp:txXfrm>
    </dsp:sp>
    <dsp:sp modelId="{1598BAA0-10CF-4D9B-98FE-A56000313CA3}">
      <dsp:nvSpPr>
        <dsp:cNvPr id="0" name=""/>
        <dsp:cNvSpPr/>
      </dsp:nvSpPr>
      <dsp:spPr>
        <a:xfrm>
          <a:off x="0" y="1861025"/>
          <a:ext cx="4470400" cy="1587600"/>
        </a:xfrm>
        <a:prstGeom prst="rect">
          <a:avLst/>
        </a:prstGeom>
        <a:solidFill>
          <a:schemeClr val="lt1">
            <a:alpha val="90000"/>
            <a:hueOff val="0"/>
            <a:satOff val="0"/>
            <a:lumOff val="0"/>
            <a:alphaOff val="0"/>
          </a:schemeClr>
        </a:solidFill>
        <a:ln w="12700" cap="flat" cmpd="sng" algn="ctr">
          <a:solidFill>
            <a:schemeClr val="accent2">
              <a:hueOff val="1045981"/>
              <a:satOff val="-25490"/>
              <a:lumOff val="1594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49936" rIns="346953" bIns="85344" numCol="1" spcCol="1270" anchor="t" anchorCtr="0">
          <a:noAutofit/>
        </a:bodyPr>
        <a:lstStyle/>
        <a:p>
          <a:pPr marL="114300" lvl="1" indent="-114300" algn="l" defTabSz="533400">
            <a:lnSpc>
              <a:spcPct val="90000"/>
            </a:lnSpc>
            <a:spcBef>
              <a:spcPct val="0"/>
            </a:spcBef>
            <a:spcAft>
              <a:spcPct val="15000"/>
            </a:spcAft>
            <a:buChar char="•"/>
          </a:pPr>
          <a:r>
            <a:rPr lang="zh-CN" altLang="en-US" sz="1200" kern="1200" dirty="0"/>
            <a:t>团队建设与沟通管理</a:t>
          </a:r>
        </a:p>
        <a:p>
          <a:pPr marL="114300" lvl="1" indent="-114300" algn="l" defTabSz="533400">
            <a:lnSpc>
              <a:spcPct val="90000"/>
            </a:lnSpc>
            <a:spcBef>
              <a:spcPct val="0"/>
            </a:spcBef>
            <a:spcAft>
              <a:spcPct val="15000"/>
            </a:spcAft>
            <a:buChar char="•"/>
          </a:pPr>
          <a:r>
            <a:rPr lang="zh-CN" altLang="en-US" sz="1200" kern="1200" dirty="0"/>
            <a:t>项目启动会议的组织与执行</a:t>
          </a:r>
        </a:p>
        <a:p>
          <a:pPr marL="114300" lvl="1" indent="-114300" algn="l" defTabSz="533400">
            <a:lnSpc>
              <a:spcPct val="90000"/>
            </a:lnSpc>
            <a:spcBef>
              <a:spcPct val="0"/>
            </a:spcBef>
            <a:spcAft>
              <a:spcPct val="15000"/>
            </a:spcAft>
            <a:buChar char="•"/>
          </a:pPr>
          <a:r>
            <a:rPr lang="zh-CN" altLang="en-US" sz="1200" kern="1200" dirty="0"/>
            <a:t>变更管理的原则与实践</a:t>
          </a:r>
        </a:p>
        <a:p>
          <a:pPr marL="114300" lvl="1" indent="-114300" algn="l" defTabSz="533400">
            <a:lnSpc>
              <a:spcPct val="90000"/>
            </a:lnSpc>
            <a:spcBef>
              <a:spcPct val="0"/>
            </a:spcBef>
            <a:spcAft>
              <a:spcPct val="15000"/>
            </a:spcAft>
            <a:buChar char="•"/>
          </a:pPr>
          <a:r>
            <a:rPr lang="zh-CN" altLang="en-US" sz="1200" kern="1200" dirty="0"/>
            <a:t>监督与控制项目进度</a:t>
          </a:r>
        </a:p>
        <a:p>
          <a:pPr marL="114300" lvl="1" indent="-114300" algn="l" defTabSz="533400">
            <a:lnSpc>
              <a:spcPct val="90000"/>
            </a:lnSpc>
            <a:spcBef>
              <a:spcPct val="0"/>
            </a:spcBef>
            <a:spcAft>
              <a:spcPct val="15000"/>
            </a:spcAft>
            <a:buChar char="•"/>
          </a:pPr>
          <a:r>
            <a:rPr lang="zh-CN" altLang="en-US" sz="1200" kern="1200" dirty="0"/>
            <a:t>里程碑的设定与检查</a:t>
          </a:r>
        </a:p>
        <a:p>
          <a:pPr marL="114300" lvl="1" indent="-114300" algn="l" defTabSz="533400">
            <a:lnSpc>
              <a:spcPct val="90000"/>
            </a:lnSpc>
            <a:spcBef>
              <a:spcPct val="0"/>
            </a:spcBef>
            <a:spcAft>
              <a:spcPct val="15000"/>
            </a:spcAft>
            <a:buChar char="•"/>
          </a:pPr>
          <a:r>
            <a:rPr lang="zh-CN" altLang="en-US" sz="1200" kern="1200" dirty="0"/>
            <a:t>完工总结与经验教训的记录</a:t>
          </a:r>
        </a:p>
      </dsp:txBody>
      <dsp:txXfrm>
        <a:off x="0" y="1861025"/>
        <a:ext cx="4470400" cy="1587600"/>
      </dsp:txXfrm>
    </dsp:sp>
    <dsp:sp modelId="{00F6A0B6-211F-4F38-BCE7-3742A980D296}">
      <dsp:nvSpPr>
        <dsp:cNvPr id="0" name=""/>
        <dsp:cNvSpPr/>
      </dsp:nvSpPr>
      <dsp:spPr>
        <a:xfrm>
          <a:off x="223520" y="1683905"/>
          <a:ext cx="3129280" cy="354240"/>
        </a:xfrm>
        <a:prstGeom prst="roundRect">
          <a:avLst/>
        </a:prstGeom>
        <a:solidFill>
          <a:schemeClr val="accent2">
            <a:hueOff val="1045981"/>
            <a:satOff val="-25490"/>
            <a:lumOff val="1594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533400">
            <a:lnSpc>
              <a:spcPct val="90000"/>
            </a:lnSpc>
            <a:spcBef>
              <a:spcPct val="0"/>
            </a:spcBef>
            <a:spcAft>
              <a:spcPct val="35000"/>
            </a:spcAft>
            <a:buNone/>
          </a:pPr>
          <a:r>
            <a:rPr lang="en-US" altLang="en-US" sz="1200" kern="1200" dirty="0"/>
            <a:t>7. </a:t>
          </a:r>
          <a:r>
            <a:rPr lang="zh-CN" altLang="en-US" sz="1200" kern="1200" dirty="0"/>
            <a:t>执行阶段</a:t>
          </a:r>
        </a:p>
      </dsp:txBody>
      <dsp:txXfrm>
        <a:off x="240813" y="1701198"/>
        <a:ext cx="3094694" cy="319654"/>
      </dsp:txXfrm>
    </dsp:sp>
    <dsp:sp modelId="{128EA769-7DAD-4AE5-99B9-F98A6F2CAF24}">
      <dsp:nvSpPr>
        <dsp:cNvPr id="0" name=""/>
        <dsp:cNvSpPr/>
      </dsp:nvSpPr>
      <dsp:spPr>
        <a:xfrm>
          <a:off x="0" y="3690545"/>
          <a:ext cx="4470400" cy="737100"/>
        </a:xfrm>
        <a:prstGeom prst="rect">
          <a:avLst/>
        </a:prstGeom>
        <a:solidFill>
          <a:schemeClr val="lt1">
            <a:alpha val="90000"/>
            <a:hueOff val="0"/>
            <a:satOff val="0"/>
            <a:lumOff val="0"/>
            <a:alphaOff val="0"/>
          </a:schemeClr>
        </a:solidFill>
        <a:ln w="12700" cap="flat" cmpd="sng" algn="ctr">
          <a:solidFill>
            <a:schemeClr val="accent2">
              <a:hueOff val="2091962"/>
              <a:satOff val="-50981"/>
              <a:lumOff val="3189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49936" rIns="346953" bIns="85344" numCol="1" spcCol="1270" anchor="t" anchorCtr="0">
          <a:noAutofit/>
        </a:bodyPr>
        <a:lstStyle/>
        <a:p>
          <a:pPr marL="114300" lvl="1" indent="-114300" algn="l" defTabSz="533400">
            <a:lnSpc>
              <a:spcPct val="90000"/>
            </a:lnSpc>
            <a:spcBef>
              <a:spcPct val="0"/>
            </a:spcBef>
            <a:spcAft>
              <a:spcPct val="15000"/>
            </a:spcAft>
            <a:buChar char="•"/>
          </a:pPr>
          <a:r>
            <a:rPr lang="zh-CN" altLang="en-US" sz="1200" kern="1200" dirty="0"/>
            <a:t>分析案例中项目管理的成功与失败因素</a:t>
          </a:r>
        </a:p>
        <a:p>
          <a:pPr marL="114300" lvl="1" indent="-114300" algn="l" defTabSz="533400">
            <a:lnSpc>
              <a:spcPct val="90000"/>
            </a:lnSpc>
            <a:spcBef>
              <a:spcPct val="0"/>
            </a:spcBef>
            <a:spcAft>
              <a:spcPct val="15000"/>
            </a:spcAft>
            <a:buChar char="•"/>
          </a:pPr>
          <a:r>
            <a:rPr lang="zh-CN" altLang="en-US" sz="1200" kern="1200" dirty="0"/>
            <a:t>讨论案例中的实践要点与改进措施</a:t>
          </a:r>
        </a:p>
      </dsp:txBody>
      <dsp:txXfrm>
        <a:off x="0" y="3690545"/>
        <a:ext cx="4470400" cy="737100"/>
      </dsp:txXfrm>
    </dsp:sp>
    <dsp:sp modelId="{727D7D23-4DDC-4F62-8FB5-A105BCA79010}">
      <dsp:nvSpPr>
        <dsp:cNvPr id="0" name=""/>
        <dsp:cNvSpPr/>
      </dsp:nvSpPr>
      <dsp:spPr>
        <a:xfrm>
          <a:off x="223520" y="3513425"/>
          <a:ext cx="3129280" cy="354240"/>
        </a:xfrm>
        <a:prstGeom prst="roundRect">
          <a:avLst/>
        </a:prstGeom>
        <a:solidFill>
          <a:schemeClr val="accent2">
            <a:hueOff val="2091962"/>
            <a:satOff val="-50981"/>
            <a:lumOff val="3189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533400">
            <a:lnSpc>
              <a:spcPct val="90000"/>
            </a:lnSpc>
            <a:spcBef>
              <a:spcPct val="0"/>
            </a:spcBef>
            <a:spcAft>
              <a:spcPct val="35000"/>
            </a:spcAft>
            <a:buNone/>
          </a:pPr>
          <a:r>
            <a:rPr lang="en-US" altLang="en-US" sz="1200" kern="1200" dirty="0"/>
            <a:t>8. </a:t>
          </a:r>
          <a:r>
            <a:rPr lang="zh-CN" altLang="en-US" sz="1200" kern="1200" dirty="0"/>
            <a:t>案例分析与实践</a:t>
          </a:r>
        </a:p>
      </dsp:txBody>
      <dsp:txXfrm>
        <a:off x="240813" y="3530718"/>
        <a:ext cx="3094694" cy="319654"/>
      </dsp:txXfrm>
    </dsp:sp>
    <dsp:sp modelId="{26D36663-43C6-4876-BA93-51719E0B0005}">
      <dsp:nvSpPr>
        <dsp:cNvPr id="0" name=""/>
        <dsp:cNvSpPr/>
      </dsp:nvSpPr>
      <dsp:spPr>
        <a:xfrm>
          <a:off x="0" y="4669564"/>
          <a:ext cx="4470400" cy="519750"/>
        </a:xfrm>
        <a:prstGeom prst="rect">
          <a:avLst/>
        </a:prstGeom>
        <a:solidFill>
          <a:schemeClr val="lt1">
            <a:alpha val="90000"/>
            <a:hueOff val="0"/>
            <a:satOff val="0"/>
            <a:lumOff val="0"/>
            <a:alphaOff val="0"/>
          </a:schemeClr>
        </a:solidFill>
        <a:ln w="12700" cap="flat" cmpd="sng" algn="ctr">
          <a:solidFill>
            <a:schemeClr val="accent2">
              <a:hueOff val="3137943"/>
              <a:satOff val="-76471"/>
              <a:lumOff val="4784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49936" rIns="346953" bIns="85344" numCol="1" spcCol="1270" anchor="t" anchorCtr="0">
          <a:noAutofit/>
        </a:bodyPr>
        <a:lstStyle/>
        <a:p>
          <a:pPr marL="114300" lvl="1" indent="-114300" algn="l" defTabSz="533400">
            <a:lnSpc>
              <a:spcPct val="90000"/>
            </a:lnSpc>
            <a:spcBef>
              <a:spcPct val="0"/>
            </a:spcBef>
            <a:spcAft>
              <a:spcPct val="15000"/>
            </a:spcAft>
            <a:buChar char="•"/>
          </a:pPr>
          <a:r>
            <a:rPr lang="zh-CN" altLang="en-US" sz="1200" kern="1200" dirty="0"/>
            <a:t>回顾课程要点</a:t>
          </a:r>
        </a:p>
      </dsp:txBody>
      <dsp:txXfrm>
        <a:off x="0" y="4669564"/>
        <a:ext cx="4470400" cy="519750"/>
      </dsp:txXfrm>
    </dsp:sp>
    <dsp:sp modelId="{E9339216-F20A-4F07-ACA0-74C25F4C6159}">
      <dsp:nvSpPr>
        <dsp:cNvPr id="0" name=""/>
        <dsp:cNvSpPr/>
      </dsp:nvSpPr>
      <dsp:spPr>
        <a:xfrm>
          <a:off x="223520" y="4492445"/>
          <a:ext cx="3129280" cy="354240"/>
        </a:xfrm>
        <a:prstGeom prst="roundRect">
          <a:avLst/>
        </a:prstGeom>
        <a:solidFill>
          <a:schemeClr val="accent2">
            <a:hueOff val="3137943"/>
            <a:satOff val="-76471"/>
            <a:lumOff val="47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533400">
            <a:lnSpc>
              <a:spcPct val="90000"/>
            </a:lnSpc>
            <a:spcBef>
              <a:spcPct val="0"/>
            </a:spcBef>
            <a:spcAft>
              <a:spcPct val="35000"/>
            </a:spcAft>
            <a:buNone/>
          </a:pPr>
          <a:r>
            <a:rPr lang="en-US" altLang="en-US" sz="1200" kern="1200" dirty="0"/>
            <a:t>9. </a:t>
          </a:r>
          <a:r>
            <a:rPr lang="zh-CN" altLang="en-US" sz="1200" kern="1200" dirty="0"/>
            <a:t>课程总结和回顾</a:t>
          </a:r>
        </a:p>
      </dsp:txBody>
      <dsp:txXfrm>
        <a:off x="240813" y="4509738"/>
        <a:ext cx="3094694" cy="319654"/>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7C0063-CAAD-4513-8B52-741B46E5BBCF}">
      <dsp:nvSpPr>
        <dsp:cNvPr id="0" name=""/>
        <dsp:cNvSpPr/>
      </dsp:nvSpPr>
      <dsp:spPr>
        <a:xfrm>
          <a:off x="413150" y="-45528"/>
          <a:ext cx="1010995" cy="643438"/>
        </a:xfrm>
        <a:prstGeom prst="roundRect">
          <a:avLst>
            <a:gd name="adj" fmla="val 10000"/>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t>文档</a:t>
          </a:r>
        </a:p>
      </dsp:txBody>
      <dsp:txXfrm>
        <a:off x="431996" y="-26682"/>
        <a:ext cx="973303" cy="605746"/>
      </dsp:txXfrm>
    </dsp:sp>
    <dsp:sp modelId="{5CCD08DE-B9DD-485E-B6F5-595886E09398}">
      <dsp:nvSpPr>
        <dsp:cNvPr id="0" name=""/>
        <dsp:cNvSpPr/>
      </dsp:nvSpPr>
      <dsp:spPr>
        <a:xfrm>
          <a:off x="1612597" y="-45528"/>
          <a:ext cx="1010995" cy="643438"/>
        </a:xfrm>
        <a:prstGeom prst="roundRect">
          <a:avLst>
            <a:gd name="adj" fmla="val 10000"/>
          </a:avLst>
        </a:prstGeom>
        <a:solidFill>
          <a:schemeClr val="accent5">
            <a:tint val="40000"/>
            <a:alpha val="90000"/>
            <a:hueOff val="2588772"/>
            <a:satOff val="-20276"/>
            <a:lumOff val="-3862"/>
            <a:alphaOff val="0"/>
          </a:schemeClr>
        </a:solidFill>
        <a:ln w="12700" cap="flat" cmpd="sng" algn="ctr">
          <a:solidFill>
            <a:schemeClr val="accent5">
              <a:tint val="40000"/>
              <a:alpha val="90000"/>
              <a:hueOff val="2588772"/>
              <a:satOff val="-20276"/>
              <a:lumOff val="-386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lang="zh-CN" altLang="en-US" sz="2400" kern="1200" dirty="0"/>
            <a:t>关系</a:t>
          </a:r>
        </a:p>
      </dsp:txBody>
      <dsp:txXfrm>
        <a:off x="1631443" y="-26682"/>
        <a:ext cx="973303" cy="605746"/>
      </dsp:txXfrm>
    </dsp:sp>
    <dsp:sp modelId="{D2A99522-8592-4ED6-98C4-EACA92711CCD}">
      <dsp:nvSpPr>
        <dsp:cNvPr id="0" name=""/>
        <dsp:cNvSpPr/>
      </dsp:nvSpPr>
      <dsp:spPr>
        <a:xfrm>
          <a:off x="1345374" y="2006162"/>
          <a:ext cx="345994" cy="345994"/>
        </a:xfrm>
        <a:prstGeom prst="triangle">
          <a:avLst/>
        </a:prstGeom>
        <a:solidFill>
          <a:schemeClr val="accent5">
            <a:tint val="40000"/>
            <a:alpha val="90000"/>
            <a:hueOff val="5177544"/>
            <a:satOff val="-40552"/>
            <a:lumOff val="-7723"/>
            <a:alphaOff val="0"/>
          </a:schemeClr>
        </a:solidFill>
        <a:ln w="12700" cap="flat" cmpd="sng" algn="ctr">
          <a:solidFill>
            <a:schemeClr val="accent5">
              <a:tint val="40000"/>
              <a:alpha val="90000"/>
              <a:hueOff val="5177544"/>
              <a:satOff val="-40552"/>
              <a:lumOff val="-7723"/>
              <a:alphaOff val="0"/>
            </a:schemeClr>
          </a:solidFill>
          <a:prstDash val="solid"/>
          <a:miter lim="800000"/>
        </a:ln>
        <a:effectLst/>
      </dsp:spPr>
      <dsp:style>
        <a:lnRef idx="2">
          <a:scrgbClr r="0" g="0" b="0"/>
        </a:lnRef>
        <a:fillRef idx="1">
          <a:scrgbClr r="0" g="0" b="0"/>
        </a:fillRef>
        <a:effectRef idx="0">
          <a:scrgbClr r="0" g="0" b="0"/>
        </a:effectRef>
        <a:fontRef idx="minor"/>
      </dsp:style>
    </dsp:sp>
    <dsp:sp modelId="{F023454D-0A88-43EF-A2CD-8FC8035E08D0}">
      <dsp:nvSpPr>
        <dsp:cNvPr id="0" name=""/>
        <dsp:cNvSpPr/>
      </dsp:nvSpPr>
      <dsp:spPr>
        <a:xfrm rot="240000">
          <a:off x="480071" y="1857899"/>
          <a:ext cx="2076599" cy="145209"/>
        </a:xfrm>
        <a:prstGeom prst="rect">
          <a:avLst/>
        </a:prstGeom>
        <a:solidFill>
          <a:schemeClr val="accent5">
            <a:tint val="40000"/>
            <a:alpha val="90000"/>
            <a:hueOff val="7766316"/>
            <a:satOff val="-60828"/>
            <a:lumOff val="-11585"/>
            <a:alphaOff val="0"/>
          </a:schemeClr>
        </a:solidFill>
        <a:ln w="12700" cap="flat" cmpd="sng" algn="ctr">
          <a:solidFill>
            <a:schemeClr val="accent5">
              <a:tint val="40000"/>
              <a:alpha val="90000"/>
              <a:hueOff val="7766316"/>
              <a:satOff val="-60828"/>
              <a:lumOff val="-11585"/>
              <a:alphaOff val="0"/>
            </a:schemeClr>
          </a:solidFill>
          <a:prstDash val="solid"/>
          <a:miter lim="800000"/>
        </a:ln>
        <a:effectLst/>
      </dsp:spPr>
      <dsp:style>
        <a:lnRef idx="2">
          <a:scrgbClr r="0" g="0" b="0"/>
        </a:lnRef>
        <a:fillRef idx="1">
          <a:scrgbClr r="0" g="0" b="0"/>
        </a:fillRef>
        <a:effectRef idx="0">
          <a:scrgbClr r="0" g="0" b="0"/>
        </a:effectRef>
        <a:fontRef idx="minor"/>
      </dsp:style>
    </dsp:sp>
    <dsp:sp modelId="{F776E275-900D-4498-B405-FB28758B3EF6}">
      <dsp:nvSpPr>
        <dsp:cNvPr id="0" name=""/>
        <dsp:cNvSpPr/>
      </dsp:nvSpPr>
      <dsp:spPr>
        <a:xfrm rot="240000">
          <a:off x="1713775" y="1274049"/>
          <a:ext cx="854770" cy="606159"/>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endParaRPr lang="zh-CN" altLang="en-US" sz="2500" kern="1200" dirty="0"/>
        </a:p>
      </dsp:txBody>
      <dsp:txXfrm>
        <a:off x="1743365" y="1303639"/>
        <a:ext cx="795590" cy="546979"/>
      </dsp:txXfrm>
    </dsp:sp>
    <dsp:sp modelId="{28A472BF-C0E4-438D-9D94-95E410AD7660}">
      <dsp:nvSpPr>
        <dsp:cNvPr id="0" name=""/>
        <dsp:cNvSpPr/>
      </dsp:nvSpPr>
      <dsp:spPr>
        <a:xfrm rot="240000">
          <a:off x="1759908" y="646646"/>
          <a:ext cx="854770" cy="606159"/>
        </a:xfrm>
        <a:prstGeom prst="roundRect">
          <a:avLst/>
        </a:prstGeom>
        <a:solidFill>
          <a:schemeClr val="accent5">
            <a:hueOff val="4127682"/>
            <a:satOff val="12371"/>
            <a:lumOff val="-2902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endParaRPr lang="zh-CN" altLang="en-US" sz="2500" kern="1200" dirty="0"/>
        </a:p>
      </dsp:txBody>
      <dsp:txXfrm>
        <a:off x="1789498" y="676236"/>
        <a:ext cx="795590" cy="546979"/>
      </dsp:txXfrm>
    </dsp:sp>
    <dsp:sp modelId="{5B350E50-C2E8-4908-B668-4407498F10DF}">
      <dsp:nvSpPr>
        <dsp:cNvPr id="0" name=""/>
        <dsp:cNvSpPr/>
      </dsp:nvSpPr>
      <dsp:spPr>
        <a:xfrm rot="240000">
          <a:off x="525862" y="1191010"/>
          <a:ext cx="854770" cy="606159"/>
        </a:xfrm>
        <a:prstGeom prst="roundRect">
          <a:avLst/>
        </a:prstGeom>
        <a:solidFill>
          <a:schemeClr val="accent5">
            <a:hueOff val="8255363"/>
            <a:satOff val="24742"/>
            <a:lumOff val="-5803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endParaRPr lang="zh-CN" altLang="en-US" sz="2500" kern="1200" dirty="0"/>
        </a:p>
      </dsp:txBody>
      <dsp:txXfrm>
        <a:off x="555452" y="1220600"/>
        <a:ext cx="795590" cy="546979"/>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C2CA3F-3F4B-4480-B43A-2A5202E904CA}">
      <dsp:nvSpPr>
        <dsp:cNvPr id="0" name=""/>
        <dsp:cNvSpPr/>
      </dsp:nvSpPr>
      <dsp:spPr>
        <a:xfrm>
          <a:off x="898490" y="1103249"/>
          <a:ext cx="2314644" cy="2314644"/>
        </a:xfrm>
        <a:prstGeom prst="ellipse">
          <a:avLst/>
        </a:prstGeom>
        <a:solidFill>
          <a:schemeClr val="accent2">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zh-CN" altLang="en-US" sz="2800" b="1" kern="1200" dirty="0">
              <a:latin typeface="微软雅黑" panose="020B0503020204020204" pitchFamily="34" charset="-122"/>
              <a:ea typeface="微软雅黑" panose="020B0503020204020204" pitchFamily="34" charset="-122"/>
            </a:rPr>
            <a:t>三点法</a:t>
          </a:r>
        </a:p>
      </dsp:txBody>
      <dsp:txXfrm>
        <a:off x="1237462" y="1442221"/>
        <a:ext cx="1636700" cy="1636700"/>
      </dsp:txXfrm>
    </dsp:sp>
    <dsp:sp modelId="{524C892E-2C89-49C4-A5EE-091A31517242}">
      <dsp:nvSpPr>
        <dsp:cNvPr id="0" name=""/>
        <dsp:cNvSpPr/>
      </dsp:nvSpPr>
      <dsp:spPr>
        <a:xfrm>
          <a:off x="1477151" y="176018"/>
          <a:ext cx="1157322" cy="1157322"/>
        </a:xfrm>
        <a:prstGeom prst="ellipse">
          <a:avLst/>
        </a:prstGeom>
        <a:solidFill>
          <a:schemeClr val="accent2">
            <a:alpha val="50000"/>
            <a:hueOff val="1045981"/>
            <a:satOff val="-25490"/>
            <a:lumOff val="1594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altLang="zh-CN" sz="1600" b="1" kern="1200" dirty="0">
              <a:latin typeface="微软雅黑" panose="020B0503020204020204" pitchFamily="34" charset="-122"/>
              <a:ea typeface="微软雅黑" panose="020B0503020204020204" pitchFamily="34" charset="-122"/>
            </a:rPr>
            <a:t>1</a:t>
          </a:r>
          <a:endParaRPr lang="zh-CN" altLang="en-US" sz="1600" b="1" kern="1200" dirty="0">
            <a:latin typeface="微软雅黑" panose="020B0503020204020204" pitchFamily="34" charset="-122"/>
            <a:ea typeface="微软雅黑" panose="020B0503020204020204" pitchFamily="34" charset="-122"/>
          </a:endParaRPr>
        </a:p>
      </dsp:txBody>
      <dsp:txXfrm>
        <a:off x="1646637" y="345504"/>
        <a:ext cx="818350" cy="818350"/>
      </dsp:txXfrm>
    </dsp:sp>
    <dsp:sp modelId="{10CAE5C4-FAB7-453A-8D38-38349EB60B3B}">
      <dsp:nvSpPr>
        <dsp:cNvPr id="0" name=""/>
        <dsp:cNvSpPr/>
      </dsp:nvSpPr>
      <dsp:spPr>
        <a:xfrm>
          <a:off x="2781292" y="2434856"/>
          <a:ext cx="1157322" cy="1157322"/>
        </a:xfrm>
        <a:prstGeom prst="ellipse">
          <a:avLst/>
        </a:prstGeom>
        <a:solidFill>
          <a:schemeClr val="accent2">
            <a:alpha val="50000"/>
            <a:hueOff val="2091962"/>
            <a:satOff val="-50981"/>
            <a:lumOff val="3189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altLang="zh-CN" sz="1600" b="1" kern="1200" dirty="0">
              <a:latin typeface="微软雅黑" panose="020B0503020204020204" pitchFamily="34" charset="-122"/>
              <a:ea typeface="微软雅黑" panose="020B0503020204020204" pitchFamily="34" charset="-122"/>
            </a:rPr>
            <a:t>2</a:t>
          </a:r>
          <a:endParaRPr lang="zh-CN" altLang="en-US" sz="1600" b="1" kern="1200" dirty="0">
            <a:latin typeface="微软雅黑" panose="020B0503020204020204" pitchFamily="34" charset="-122"/>
            <a:ea typeface="微软雅黑" panose="020B0503020204020204" pitchFamily="34" charset="-122"/>
          </a:endParaRPr>
        </a:p>
      </dsp:txBody>
      <dsp:txXfrm>
        <a:off x="2950778" y="2604342"/>
        <a:ext cx="818350" cy="818350"/>
      </dsp:txXfrm>
    </dsp:sp>
    <dsp:sp modelId="{6509BAAB-44C4-4E1E-894A-D0B6C9EE2663}">
      <dsp:nvSpPr>
        <dsp:cNvPr id="0" name=""/>
        <dsp:cNvSpPr/>
      </dsp:nvSpPr>
      <dsp:spPr>
        <a:xfrm>
          <a:off x="173010" y="2434856"/>
          <a:ext cx="1157322" cy="1157322"/>
        </a:xfrm>
        <a:prstGeom prst="ellipse">
          <a:avLst/>
        </a:prstGeom>
        <a:solidFill>
          <a:schemeClr val="accent2">
            <a:alpha val="50000"/>
            <a:hueOff val="3137943"/>
            <a:satOff val="-76471"/>
            <a:lumOff val="47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altLang="zh-CN" sz="1600" b="1" kern="1200" dirty="0">
              <a:latin typeface="微软雅黑" panose="020B0503020204020204" pitchFamily="34" charset="-122"/>
              <a:ea typeface="微软雅黑" panose="020B0503020204020204" pitchFamily="34" charset="-122"/>
            </a:rPr>
            <a:t>3</a:t>
          </a:r>
          <a:endParaRPr lang="zh-CN" altLang="en-US" sz="1600" b="1" kern="1200" dirty="0">
            <a:latin typeface="微软雅黑" panose="020B0503020204020204" pitchFamily="34" charset="-122"/>
            <a:ea typeface="微软雅黑" panose="020B0503020204020204" pitchFamily="34" charset="-122"/>
          </a:endParaRPr>
        </a:p>
      </dsp:txBody>
      <dsp:txXfrm>
        <a:off x="342496" y="2604342"/>
        <a:ext cx="818350" cy="818350"/>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99DC31-41BF-4987-AB70-8C715A1625B1}">
      <dsp:nvSpPr>
        <dsp:cNvPr id="0" name=""/>
        <dsp:cNvSpPr/>
      </dsp:nvSpPr>
      <dsp:spPr>
        <a:xfrm>
          <a:off x="500028" y="703877"/>
          <a:ext cx="3330932" cy="3330932"/>
        </a:xfrm>
        <a:prstGeom prst="blockArc">
          <a:avLst>
            <a:gd name="adj1" fmla="val 10800000"/>
            <a:gd name="adj2" fmla="val 16200000"/>
            <a:gd name="adj3" fmla="val 4640"/>
          </a:avLst>
        </a:prstGeom>
        <a:solidFill>
          <a:schemeClr val="accent2">
            <a:hueOff val="3137943"/>
            <a:satOff val="-76471"/>
            <a:lumOff val="47843"/>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3D922AF-C8A9-4C79-8B41-871A50B72EAE}">
      <dsp:nvSpPr>
        <dsp:cNvPr id="0" name=""/>
        <dsp:cNvSpPr/>
      </dsp:nvSpPr>
      <dsp:spPr>
        <a:xfrm>
          <a:off x="500028" y="703877"/>
          <a:ext cx="3330932" cy="3330932"/>
        </a:xfrm>
        <a:prstGeom prst="blockArc">
          <a:avLst>
            <a:gd name="adj1" fmla="val 5400000"/>
            <a:gd name="adj2" fmla="val 10800000"/>
            <a:gd name="adj3" fmla="val 4640"/>
          </a:avLst>
        </a:prstGeom>
        <a:solidFill>
          <a:schemeClr val="accent2">
            <a:hueOff val="2091962"/>
            <a:satOff val="-50981"/>
            <a:lumOff val="31895"/>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6FAC91B6-E8BB-4792-9C03-88D07FD32604}">
      <dsp:nvSpPr>
        <dsp:cNvPr id="0" name=""/>
        <dsp:cNvSpPr/>
      </dsp:nvSpPr>
      <dsp:spPr>
        <a:xfrm>
          <a:off x="500028" y="703877"/>
          <a:ext cx="3330932" cy="3330932"/>
        </a:xfrm>
        <a:prstGeom prst="blockArc">
          <a:avLst>
            <a:gd name="adj1" fmla="val 0"/>
            <a:gd name="adj2" fmla="val 5400000"/>
            <a:gd name="adj3" fmla="val 4640"/>
          </a:avLst>
        </a:prstGeom>
        <a:solidFill>
          <a:schemeClr val="accent2">
            <a:hueOff val="1045981"/>
            <a:satOff val="-25490"/>
            <a:lumOff val="15948"/>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19F2845-547E-4B2A-86E4-A7A979D99D4C}">
      <dsp:nvSpPr>
        <dsp:cNvPr id="0" name=""/>
        <dsp:cNvSpPr/>
      </dsp:nvSpPr>
      <dsp:spPr>
        <a:xfrm>
          <a:off x="500028" y="703877"/>
          <a:ext cx="3330932" cy="3330932"/>
        </a:xfrm>
        <a:prstGeom prst="blockArc">
          <a:avLst>
            <a:gd name="adj1" fmla="val 16200000"/>
            <a:gd name="adj2" fmla="val 0"/>
            <a:gd name="adj3" fmla="val 464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4568A56-64D0-4080-8BA5-E962B2A41AD7}">
      <dsp:nvSpPr>
        <dsp:cNvPr id="0" name=""/>
        <dsp:cNvSpPr/>
      </dsp:nvSpPr>
      <dsp:spPr>
        <a:xfrm>
          <a:off x="1398900" y="1602750"/>
          <a:ext cx="1533187" cy="153318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t>同理心</a:t>
          </a:r>
        </a:p>
      </dsp:txBody>
      <dsp:txXfrm>
        <a:off x="1623430" y="1827280"/>
        <a:ext cx="1084127" cy="1084127"/>
      </dsp:txXfrm>
    </dsp:sp>
    <dsp:sp modelId="{4386F83A-20F3-4C3E-8FC5-9F2AED852B64}">
      <dsp:nvSpPr>
        <dsp:cNvPr id="0" name=""/>
        <dsp:cNvSpPr/>
      </dsp:nvSpPr>
      <dsp:spPr>
        <a:xfrm>
          <a:off x="1628879" y="205898"/>
          <a:ext cx="1073230" cy="1073230"/>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zh-CN" altLang="en-US" sz="1400" kern="1200" dirty="0"/>
            <a:t>情绪</a:t>
          </a:r>
          <a:br>
            <a:rPr lang="en-US" altLang="zh-CN" sz="1400" kern="1200" dirty="0"/>
          </a:br>
          <a:r>
            <a:rPr lang="zh-CN" altLang="en-US" sz="1400" kern="1200" dirty="0"/>
            <a:t>察觉</a:t>
          </a:r>
        </a:p>
      </dsp:txBody>
      <dsp:txXfrm>
        <a:off x="1786050" y="363069"/>
        <a:ext cx="758888" cy="758888"/>
      </dsp:txXfrm>
    </dsp:sp>
    <dsp:sp modelId="{DD73853B-1554-413B-8FE0-717825D53E5B}">
      <dsp:nvSpPr>
        <dsp:cNvPr id="0" name=""/>
        <dsp:cNvSpPr/>
      </dsp:nvSpPr>
      <dsp:spPr>
        <a:xfrm>
          <a:off x="3255708" y="1832728"/>
          <a:ext cx="1073230" cy="1073230"/>
        </a:xfrm>
        <a:prstGeom prst="ellipse">
          <a:avLst/>
        </a:prstGeom>
        <a:solidFill>
          <a:schemeClr val="accent2">
            <a:hueOff val="1045981"/>
            <a:satOff val="-25490"/>
            <a:lumOff val="1594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zh-CN" altLang="en-US" sz="1400" kern="1200" dirty="0"/>
            <a:t>情感</a:t>
          </a:r>
          <a:br>
            <a:rPr lang="en-US" altLang="zh-CN" sz="1400" kern="1200" dirty="0"/>
          </a:br>
          <a:r>
            <a:rPr lang="zh-CN" altLang="en-US" sz="1400" kern="1200" dirty="0"/>
            <a:t>共鸣</a:t>
          </a:r>
        </a:p>
      </dsp:txBody>
      <dsp:txXfrm>
        <a:off x="3412879" y="1989899"/>
        <a:ext cx="758888" cy="758888"/>
      </dsp:txXfrm>
    </dsp:sp>
    <dsp:sp modelId="{CDDB3578-3842-4842-8E28-CD6E73E9104A}">
      <dsp:nvSpPr>
        <dsp:cNvPr id="0" name=""/>
        <dsp:cNvSpPr/>
      </dsp:nvSpPr>
      <dsp:spPr>
        <a:xfrm>
          <a:off x="1628879" y="3459558"/>
          <a:ext cx="1073230" cy="1073230"/>
        </a:xfrm>
        <a:prstGeom prst="ellipse">
          <a:avLst/>
        </a:prstGeom>
        <a:solidFill>
          <a:schemeClr val="accent2">
            <a:hueOff val="2091962"/>
            <a:satOff val="-50981"/>
            <a:lumOff val="3189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zh-CN" altLang="en-US" sz="1400" kern="1200" dirty="0"/>
            <a:t>支持性</a:t>
          </a:r>
          <a:br>
            <a:rPr lang="en-US" altLang="zh-CN" sz="1400" kern="1200" dirty="0"/>
          </a:br>
          <a:r>
            <a:rPr lang="zh-CN" altLang="en-US" sz="1400" kern="1200" dirty="0"/>
            <a:t>沟通</a:t>
          </a:r>
        </a:p>
      </dsp:txBody>
      <dsp:txXfrm>
        <a:off x="1786050" y="3616729"/>
        <a:ext cx="758888" cy="758888"/>
      </dsp:txXfrm>
    </dsp:sp>
    <dsp:sp modelId="{3B8B920A-CBE1-46F7-9387-50E00D049D71}">
      <dsp:nvSpPr>
        <dsp:cNvPr id="0" name=""/>
        <dsp:cNvSpPr/>
      </dsp:nvSpPr>
      <dsp:spPr>
        <a:xfrm>
          <a:off x="2049" y="1832728"/>
          <a:ext cx="1073230" cy="1073230"/>
        </a:xfrm>
        <a:prstGeom prst="ellipse">
          <a:avLst/>
        </a:prstGeom>
        <a:solidFill>
          <a:schemeClr val="accent2">
            <a:hueOff val="3137943"/>
            <a:satOff val="-76471"/>
            <a:lumOff val="47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zh-CN" altLang="en-US" sz="1400" kern="1200" dirty="0"/>
            <a:t>价值观</a:t>
          </a:r>
          <a:br>
            <a:rPr lang="en-US" altLang="zh-CN" sz="1400" kern="1200" dirty="0"/>
          </a:br>
          <a:r>
            <a:rPr lang="zh-CN" altLang="en-US" sz="1400" kern="1200" dirty="0"/>
            <a:t>尊重</a:t>
          </a:r>
        </a:p>
      </dsp:txBody>
      <dsp:txXfrm>
        <a:off x="159220" y="1989899"/>
        <a:ext cx="758888" cy="758888"/>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5D8D69-76EA-4103-BEE9-A5B102E07922}">
      <dsp:nvSpPr>
        <dsp:cNvPr id="0" name=""/>
        <dsp:cNvSpPr/>
      </dsp:nvSpPr>
      <dsp:spPr>
        <a:xfrm>
          <a:off x="1309" y="261794"/>
          <a:ext cx="1595635" cy="638254"/>
        </a:xfrm>
        <a:prstGeom prst="chevron">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zh-CN" altLang="en-US" sz="2800" kern="1200" dirty="0"/>
            <a:t>图</a:t>
          </a:r>
        </a:p>
      </dsp:txBody>
      <dsp:txXfrm>
        <a:off x="320436" y="261794"/>
        <a:ext cx="957381" cy="638254"/>
      </dsp:txXfrm>
    </dsp:sp>
    <dsp:sp modelId="{6FDCADC0-9C0C-4B6D-A3BC-B47DEAED012E}">
      <dsp:nvSpPr>
        <dsp:cNvPr id="0" name=""/>
        <dsp:cNvSpPr/>
      </dsp:nvSpPr>
      <dsp:spPr>
        <a:xfrm>
          <a:off x="1437382" y="261794"/>
          <a:ext cx="1595635" cy="638254"/>
        </a:xfrm>
        <a:prstGeom prst="chevron">
          <a:avLst/>
        </a:prstGeom>
        <a:solidFill>
          <a:schemeClr val="accent2">
            <a:hueOff val="1568971"/>
            <a:satOff val="-38236"/>
            <a:lumOff val="2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zh-CN" altLang="en-US" sz="2800" kern="1200" dirty="0"/>
            <a:t>表</a:t>
          </a:r>
        </a:p>
      </dsp:txBody>
      <dsp:txXfrm>
        <a:off x="1756509" y="261794"/>
        <a:ext cx="957381" cy="638254"/>
      </dsp:txXfrm>
    </dsp:sp>
    <dsp:sp modelId="{82716FE1-51B5-4140-87AA-EDD8A093C744}">
      <dsp:nvSpPr>
        <dsp:cNvPr id="0" name=""/>
        <dsp:cNvSpPr/>
      </dsp:nvSpPr>
      <dsp:spPr>
        <a:xfrm>
          <a:off x="2873454" y="261794"/>
          <a:ext cx="1595635" cy="638254"/>
        </a:xfrm>
        <a:prstGeom prst="chevron">
          <a:avLst/>
        </a:prstGeom>
        <a:solidFill>
          <a:schemeClr val="accent2">
            <a:hueOff val="3137943"/>
            <a:satOff val="-76471"/>
            <a:lumOff val="47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zh-CN" altLang="en-US" sz="2800" kern="1200" dirty="0"/>
            <a:t>字</a:t>
          </a:r>
        </a:p>
      </dsp:txBody>
      <dsp:txXfrm>
        <a:off x="3192581" y="261794"/>
        <a:ext cx="957381" cy="638254"/>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C2CA3F-3F4B-4480-B43A-2A5202E904CA}">
      <dsp:nvSpPr>
        <dsp:cNvPr id="0" name=""/>
        <dsp:cNvSpPr/>
      </dsp:nvSpPr>
      <dsp:spPr>
        <a:xfrm>
          <a:off x="428594" y="618374"/>
          <a:ext cx="1297365" cy="1297365"/>
        </a:xfrm>
        <a:prstGeom prst="ellipse">
          <a:avLst/>
        </a:prstGeom>
        <a:solidFill>
          <a:schemeClr val="accent2">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三点法</a:t>
          </a:r>
        </a:p>
      </dsp:txBody>
      <dsp:txXfrm>
        <a:off x="618589" y="808369"/>
        <a:ext cx="917375" cy="917375"/>
      </dsp:txXfrm>
    </dsp:sp>
    <dsp:sp modelId="{524C892E-2C89-49C4-A5EE-091A31517242}">
      <dsp:nvSpPr>
        <dsp:cNvPr id="0" name=""/>
        <dsp:cNvSpPr/>
      </dsp:nvSpPr>
      <dsp:spPr>
        <a:xfrm>
          <a:off x="752936" y="98658"/>
          <a:ext cx="648682" cy="648682"/>
        </a:xfrm>
        <a:prstGeom prst="ellipse">
          <a:avLst/>
        </a:prstGeom>
        <a:solidFill>
          <a:schemeClr val="accent2">
            <a:alpha val="50000"/>
            <a:hueOff val="1045981"/>
            <a:satOff val="-25490"/>
            <a:lumOff val="1594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3970" tIns="13970" rIns="13970" bIns="13970" numCol="1" spcCol="1270" anchor="ctr" anchorCtr="0">
          <a:noAutofit/>
        </a:bodyPr>
        <a:lstStyle/>
        <a:p>
          <a:pPr marL="0" lvl="0" indent="0" algn="ctr" defTabSz="466725">
            <a:lnSpc>
              <a:spcPct val="90000"/>
            </a:lnSpc>
            <a:spcBef>
              <a:spcPct val="0"/>
            </a:spcBef>
            <a:spcAft>
              <a:spcPct val="35000"/>
            </a:spcAft>
            <a:buNone/>
          </a:pPr>
          <a:r>
            <a:rPr lang="en-US" altLang="zh-CN" sz="1050" b="1" kern="1200" dirty="0">
              <a:latin typeface="微软雅黑" panose="020B0503020204020204" pitchFamily="34" charset="-122"/>
              <a:ea typeface="微软雅黑" panose="020B0503020204020204" pitchFamily="34" charset="-122"/>
            </a:rPr>
            <a:t>1</a:t>
          </a:r>
          <a:endParaRPr lang="zh-CN" altLang="en-US" sz="1050" b="1" kern="1200" dirty="0">
            <a:latin typeface="微软雅黑" panose="020B0503020204020204" pitchFamily="34" charset="-122"/>
            <a:ea typeface="微软雅黑" panose="020B0503020204020204" pitchFamily="34" charset="-122"/>
          </a:endParaRPr>
        </a:p>
      </dsp:txBody>
      <dsp:txXfrm>
        <a:off x="847933" y="193655"/>
        <a:ext cx="458688" cy="458688"/>
      </dsp:txXfrm>
    </dsp:sp>
    <dsp:sp modelId="{10CAE5C4-FAB7-453A-8D38-38349EB60B3B}">
      <dsp:nvSpPr>
        <dsp:cNvPr id="0" name=""/>
        <dsp:cNvSpPr/>
      </dsp:nvSpPr>
      <dsp:spPr>
        <a:xfrm>
          <a:off x="1483911" y="1364745"/>
          <a:ext cx="648682" cy="648682"/>
        </a:xfrm>
        <a:prstGeom prst="ellipse">
          <a:avLst/>
        </a:prstGeom>
        <a:solidFill>
          <a:schemeClr val="accent2">
            <a:alpha val="50000"/>
            <a:hueOff val="2091962"/>
            <a:satOff val="-50981"/>
            <a:lumOff val="3189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3970" tIns="13970" rIns="13970" bIns="13970" numCol="1" spcCol="1270" anchor="ctr" anchorCtr="0">
          <a:noAutofit/>
        </a:bodyPr>
        <a:lstStyle/>
        <a:p>
          <a:pPr marL="0" lvl="0" indent="0" algn="ctr" defTabSz="466725">
            <a:lnSpc>
              <a:spcPct val="90000"/>
            </a:lnSpc>
            <a:spcBef>
              <a:spcPct val="0"/>
            </a:spcBef>
            <a:spcAft>
              <a:spcPct val="35000"/>
            </a:spcAft>
            <a:buNone/>
          </a:pPr>
          <a:r>
            <a:rPr lang="en-US" altLang="zh-CN" sz="1050" b="1" kern="1200" dirty="0">
              <a:latin typeface="微软雅黑" panose="020B0503020204020204" pitchFamily="34" charset="-122"/>
              <a:ea typeface="微软雅黑" panose="020B0503020204020204" pitchFamily="34" charset="-122"/>
            </a:rPr>
            <a:t>2</a:t>
          </a:r>
          <a:endParaRPr lang="zh-CN" altLang="en-US" sz="1050" b="1" kern="1200" dirty="0">
            <a:latin typeface="微软雅黑" panose="020B0503020204020204" pitchFamily="34" charset="-122"/>
            <a:ea typeface="微软雅黑" panose="020B0503020204020204" pitchFamily="34" charset="-122"/>
          </a:endParaRPr>
        </a:p>
      </dsp:txBody>
      <dsp:txXfrm>
        <a:off x="1578908" y="1459742"/>
        <a:ext cx="458688" cy="458688"/>
      </dsp:txXfrm>
    </dsp:sp>
    <dsp:sp modelId="{6509BAAB-44C4-4E1E-894A-D0B6C9EE2663}">
      <dsp:nvSpPr>
        <dsp:cNvPr id="0" name=""/>
        <dsp:cNvSpPr/>
      </dsp:nvSpPr>
      <dsp:spPr>
        <a:xfrm>
          <a:off x="21960" y="1364745"/>
          <a:ext cx="648682" cy="648682"/>
        </a:xfrm>
        <a:prstGeom prst="ellipse">
          <a:avLst/>
        </a:prstGeom>
        <a:solidFill>
          <a:schemeClr val="accent2">
            <a:alpha val="50000"/>
            <a:hueOff val="3137943"/>
            <a:satOff val="-76471"/>
            <a:lumOff val="47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3970" tIns="13970" rIns="13970" bIns="13970" numCol="1" spcCol="1270" anchor="ctr" anchorCtr="0">
          <a:noAutofit/>
        </a:bodyPr>
        <a:lstStyle/>
        <a:p>
          <a:pPr marL="0" lvl="0" indent="0" algn="ctr" defTabSz="466725">
            <a:lnSpc>
              <a:spcPct val="90000"/>
            </a:lnSpc>
            <a:spcBef>
              <a:spcPct val="0"/>
            </a:spcBef>
            <a:spcAft>
              <a:spcPct val="35000"/>
            </a:spcAft>
            <a:buNone/>
          </a:pPr>
          <a:r>
            <a:rPr lang="en-US" altLang="zh-CN" sz="1050" b="1" kern="1200" dirty="0">
              <a:latin typeface="微软雅黑" panose="020B0503020204020204" pitchFamily="34" charset="-122"/>
              <a:ea typeface="微软雅黑" panose="020B0503020204020204" pitchFamily="34" charset="-122"/>
            </a:rPr>
            <a:t>3</a:t>
          </a:r>
          <a:endParaRPr lang="zh-CN" altLang="en-US" sz="1050" b="1" kern="1200" dirty="0">
            <a:latin typeface="微软雅黑" panose="020B0503020204020204" pitchFamily="34" charset="-122"/>
            <a:ea typeface="微软雅黑" panose="020B0503020204020204" pitchFamily="34" charset="-122"/>
          </a:endParaRPr>
        </a:p>
      </dsp:txBody>
      <dsp:txXfrm>
        <a:off x="116957" y="1459742"/>
        <a:ext cx="458688" cy="458688"/>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99DC31-41BF-4987-AB70-8C715A1625B1}">
      <dsp:nvSpPr>
        <dsp:cNvPr id="0" name=""/>
        <dsp:cNvSpPr/>
      </dsp:nvSpPr>
      <dsp:spPr>
        <a:xfrm>
          <a:off x="238502" y="335733"/>
          <a:ext cx="1588780" cy="1588780"/>
        </a:xfrm>
        <a:prstGeom prst="blockArc">
          <a:avLst>
            <a:gd name="adj1" fmla="val 10800000"/>
            <a:gd name="adj2" fmla="val 16200000"/>
            <a:gd name="adj3" fmla="val 4640"/>
          </a:avLst>
        </a:prstGeom>
        <a:solidFill>
          <a:schemeClr val="accent2">
            <a:hueOff val="3137943"/>
            <a:satOff val="-76471"/>
            <a:lumOff val="47843"/>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3D922AF-C8A9-4C79-8B41-871A50B72EAE}">
      <dsp:nvSpPr>
        <dsp:cNvPr id="0" name=""/>
        <dsp:cNvSpPr/>
      </dsp:nvSpPr>
      <dsp:spPr>
        <a:xfrm>
          <a:off x="238502" y="335733"/>
          <a:ext cx="1588780" cy="1588780"/>
        </a:xfrm>
        <a:prstGeom prst="blockArc">
          <a:avLst>
            <a:gd name="adj1" fmla="val 5400000"/>
            <a:gd name="adj2" fmla="val 10800000"/>
            <a:gd name="adj3" fmla="val 4640"/>
          </a:avLst>
        </a:prstGeom>
        <a:solidFill>
          <a:schemeClr val="accent2">
            <a:hueOff val="2091962"/>
            <a:satOff val="-50981"/>
            <a:lumOff val="31895"/>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6FAC91B6-E8BB-4792-9C03-88D07FD32604}">
      <dsp:nvSpPr>
        <dsp:cNvPr id="0" name=""/>
        <dsp:cNvSpPr/>
      </dsp:nvSpPr>
      <dsp:spPr>
        <a:xfrm>
          <a:off x="238502" y="335733"/>
          <a:ext cx="1588780" cy="1588780"/>
        </a:xfrm>
        <a:prstGeom prst="blockArc">
          <a:avLst>
            <a:gd name="adj1" fmla="val 0"/>
            <a:gd name="adj2" fmla="val 5400000"/>
            <a:gd name="adj3" fmla="val 4640"/>
          </a:avLst>
        </a:prstGeom>
        <a:solidFill>
          <a:schemeClr val="accent2">
            <a:hueOff val="1045981"/>
            <a:satOff val="-25490"/>
            <a:lumOff val="15948"/>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19F2845-547E-4B2A-86E4-A7A979D99D4C}">
      <dsp:nvSpPr>
        <dsp:cNvPr id="0" name=""/>
        <dsp:cNvSpPr/>
      </dsp:nvSpPr>
      <dsp:spPr>
        <a:xfrm>
          <a:off x="238502" y="335733"/>
          <a:ext cx="1588780" cy="1588780"/>
        </a:xfrm>
        <a:prstGeom prst="blockArc">
          <a:avLst>
            <a:gd name="adj1" fmla="val 16200000"/>
            <a:gd name="adj2" fmla="val 0"/>
            <a:gd name="adj3" fmla="val 464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4568A56-64D0-4080-8BA5-E962B2A41AD7}">
      <dsp:nvSpPr>
        <dsp:cNvPr id="0" name=""/>
        <dsp:cNvSpPr/>
      </dsp:nvSpPr>
      <dsp:spPr>
        <a:xfrm>
          <a:off x="667244" y="764476"/>
          <a:ext cx="731295" cy="731295"/>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zh-CN" altLang="en-US" sz="1100" kern="1200" dirty="0"/>
            <a:t>同理心</a:t>
          </a:r>
        </a:p>
      </dsp:txBody>
      <dsp:txXfrm>
        <a:off x="774340" y="871572"/>
        <a:ext cx="517103" cy="517103"/>
      </dsp:txXfrm>
    </dsp:sp>
    <dsp:sp modelId="{4386F83A-20F3-4C3E-8FC5-9F2AED852B64}">
      <dsp:nvSpPr>
        <dsp:cNvPr id="0" name=""/>
        <dsp:cNvSpPr/>
      </dsp:nvSpPr>
      <dsp:spPr>
        <a:xfrm>
          <a:off x="776938" y="98208"/>
          <a:ext cx="511907" cy="511907"/>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zh-CN" altLang="en-US" sz="800" kern="1200" dirty="0"/>
            <a:t>情绪</a:t>
          </a:r>
          <a:br>
            <a:rPr lang="en-US" altLang="zh-CN" sz="800" kern="1200" dirty="0"/>
          </a:br>
          <a:r>
            <a:rPr lang="zh-CN" altLang="en-US" sz="800" kern="1200" dirty="0"/>
            <a:t>察觉</a:t>
          </a:r>
        </a:p>
      </dsp:txBody>
      <dsp:txXfrm>
        <a:off x="851905" y="173175"/>
        <a:ext cx="361973" cy="361973"/>
      </dsp:txXfrm>
    </dsp:sp>
    <dsp:sp modelId="{DD73853B-1554-413B-8FE0-717825D53E5B}">
      <dsp:nvSpPr>
        <dsp:cNvPr id="0" name=""/>
        <dsp:cNvSpPr/>
      </dsp:nvSpPr>
      <dsp:spPr>
        <a:xfrm>
          <a:off x="1552900" y="874170"/>
          <a:ext cx="511907" cy="511907"/>
        </a:xfrm>
        <a:prstGeom prst="ellipse">
          <a:avLst/>
        </a:prstGeom>
        <a:solidFill>
          <a:schemeClr val="accent2">
            <a:hueOff val="1045981"/>
            <a:satOff val="-25490"/>
            <a:lumOff val="1594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zh-CN" altLang="en-US" sz="800" kern="1200" dirty="0"/>
            <a:t>情感</a:t>
          </a:r>
          <a:br>
            <a:rPr lang="en-US" altLang="zh-CN" sz="800" kern="1200" dirty="0"/>
          </a:br>
          <a:r>
            <a:rPr lang="zh-CN" altLang="en-US" sz="800" kern="1200" dirty="0"/>
            <a:t>共鸣</a:t>
          </a:r>
        </a:p>
      </dsp:txBody>
      <dsp:txXfrm>
        <a:off x="1627867" y="949137"/>
        <a:ext cx="361973" cy="361973"/>
      </dsp:txXfrm>
    </dsp:sp>
    <dsp:sp modelId="{CDDB3578-3842-4842-8E28-CD6E73E9104A}">
      <dsp:nvSpPr>
        <dsp:cNvPr id="0" name=""/>
        <dsp:cNvSpPr/>
      </dsp:nvSpPr>
      <dsp:spPr>
        <a:xfrm>
          <a:off x="776938" y="1650131"/>
          <a:ext cx="511907" cy="511907"/>
        </a:xfrm>
        <a:prstGeom prst="ellipse">
          <a:avLst/>
        </a:prstGeom>
        <a:solidFill>
          <a:schemeClr val="accent2">
            <a:hueOff val="2091962"/>
            <a:satOff val="-50981"/>
            <a:lumOff val="3189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zh-CN" altLang="en-US" sz="800" kern="1200" dirty="0"/>
            <a:t>支持性</a:t>
          </a:r>
          <a:br>
            <a:rPr lang="en-US" altLang="zh-CN" sz="800" kern="1200" dirty="0"/>
          </a:br>
          <a:r>
            <a:rPr lang="zh-CN" altLang="en-US" sz="800" kern="1200" dirty="0"/>
            <a:t>沟通</a:t>
          </a:r>
        </a:p>
      </dsp:txBody>
      <dsp:txXfrm>
        <a:off x="851905" y="1725098"/>
        <a:ext cx="361973" cy="361973"/>
      </dsp:txXfrm>
    </dsp:sp>
    <dsp:sp modelId="{3B8B920A-CBE1-46F7-9387-50E00D049D71}">
      <dsp:nvSpPr>
        <dsp:cNvPr id="0" name=""/>
        <dsp:cNvSpPr/>
      </dsp:nvSpPr>
      <dsp:spPr>
        <a:xfrm>
          <a:off x="977" y="874170"/>
          <a:ext cx="511907" cy="511907"/>
        </a:xfrm>
        <a:prstGeom prst="ellipse">
          <a:avLst/>
        </a:prstGeom>
        <a:solidFill>
          <a:schemeClr val="accent2">
            <a:hueOff val="3137943"/>
            <a:satOff val="-76471"/>
            <a:lumOff val="47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zh-CN" altLang="en-US" sz="800" kern="1200" dirty="0"/>
            <a:t>价值观</a:t>
          </a:r>
          <a:br>
            <a:rPr lang="en-US" altLang="zh-CN" sz="800" kern="1200" dirty="0"/>
          </a:br>
          <a:r>
            <a:rPr lang="zh-CN" altLang="en-US" sz="800" kern="1200" dirty="0"/>
            <a:t>尊重</a:t>
          </a:r>
        </a:p>
      </dsp:txBody>
      <dsp:txXfrm>
        <a:off x="75944" y="949137"/>
        <a:ext cx="361973" cy="361973"/>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1E9F1F-E4DF-43C2-8351-BB16DBEE3A92}">
      <dsp:nvSpPr>
        <dsp:cNvPr id="0" name=""/>
        <dsp:cNvSpPr/>
      </dsp:nvSpPr>
      <dsp:spPr>
        <a:xfrm>
          <a:off x="0" y="155974"/>
          <a:ext cx="4470400" cy="6142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08280" rIns="346953" bIns="71120" numCol="1" spcCol="1270" anchor="t" anchorCtr="0">
          <a:noAutofit/>
        </a:bodyPr>
        <a:lstStyle/>
        <a:p>
          <a:pPr marL="57150" lvl="1" indent="-57150" algn="l" defTabSz="444500">
            <a:lnSpc>
              <a:spcPct val="90000"/>
            </a:lnSpc>
            <a:spcBef>
              <a:spcPct val="0"/>
            </a:spcBef>
            <a:spcAft>
              <a:spcPct val="15000"/>
            </a:spcAft>
            <a:buChar char="•"/>
          </a:pPr>
          <a:r>
            <a:rPr lang="zh-CN" altLang="en-US" sz="1000" kern="1200" dirty="0"/>
            <a:t>项目管理的重要性</a:t>
          </a:r>
        </a:p>
        <a:p>
          <a:pPr marL="57150" lvl="1" indent="-57150" algn="l" defTabSz="444500">
            <a:lnSpc>
              <a:spcPct val="90000"/>
            </a:lnSpc>
            <a:spcBef>
              <a:spcPct val="0"/>
            </a:spcBef>
            <a:spcAft>
              <a:spcPct val="15000"/>
            </a:spcAft>
            <a:buChar char="•"/>
          </a:pPr>
          <a:r>
            <a:rPr lang="zh-CN" altLang="en-US" sz="1000" kern="1200" dirty="0"/>
            <a:t>课程目标</a:t>
          </a:r>
        </a:p>
      </dsp:txBody>
      <dsp:txXfrm>
        <a:off x="0" y="155974"/>
        <a:ext cx="4470400" cy="614250"/>
      </dsp:txXfrm>
    </dsp:sp>
    <dsp:sp modelId="{4BE67D07-2CEC-4DE8-AD5E-DDD7D322FC39}">
      <dsp:nvSpPr>
        <dsp:cNvPr id="0" name=""/>
        <dsp:cNvSpPr/>
      </dsp:nvSpPr>
      <dsp:spPr>
        <a:xfrm>
          <a:off x="223520" y="8374"/>
          <a:ext cx="3129280" cy="2952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444500">
            <a:lnSpc>
              <a:spcPct val="90000"/>
            </a:lnSpc>
            <a:spcBef>
              <a:spcPct val="0"/>
            </a:spcBef>
            <a:spcAft>
              <a:spcPct val="35000"/>
            </a:spcAft>
            <a:buNone/>
          </a:pPr>
          <a:r>
            <a:rPr lang="en-US" altLang="en-US" sz="1000" kern="1200" dirty="0"/>
            <a:t>1. </a:t>
          </a:r>
          <a:r>
            <a:rPr lang="zh-CN" altLang="en-US" sz="1000" kern="1200" dirty="0"/>
            <a:t>引言</a:t>
          </a:r>
        </a:p>
      </dsp:txBody>
      <dsp:txXfrm>
        <a:off x="237930" y="22784"/>
        <a:ext cx="3100460" cy="266380"/>
      </dsp:txXfrm>
    </dsp:sp>
    <dsp:sp modelId="{B899DC30-F1C2-42B2-A49E-40C00661E4B3}">
      <dsp:nvSpPr>
        <dsp:cNvPr id="0" name=""/>
        <dsp:cNvSpPr/>
      </dsp:nvSpPr>
      <dsp:spPr>
        <a:xfrm>
          <a:off x="0" y="971824"/>
          <a:ext cx="4470400" cy="7875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08280" rIns="346953" bIns="71120" numCol="1" spcCol="1270" anchor="t" anchorCtr="0">
          <a:noAutofit/>
        </a:bodyPr>
        <a:lstStyle/>
        <a:p>
          <a:pPr marL="57150" lvl="1" indent="-57150" algn="l" defTabSz="444500">
            <a:lnSpc>
              <a:spcPct val="90000"/>
            </a:lnSpc>
            <a:spcBef>
              <a:spcPct val="0"/>
            </a:spcBef>
            <a:spcAft>
              <a:spcPct val="15000"/>
            </a:spcAft>
            <a:buChar char="•"/>
          </a:pPr>
          <a:r>
            <a:rPr lang="zh-CN" altLang="en-US" sz="1000" kern="1200" dirty="0"/>
            <a:t>项目的定义与特点</a:t>
          </a:r>
        </a:p>
        <a:p>
          <a:pPr marL="57150" lvl="1" indent="-57150" algn="l" defTabSz="444500">
            <a:lnSpc>
              <a:spcPct val="90000"/>
            </a:lnSpc>
            <a:spcBef>
              <a:spcPct val="0"/>
            </a:spcBef>
            <a:spcAft>
              <a:spcPct val="15000"/>
            </a:spcAft>
            <a:buChar char="•"/>
          </a:pPr>
          <a:r>
            <a:rPr lang="zh-CN" altLang="en-US" sz="1000" kern="1200" dirty="0"/>
            <a:t>项目相关方的角色与影响</a:t>
          </a:r>
        </a:p>
        <a:p>
          <a:pPr marL="57150" lvl="1" indent="-57150" algn="l" defTabSz="444500">
            <a:lnSpc>
              <a:spcPct val="90000"/>
            </a:lnSpc>
            <a:spcBef>
              <a:spcPct val="0"/>
            </a:spcBef>
            <a:spcAft>
              <a:spcPct val="15000"/>
            </a:spcAft>
            <a:buChar char="•"/>
          </a:pPr>
          <a:r>
            <a:rPr lang="zh-CN" altLang="en-US" sz="1000" kern="1200" dirty="0"/>
            <a:t>项目三角形：范围、时间、成本</a:t>
          </a:r>
        </a:p>
      </dsp:txBody>
      <dsp:txXfrm>
        <a:off x="0" y="971824"/>
        <a:ext cx="4470400" cy="787500"/>
      </dsp:txXfrm>
    </dsp:sp>
    <dsp:sp modelId="{5FB0413C-35B7-4DCF-9F0C-E2FE058FDE6A}">
      <dsp:nvSpPr>
        <dsp:cNvPr id="0" name=""/>
        <dsp:cNvSpPr/>
      </dsp:nvSpPr>
      <dsp:spPr>
        <a:xfrm>
          <a:off x="223520" y="824224"/>
          <a:ext cx="3129280" cy="2952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444500">
            <a:lnSpc>
              <a:spcPct val="90000"/>
            </a:lnSpc>
            <a:spcBef>
              <a:spcPct val="0"/>
            </a:spcBef>
            <a:spcAft>
              <a:spcPct val="35000"/>
            </a:spcAft>
            <a:buNone/>
          </a:pPr>
          <a:r>
            <a:rPr lang="en-US" altLang="en-US" sz="1000" kern="1200" dirty="0"/>
            <a:t>2. </a:t>
          </a:r>
          <a:r>
            <a:rPr lang="zh-CN" altLang="en-US" sz="1000" kern="1200" dirty="0"/>
            <a:t>项目管理基本概念</a:t>
          </a:r>
        </a:p>
      </dsp:txBody>
      <dsp:txXfrm>
        <a:off x="237930" y="838634"/>
        <a:ext cx="3100460" cy="266380"/>
      </dsp:txXfrm>
    </dsp:sp>
    <dsp:sp modelId="{DA89A198-BD03-417D-B8D8-F7EFC21869EA}">
      <dsp:nvSpPr>
        <dsp:cNvPr id="0" name=""/>
        <dsp:cNvSpPr/>
      </dsp:nvSpPr>
      <dsp:spPr>
        <a:xfrm>
          <a:off x="0" y="1960924"/>
          <a:ext cx="4470400" cy="7875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08280" rIns="346953" bIns="71120" numCol="1" spcCol="1270" anchor="t" anchorCtr="0">
          <a:noAutofit/>
        </a:bodyPr>
        <a:lstStyle/>
        <a:p>
          <a:pPr marL="57150" lvl="1" indent="-57150" algn="l" defTabSz="444500">
            <a:lnSpc>
              <a:spcPct val="90000"/>
            </a:lnSpc>
            <a:spcBef>
              <a:spcPct val="0"/>
            </a:spcBef>
            <a:spcAft>
              <a:spcPct val="15000"/>
            </a:spcAft>
            <a:buChar char="•"/>
          </a:pPr>
          <a:r>
            <a:rPr lang="zh-CN" altLang="en-US" sz="1000" kern="1200" dirty="0"/>
            <a:t>项目管理知识体系概述</a:t>
          </a:r>
        </a:p>
        <a:p>
          <a:pPr marL="57150" lvl="1" indent="-57150" algn="l" defTabSz="444500">
            <a:lnSpc>
              <a:spcPct val="90000"/>
            </a:lnSpc>
            <a:spcBef>
              <a:spcPct val="0"/>
            </a:spcBef>
            <a:spcAft>
              <a:spcPct val="15000"/>
            </a:spcAft>
            <a:buChar char="•"/>
          </a:pPr>
          <a:r>
            <a:rPr lang="zh-CN" altLang="en-US" sz="1000" kern="1200" dirty="0"/>
            <a:t>项目管理流程的三个阶段：定义、计划、实施</a:t>
          </a:r>
        </a:p>
        <a:p>
          <a:pPr marL="57150" lvl="1" indent="-57150" algn="l" defTabSz="444500">
            <a:lnSpc>
              <a:spcPct val="90000"/>
            </a:lnSpc>
            <a:spcBef>
              <a:spcPct val="0"/>
            </a:spcBef>
            <a:spcAft>
              <a:spcPct val="15000"/>
            </a:spcAft>
            <a:buChar char="•"/>
          </a:pPr>
          <a:r>
            <a:rPr lang="zh-CN" altLang="en-US" sz="1000" kern="1200" dirty="0"/>
            <a:t>项目生命周期与方法论</a:t>
          </a:r>
        </a:p>
      </dsp:txBody>
      <dsp:txXfrm>
        <a:off x="0" y="1960924"/>
        <a:ext cx="4470400" cy="787500"/>
      </dsp:txXfrm>
    </dsp:sp>
    <dsp:sp modelId="{98AD5124-3CF6-49F7-AC15-58BB2ECB7519}">
      <dsp:nvSpPr>
        <dsp:cNvPr id="0" name=""/>
        <dsp:cNvSpPr/>
      </dsp:nvSpPr>
      <dsp:spPr>
        <a:xfrm>
          <a:off x="223520" y="1813324"/>
          <a:ext cx="3129280" cy="2952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444500">
            <a:lnSpc>
              <a:spcPct val="90000"/>
            </a:lnSpc>
            <a:spcBef>
              <a:spcPct val="0"/>
            </a:spcBef>
            <a:spcAft>
              <a:spcPct val="35000"/>
            </a:spcAft>
            <a:buNone/>
          </a:pPr>
          <a:r>
            <a:rPr lang="en-US" altLang="en-US" sz="1000" kern="1200" dirty="0"/>
            <a:t>3. </a:t>
          </a:r>
          <a:r>
            <a:rPr lang="zh-CN" altLang="en-US" sz="1000" kern="1200" dirty="0"/>
            <a:t>项目管理流程与结构</a:t>
          </a:r>
        </a:p>
      </dsp:txBody>
      <dsp:txXfrm>
        <a:off x="237930" y="1827734"/>
        <a:ext cx="3100460" cy="266380"/>
      </dsp:txXfrm>
    </dsp:sp>
    <dsp:sp modelId="{CC747699-772A-46CD-813C-CF194BD9B24B}">
      <dsp:nvSpPr>
        <dsp:cNvPr id="0" name=""/>
        <dsp:cNvSpPr/>
      </dsp:nvSpPr>
      <dsp:spPr>
        <a:xfrm>
          <a:off x="0" y="2950025"/>
          <a:ext cx="4470400" cy="7875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08280" rIns="346953" bIns="71120" numCol="1" spcCol="1270" anchor="t" anchorCtr="0">
          <a:noAutofit/>
        </a:bodyPr>
        <a:lstStyle/>
        <a:p>
          <a:pPr marL="57150" lvl="1" indent="-57150" algn="l" defTabSz="444500">
            <a:lnSpc>
              <a:spcPct val="90000"/>
            </a:lnSpc>
            <a:spcBef>
              <a:spcPct val="0"/>
            </a:spcBef>
            <a:spcAft>
              <a:spcPct val="15000"/>
            </a:spcAft>
            <a:buChar char="•"/>
          </a:pPr>
          <a:r>
            <a:rPr lang="zh-CN" altLang="en-US" sz="1000" kern="1200" dirty="0"/>
            <a:t>项目目标的</a:t>
          </a:r>
          <a:r>
            <a:rPr lang="en-US" altLang="en-US" sz="1000" kern="1200" dirty="0"/>
            <a:t>SMART</a:t>
          </a:r>
          <a:r>
            <a:rPr lang="zh-CN" altLang="en-US" sz="1000" kern="1200" dirty="0"/>
            <a:t>原则</a:t>
          </a:r>
        </a:p>
        <a:p>
          <a:pPr marL="57150" lvl="1" indent="-57150" algn="l" defTabSz="444500">
            <a:lnSpc>
              <a:spcPct val="90000"/>
            </a:lnSpc>
            <a:spcBef>
              <a:spcPct val="0"/>
            </a:spcBef>
            <a:spcAft>
              <a:spcPct val="15000"/>
            </a:spcAft>
            <a:buChar char="•"/>
          </a:pPr>
          <a:r>
            <a:rPr lang="zh-CN" altLang="en-US" sz="1000" kern="1200" dirty="0"/>
            <a:t>工作分解结构（</a:t>
          </a:r>
          <a:r>
            <a:rPr lang="en-US" altLang="en-US" sz="1000" kern="1200" dirty="0"/>
            <a:t>WBS</a:t>
          </a:r>
          <a:r>
            <a:rPr lang="zh-CN" altLang="en-US" sz="1000" kern="1200" dirty="0"/>
            <a:t>）的创建与验证</a:t>
          </a:r>
        </a:p>
        <a:p>
          <a:pPr marL="57150" lvl="1" indent="-57150" algn="l" defTabSz="444500">
            <a:lnSpc>
              <a:spcPct val="90000"/>
            </a:lnSpc>
            <a:spcBef>
              <a:spcPct val="0"/>
            </a:spcBef>
            <a:spcAft>
              <a:spcPct val="15000"/>
            </a:spcAft>
            <a:buChar char="•"/>
          </a:pPr>
          <a:r>
            <a:rPr lang="zh-CN" altLang="en-US" sz="1000" kern="1200" dirty="0"/>
            <a:t>子项目与复杂项目的管理</a:t>
          </a:r>
        </a:p>
      </dsp:txBody>
      <dsp:txXfrm>
        <a:off x="0" y="2950025"/>
        <a:ext cx="4470400" cy="787500"/>
      </dsp:txXfrm>
    </dsp:sp>
    <dsp:sp modelId="{32643C36-3F64-498C-8C0D-B7F3E31E4C1E}">
      <dsp:nvSpPr>
        <dsp:cNvPr id="0" name=""/>
        <dsp:cNvSpPr/>
      </dsp:nvSpPr>
      <dsp:spPr>
        <a:xfrm>
          <a:off x="223520" y="2802424"/>
          <a:ext cx="3129280" cy="2952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444500">
            <a:lnSpc>
              <a:spcPct val="90000"/>
            </a:lnSpc>
            <a:spcBef>
              <a:spcPct val="0"/>
            </a:spcBef>
            <a:spcAft>
              <a:spcPct val="35000"/>
            </a:spcAft>
            <a:buNone/>
          </a:pPr>
          <a:r>
            <a:rPr lang="en-US" altLang="en-US" sz="1000" kern="1200" dirty="0"/>
            <a:t>4. </a:t>
          </a:r>
          <a:r>
            <a:rPr lang="zh-CN" altLang="en-US" sz="1000" kern="1200" dirty="0"/>
            <a:t>启动阶段</a:t>
          </a:r>
        </a:p>
      </dsp:txBody>
      <dsp:txXfrm>
        <a:off x="237930" y="2816834"/>
        <a:ext cx="3100460" cy="266380"/>
      </dsp:txXfrm>
    </dsp:sp>
    <dsp:sp modelId="{398923F3-BF23-43A2-B30F-1E245ED93CBB}">
      <dsp:nvSpPr>
        <dsp:cNvPr id="0" name=""/>
        <dsp:cNvSpPr/>
      </dsp:nvSpPr>
      <dsp:spPr>
        <a:xfrm>
          <a:off x="0" y="3939125"/>
          <a:ext cx="4470400" cy="1323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08280" rIns="346953" bIns="71120" numCol="1" spcCol="1270" anchor="t" anchorCtr="0">
          <a:noAutofit/>
        </a:bodyPr>
        <a:lstStyle/>
        <a:p>
          <a:pPr marL="57150" lvl="1" indent="-57150" algn="l" defTabSz="444500">
            <a:lnSpc>
              <a:spcPct val="90000"/>
            </a:lnSpc>
            <a:spcBef>
              <a:spcPct val="0"/>
            </a:spcBef>
            <a:spcAft>
              <a:spcPct val="15000"/>
            </a:spcAft>
            <a:buChar char="•"/>
          </a:pPr>
          <a:r>
            <a:rPr lang="zh-CN" altLang="en-US" sz="1000" kern="1200" dirty="0"/>
            <a:t>项目目标与项目计划的制定</a:t>
          </a:r>
        </a:p>
        <a:p>
          <a:pPr marL="57150" lvl="1" indent="-57150" algn="l" defTabSz="444500">
            <a:lnSpc>
              <a:spcPct val="90000"/>
            </a:lnSpc>
            <a:spcBef>
              <a:spcPct val="0"/>
            </a:spcBef>
            <a:spcAft>
              <a:spcPct val="15000"/>
            </a:spcAft>
            <a:buChar char="•"/>
          </a:pPr>
          <a:r>
            <a:rPr lang="zh-CN" altLang="en-US" sz="1000" kern="1200" dirty="0"/>
            <a:t>资源计划与成本核算</a:t>
          </a:r>
        </a:p>
        <a:p>
          <a:pPr marL="57150" lvl="1" indent="-57150" algn="l" defTabSz="444500">
            <a:lnSpc>
              <a:spcPct val="90000"/>
            </a:lnSpc>
            <a:spcBef>
              <a:spcPct val="0"/>
            </a:spcBef>
            <a:spcAft>
              <a:spcPct val="15000"/>
            </a:spcAft>
            <a:buChar char="•"/>
          </a:pPr>
          <a:r>
            <a:rPr lang="zh-CN" altLang="en-US" sz="1000" kern="1200" dirty="0"/>
            <a:t>工作顺序与网络图的绘制</a:t>
          </a:r>
        </a:p>
        <a:p>
          <a:pPr marL="57150" lvl="1" indent="-57150" algn="l" defTabSz="444500">
            <a:lnSpc>
              <a:spcPct val="90000"/>
            </a:lnSpc>
            <a:spcBef>
              <a:spcPct val="0"/>
            </a:spcBef>
            <a:spcAft>
              <a:spcPct val="15000"/>
            </a:spcAft>
            <a:buChar char="•"/>
          </a:pPr>
          <a:r>
            <a:rPr lang="zh-CN" altLang="en-US" sz="1000" kern="1200" dirty="0"/>
            <a:t>关键路径的识别与分析</a:t>
          </a:r>
        </a:p>
        <a:p>
          <a:pPr marL="57150" lvl="1" indent="-57150" algn="l" defTabSz="444500">
            <a:lnSpc>
              <a:spcPct val="90000"/>
            </a:lnSpc>
            <a:spcBef>
              <a:spcPct val="0"/>
            </a:spcBef>
            <a:spcAft>
              <a:spcPct val="15000"/>
            </a:spcAft>
            <a:buChar char="•"/>
          </a:pPr>
          <a:r>
            <a:rPr lang="zh-CN" altLang="en-US" sz="1000" kern="1200" dirty="0"/>
            <a:t>风险管理计划的制定与实施</a:t>
          </a:r>
        </a:p>
        <a:p>
          <a:pPr marL="57150" lvl="1" indent="-57150" algn="l" defTabSz="444500">
            <a:lnSpc>
              <a:spcPct val="90000"/>
            </a:lnSpc>
            <a:spcBef>
              <a:spcPct val="0"/>
            </a:spcBef>
            <a:spcAft>
              <a:spcPct val="15000"/>
            </a:spcAft>
            <a:buChar char="•"/>
          </a:pPr>
          <a:r>
            <a:rPr lang="zh-CN" altLang="en-US" sz="1000" kern="1200" dirty="0"/>
            <a:t>机会管理与潜在机会的发掘</a:t>
          </a:r>
        </a:p>
      </dsp:txBody>
      <dsp:txXfrm>
        <a:off x="0" y="3939125"/>
        <a:ext cx="4470400" cy="1323000"/>
      </dsp:txXfrm>
    </dsp:sp>
    <dsp:sp modelId="{179E6E21-51F0-484A-874B-F439FDB7A343}">
      <dsp:nvSpPr>
        <dsp:cNvPr id="0" name=""/>
        <dsp:cNvSpPr/>
      </dsp:nvSpPr>
      <dsp:spPr>
        <a:xfrm>
          <a:off x="223520" y="3791525"/>
          <a:ext cx="3129280" cy="2952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444500">
            <a:lnSpc>
              <a:spcPct val="90000"/>
            </a:lnSpc>
            <a:spcBef>
              <a:spcPct val="0"/>
            </a:spcBef>
            <a:spcAft>
              <a:spcPct val="35000"/>
            </a:spcAft>
            <a:buNone/>
          </a:pPr>
          <a:r>
            <a:rPr lang="en-US" altLang="en-US" sz="1000" kern="1200" dirty="0"/>
            <a:t>5. </a:t>
          </a:r>
          <a:r>
            <a:rPr lang="zh-CN" altLang="en-US" sz="1000" kern="1200" dirty="0"/>
            <a:t>规划阶段</a:t>
          </a:r>
        </a:p>
      </dsp:txBody>
      <dsp:txXfrm>
        <a:off x="237930" y="3805935"/>
        <a:ext cx="3100460" cy="266380"/>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BC6CD0-A147-4782-BCB8-4CDB5986F7C0}">
      <dsp:nvSpPr>
        <dsp:cNvPr id="0" name=""/>
        <dsp:cNvSpPr/>
      </dsp:nvSpPr>
      <dsp:spPr>
        <a:xfrm>
          <a:off x="0" y="258305"/>
          <a:ext cx="4470400" cy="13608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49936" rIns="346953" bIns="85344" numCol="1" spcCol="1270" anchor="t" anchorCtr="0">
          <a:noAutofit/>
        </a:bodyPr>
        <a:lstStyle/>
        <a:p>
          <a:pPr marL="114300" lvl="1" indent="-114300" algn="l" defTabSz="533400">
            <a:lnSpc>
              <a:spcPct val="90000"/>
            </a:lnSpc>
            <a:spcBef>
              <a:spcPct val="0"/>
            </a:spcBef>
            <a:spcAft>
              <a:spcPct val="15000"/>
            </a:spcAft>
            <a:buChar char="•"/>
          </a:pPr>
          <a:r>
            <a:rPr lang="zh-CN" altLang="en-US" sz="1200" kern="1200" dirty="0"/>
            <a:t>沟通的重要性与沟通计划</a:t>
          </a:r>
        </a:p>
        <a:p>
          <a:pPr marL="114300" lvl="1" indent="-114300" algn="l" defTabSz="533400">
            <a:lnSpc>
              <a:spcPct val="90000"/>
            </a:lnSpc>
            <a:spcBef>
              <a:spcPct val="0"/>
            </a:spcBef>
            <a:spcAft>
              <a:spcPct val="15000"/>
            </a:spcAft>
            <a:buChar char="•"/>
          </a:pPr>
          <a:r>
            <a:rPr lang="zh-CN" altLang="en-US" sz="1200" kern="1200" dirty="0"/>
            <a:t>沟通方式的选择与应用</a:t>
          </a:r>
        </a:p>
        <a:p>
          <a:pPr marL="114300" lvl="1" indent="-114300" algn="l" defTabSz="533400">
            <a:lnSpc>
              <a:spcPct val="90000"/>
            </a:lnSpc>
            <a:spcBef>
              <a:spcPct val="0"/>
            </a:spcBef>
            <a:spcAft>
              <a:spcPct val="15000"/>
            </a:spcAft>
            <a:buChar char="•"/>
          </a:pPr>
          <a:r>
            <a:rPr lang="zh-CN" altLang="en-US" sz="1200" kern="1200" dirty="0"/>
            <a:t>有效沟通的技巧与实践</a:t>
          </a:r>
        </a:p>
        <a:p>
          <a:pPr marL="114300" lvl="1" indent="-114300" algn="l" defTabSz="533400">
            <a:lnSpc>
              <a:spcPct val="90000"/>
            </a:lnSpc>
            <a:spcBef>
              <a:spcPct val="0"/>
            </a:spcBef>
            <a:spcAft>
              <a:spcPct val="15000"/>
            </a:spcAft>
            <a:buChar char="•"/>
          </a:pPr>
          <a:r>
            <a:rPr lang="zh-CN" altLang="en-US" sz="1200" kern="1200" dirty="0"/>
            <a:t>本质洞察、条理、同理心</a:t>
          </a:r>
        </a:p>
        <a:p>
          <a:pPr marL="114300" lvl="1" indent="-114300" algn="l" defTabSz="533400">
            <a:lnSpc>
              <a:spcPct val="90000"/>
            </a:lnSpc>
            <a:spcBef>
              <a:spcPct val="0"/>
            </a:spcBef>
            <a:spcAft>
              <a:spcPct val="15000"/>
            </a:spcAft>
            <a:buChar char="•"/>
          </a:pPr>
          <a:r>
            <a:rPr lang="zh-CN" altLang="en-US" sz="1200" kern="1200" dirty="0"/>
            <a:t>问题升级与解决策略</a:t>
          </a:r>
        </a:p>
      </dsp:txBody>
      <dsp:txXfrm>
        <a:off x="0" y="258305"/>
        <a:ext cx="4470400" cy="1360800"/>
      </dsp:txXfrm>
    </dsp:sp>
    <dsp:sp modelId="{3755F6E4-575A-4E6A-B574-B611E150BA63}">
      <dsp:nvSpPr>
        <dsp:cNvPr id="0" name=""/>
        <dsp:cNvSpPr/>
      </dsp:nvSpPr>
      <dsp:spPr>
        <a:xfrm>
          <a:off x="223520" y="81185"/>
          <a:ext cx="3129280" cy="35424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533400">
            <a:lnSpc>
              <a:spcPct val="90000"/>
            </a:lnSpc>
            <a:spcBef>
              <a:spcPct val="0"/>
            </a:spcBef>
            <a:spcAft>
              <a:spcPct val="35000"/>
            </a:spcAft>
            <a:buNone/>
          </a:pPr>
          <a:r>
            <a:rPr lang="en-US" altLang="en-US" sz="1200" kern="1200"/>
            <a:t>6. </a:t>
          </a:r>
          <a:r>
            <a:rPr lang="zh-CN" altLang="en-US" sz="1200" kern="1200"/>
            <a:t>沟通管理</a:t>
          </a:r>
          <a:endParaRPr lang="zh-CN" altLang="en-US" sz="1200" kern="1200" dirty="0"/>
        </a:p>
      </dsp:txBody>
      <dsp:txXfrm>
        <a:off x="240813" y="98478"/>
        <a:ext cx="3094694" cy="319654"/>
      </dsp:txXfrm>
    </dsp:sp>
    <dsp:sp modelId="{C302958C-5753-4CCE-A69A-C899B90BE58D}">
      <dsp:nvSpPr>
        <dsp:cNvPr id="0" name=""/>
        <dsp:cNvSpPr/>
      </dsp:nvSpPr>
      <dsp:spPr>
        <a:xfrm>
          <a:off x="0" y="1861025"/>
          <a:ext cx="4470400" cy="1587600"/>
        </a:xfrm>
        <a:prstGeom prst="rect">
          <a:avLst/>
        </a:prstGeom>
        <a:solidFill>
          <a:schemeClr val="lt1">
            <a:alpha val="90000"/>
            <a:hueOff val="0"/>
            <a:satOff val="0"/>
            <a:lumOff val="0"/>
            <a:alphaOff val="0"/>
          </a:schemeClr>
        </a:solidFill>
        <a:ln w="12700" cap="flat" cmpd="sng" algn="ctr">
          <a:solidFill>
            <a:schemeClr val="accent2">
              <a:hueOff val="1045981"/>
              <a:satOff val="-25490"/>
              <a:lumOff val="1594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49936" rIns="346953" bIns="85344" numCol="1" spcCol="1270" anchor="t" anchorCtr="0">
          <a:noAutofit/>
        </a:bodyPr>
        <a:lstStyle/>
        <a:p>
          <a:pPr marL="114300" lvl="1" indent="-114300" algn="l" defTabSz="533400">
            <a:lnSpc>
              <a:spcPct val="90000"/>
            </a:lnSpc>
            <a:spcBef>
              <a:spcPct val="0"/>
            </a:spcBef>
            <a:spcAft>
              <a:spcPct val="15000"/>
            </a:spcAft>
            <a:buChar char="•"/>
          </a:pPr>
          <a:r>
            <a:rPr lang="zh-CN" altLang="en-US" sz="1200" kern="1200" dirty="0"/>
            <a:t>团队建设与沟通管理</a:t>
          </a:r>
        </a:p>
        <a:p>
          <a:pPr marL="114300" lvl="1" indent="-114300" algn="l" defTabSz="533400">
            <a:lnSpc>
              <a:spcPct val="90000"/>
            </a:lnSpc>
            <a:spcBef>
              <a:spcPct val="0"/>
            </a:spcBef>
            <a:spcAft>
              <a:spcPct val="15000"/>
            </a:spcAft>
            <a:buChar char="•"/>
          </a:pPr>
          <a:r>
            <a:rPr lang="zh-CN" altLang="en-US" sz="1200" kern="1200" dirty="0"/>
            <a:t>项目启动会议的组织与执行</a:t>
          </a:r>
        </a:p>
        <a:p>
          <a:pPr marL="114300" lvl="1" indent="-114300" algn="l" defTabSz="533400">
            <a:lnSpc>
              <a:spcPct val="90000"/>
            </a:lnSpc>
            <a:spcBef>
              <a:spcPct val="0"/>
            </a:spcBef>
            <a:spcAft>
              <a:spcPct val="15000"/>
            </a:spcAft>
            <a:buChar char="•"/>
          </a:pPr>
          <a:r>
            <a:rPr lang="zh-CN" altLang="en-US" sz="1200" kern="1200" dirty="0"/>
            <a:t>变更管理的原则与实践</a:t>
          </a:r>
        </a:p>
        <a:p>
          <a:pPr marL="114300" lvl="1" indent="-114300" algn="l" defTabSz="533400">
            <a:lnSpc>
              <a:spcPct val="90000"/>
            </a:lnSpc>
            <a:spcBef>
              <a:spcPct val="0"/>
            </a:spcBef>
            <a:spcAft>
              <a:spcPct val="15000"/>
            </a:spcAft>
            <a:buChar char="•"/>
          </a:pPr>
          <a:r>
            <a:rPr lang="zh-CN" altLang="en-US" sz="1200" kern="1200" dirty="0"/>
            <a:t>监督与控制项目进度</a:t>
          </a:r>
        </a:p>
        <a:p>
          <a:pPr marL="114300" lvl="1" indent="-114300" algn="l" defTabSz="533400">
            <a:lnSpc>
              <a:spcPct val="90000"/>
            </a:lnSpc>
            <a:spcBef>
              <a:spcPct val="0"/>
            </a:spcBef>
            <a:spcAft>
              <a:spcPct val="15000"/>
            </a:spcAft>
            <a:buChar char="•"/>
          </a:pPr>
          <a:r>
            <a:rPr lang="zh-CN" altLang="en-US" sz="1200" kern="1200" dirty="0"/>
            <a:t>里程碑的设定与检查</a:t>
          </a:r>
        </a:p>
        <a:p>
          <a:pPr marL="114300" lvl="1" indent="-114300" algn="l" defTabSz="533400">
            <a:lnSpc>
              <a:spcPct val="90000"/>
            </a:lnSpc>
            <a:spcBef>
              <a:spcPct val="0"/>
            </a:spcBef>
            <a:spcAft>
              <a:spcPct val="15000"/>
            </a:spcAft>
            <a:buChar char="•"/>
          </a:pPr>
          <a:r>
            <a:rPr lang="zh-CN" altLang="en-US" sz="1200" kern="1200" dirty="0"/>
            <a:t>完工总结与经验教训的记录</a:t>
          </a:r>
        </a:p>
      </dsp:txBody>
      <dsp:txXfrm>
        <a:off x="0" y="1861025"/>
        <a:ext cx="4470400" cy="1587600"/>
      </dsp:txXfrm>
    </dsp:sp>
    <dsp:sp modelId="{F966B0B3-5D61-4E36-AD03-7A88937DD2D6}">
      <dsp:nvSpPr>
        <dsp:cNvPr id="0" name=""/>
        <dsp:cNvSpPr/>
      </dsp:nvSpPr>
      <dsp:spPr>
        <a:xfrm>
          <a:off x="223520" y="1683905"/>
          <a:ext cx="3129280" cy="354240"/>
        </a:xfrm>
        <a:prstGeom prst="roundRect">
          <a:avLst/>
        </a:prstGeom>
        <a:solidFill>
          <a:schemeClr val="accent2">
            <a:hueOff val="1045981"/>
            <a:satOff val="-25490"/>
            <a:lumOff val="1594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533400">
            <a:lnSpc>
              <a:spcPct val="90000"/>
            </a:lnSpc>
            <a:spcBef>
              <a:spcPct val="0"/>
            </a:spcBef>
            <a:spcAft>
              <a:spcPct val="35000"/>
            </a:spcAft>
            <a:buNone/>
          </a:pPr>
          <a:r>
            <a:rPr lang="en-US" altLang="en-US" sz="1200" kern="1200" dirty="0"/>
            <a:t>7. </a:t>
          </a:r>
          <a:r>
            <a:rPr lang="zh-CN" altLang="en-US" sz="1200" kern="1200" dirty="0"/>
            <a:t>执行阶段</a:t>
          </a:r>
        </a:p>
      </dsp:txBody>
      <dsp:txXfrm>
        <a:off x="240813" y="1701198"/>
        <a:ext cx="3094694" cy="319654"/>
      </dsp:txXfrm>
    </dsp:sp>
    <dsp:sp modelId="{FABE6CBC-C6E1-48B3-AB5B-4992E9A4DFBB}">
      <dsp:nvSpPr>
        <dsp:cNvPr id="0" name=""/>
        <dsp:cNvSpPr/>
      </dsp:nvSpPr>
      <dsp:spPr>
        <a:xfrm>
          <a:off x="0" y="3690545"/>
          <a:ext cx="4470400" cy="737100"/>
        </a:xfrm>
        <a:prstGeom prst="rect">
          <a:avLst/>
        </a:prstGeom>
        <a:solidFill>
          <a:schemeClr val="lt1">
            <a:alpha val="90000"/>
            <a:hueOff val="0"/>
            <a:satOff val="0"/>
            <a:lumOff val="0"/>
            <a:alphaOff val="0"/>
          </a:schemeClr>
        </a:solidFill>
        <a:ln w="12700" cap="flat" cmpd="sng" algn="ctr">
          <a:solidFill>
            <a:schemeClr val="accent2">
              <a:hueOff val="2091962"/>
              <a:satOff val="-50981"/>
              <a:lumOff val="3189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49936" rIns="346953" bIns="85344" numCol="1" spcCol="1270" anchor="t" anchorCtr="0">
          <a:noAutofit/>
        </a:bodyPr>
        <a:lstStyle/>
        <a:p>
          <a:pPr marL="114300" lvl="1" indent="-114300" algn="l" defTabSz="533400">
            <a:lnSpc>
              <a:spcPct val="90000"/>
            </a:lnSpc>
            <a:spcBef>
              <a:spcPct val="0"/>
            </a:spcBef>
            <a:spcAft>
              <a:spcPct val="15000"/>
            </a:spcAft>
            <a:buChar char="•"/>
          </a:pPr>
          <a:r>
            <a:rPr lang="zh-CN" altLang="en-US" sz="1200" kern="1200" dirty="0"/>
            <a:t>分析案例中项目管理的成功与失败因素</a:t>
          </a:r>
        </a:p>
        <a:p>
          <a:pPr marL="114300" lvl="1" indent="-114300" algn="l" defTabSz="533400">
            <a:lnSpc>
              <a:spcPct val="90000"/>
            </a:lnSpc>
            <a:spcBef>
              <a:spcPct val="0"/>
            </a:spcBef>
            <a:spcAft>
              <a:spcPct val="15000"/>
            </a:spcAft>
            <a:buChar char="•"/>
          </a:pPr>
          <a:r>
            <a:rPr lang="zh-CN" altLang="en-US" sz="1200" kern="1200" dirty="0"/>
            <a:t>讨论案例中的实践要点与改进措施</a:t>
          </a:r>
        </a:p>
      </dsp:txBody>
      <dsp:txXfrm>
        <a:off x="0" y="3690545"/>
        <a:ext cx="4470400" cy="737100"/>
      </dsp:txXfrm>
    </dsp:sp>
    <dsp:sp modelId="{F7CE9327-A1F3-4A15-BEE7-7F8B63F7B6E2}">
      <dsp:nvSpPr>
        <dsp:cNvPr id="0" name=""/>
        <dsp:cNvSpPr/>
      </dsp:nvSpPr>
      <dsp:spPr>
        <a:xfrm>
          <a:off x="223520" y="3513425"/>
          <a:ext cx="3129280" cy="354240"/>
        </a:xfrm>
        <a:prstGeom prst="roundRect">
          <a:avLst/>
        </a:prstGeom>
        <a:solidFill>
          <a:schemeClr val="accent2">
            <a:hueOff val="2091962"/>
            <a:satOff val="-50981"/>
            <a:lumOff val="3189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533400">
            <a:lnSpc>
              <a:spcPct val="90000"/>
            </a:lnSpc>
            <a:spcBef>
              <a:spcPct val="0"/>
            </a:spcBef>
            <a:spcAft>
              <a:spcPct val="35000"/>
            </a:spcAft>
            <a:buNone/>
          </a:pPr>
          <a:r>
            <a:rPr lang="en-US" altLang="en-US" sz="1200" kern="1200" dirty="0"/>
            <a:t>8. </a:t>
          </a:r>
          <a:r>
            <a:rPr lang="zh-CN" altLang="en-US" sz="1200" kern="1200" dirty="0"/>
            <a:t>案例分析与实践</a:t>
          </a:r>
        </a:p>
      </dsp:txBody>
      <dsp:txXfrm>
        <a:off x="240813" y="3530718"/>
        <a:ext cx="3094694" cy="319654"/>
      </dsp:txXfrm>
    </dsp:sp>
    <dsp:sp modelId="{E28A0563-C9CF-44BE-AF5D-46FA133201BF}">
      <dsp:nvSpPr>
        <dsp:cNvPr id="0" name=""/>
        <dsp:cNvSpPr/>
      </dsp:nvSpPr>
      <dsp:spPr>
        <a:xfrm>
          <a:off x="0" y="4669564"/>
          <a:ext cx="4470400" cy="519750"/>
        </a:xfrm>
        <a:prstGeom prst="rect">
          <a:avLst/>
        </a:prstGeom>
        <a:solidFill>
          <a:schemeClr val="lt1">
            <a:alpha val="90000"/>
            <a:hueOff val="0"/>
            <a:satOff val="0"/>
            <a:lumOff val="0"/>
            <a:alphaOff val="0"/>
          </a:schemeClr>
        </a:solidFill>
        <a:ln w="12700" cap="flat" cmpd="sng" algn="ctr">
          <a:solidFill>
            <a:schemeClr val="accent2">
              <a:hueOff val="3137943"/>
              <a:satOff val="-76471"/>
              <a:lumOff val="4784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49936" rIns="346953" bIns="85344" numCol="1" spcCol="1270" anchor="t" anchorCtr="0">
          <a:noAutofit/>
        </a:bodyPr>
        <a:lstStyle/>
        <a:p>
          <a:pPr marL="114300" lvl="1" indent="-114300" algn="l" defTabSz="533400">
            <a:lnSpc>
              <a:spcPct val="90000"/>
            </a:lnSpc>
            <a:spcBef>
              <a:spcPct val="0"/>
            </a:spcBef>
            <a:spcAft>
              <a:spcPct val="15000"/>
            </a:spcAft>
            <a:buChar char="•"/>
          </a:pPr>
          <a:r>
            <a:rPr lang="zh-CN" altLang="en-US" sz="1200" kern="1200" dirty="0"/>
            <a:t>回顾课程要点</a:t>
          </a:r>
        </a:p>
      </dsp:txBody>
      <dsp:txXfrm>
        <a:off x="0" y="4669564"/>
        <a:ext cx="4470400" cy="519750"/>
      </dsp:txXfrm>
    </dsp:sp>
    <dsp:sp modelId="{FD98E740-51D2-42EA-BB4B-1C7CAD2FC40C}">
      <dsp:nvSpPr>
        <dsp:cNvPr id="0" name=""/>
        <dsp:cNvSpPr/>
      </dsp:nvSpPr>
      <dsp:spPr>
        <a:xfrm>
          <a:off x="223520" y="4492445"/>
          <a:ext cx="3129280" cy="354240"/>
        </a:xfrm>
        <a:prstGeom prst="roundRect">
          <a:avLst/>
        </a:prstGeom>
        <a:solidFill>
          <a:schemeClr val="accent2">
            <a:hueOff val="3137943"/>
            <a:satOff val="-76471"/>
            <a:lumOff val="47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533400">
            <a:lnSpc>
              <a:spcPct val="90000"/>
            </a:lnSpc>
            <a:spcBef>
              <a:spcPct val="0"/>
            </a:spcBef>
            <a:spcAft>
              <a:spcPct val="35000"/>
            </a:spcAft>
            <a:buNone/>
          </a:pPr>
          <a:r>
            <a:rPr lang="en-US" altLang="en-US" sz="1200" kern="1200" dirty="0"/>
            <a:t>9. </a:t>
          </a:r>
          <a:r>
            <a:rPr lang="zh-CN" altLang="en-US" sz="1200" kern="1200" dirty="0"/>
            <a:t>课程总结和回顾</a:t>
          </a:r>
        </a:p>
      </dsp:txBody>
      <dsp:txXfrm>
        <a:off x="240813" y="4509738"/>
        <a:ext cx="3094694" cy="319654"/>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1E9F1F-E4DF-43C2-8351-BB16DBEE3A92}">
      <dsp:nvSpPr>
        <dsp:cNvPr id="0" name=""/>
        <dsp:cNvSpPr/>
      </dsp:nvSpPr>
      <dsp:spPr>
        <a:xfrm>
          <a:off x="0" y="155974"/>
          <a:ext cx="4470400" cy="6142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08280" rIns="346953" bIns="71120" numCol="1" spcCol="1270" anchor="t" anchorCtr="0">
          <a:noAutofit/>
        </a:bodyPr>
        <a:lstStyle/>
        <a:p>
          <a:pPr marL="57150" lvl="1" indent="-57150" algn="l" defTabSz="444500">
            <a:lnSpc>
              <a:spcPct val="90000"/>
            </a:lnSpc>
            <a:spcBef>
              <a:spcPct val="0"/>
            </a:spcBef>
            <a:spcAft>
              <a:spcPct val="15000"/>
            </a:spcAft>
            <a:buChar char="•"/>
          </a:pPr>
          <a:r>
            <a:rPr lang="zh-CN" altLang="en-US" sz="1000" kern="1200" dirty="0"/>
            <a:t>项目管理的重要性</a:t>
          </a:r>
        </a:p>
        <a:p>
          <a:pPr marL="57150" lvl="1" indent="-57150" algn="l" defTabSz="444500">
            <a:lnSpc>
              <a:spcPct val="90000"/>
            </a:lnSpc>
            <a:spcBef>
              <a:spcPct val="0"/>
            </a:spcBef>
            <a:spcAft>
              <a:spcPct val="15000"/>
            </a:spcAft>
            <a:buChar char="•"/>
          </a:pPr>
          <a:r>
            <a:rPr lang="zh-CN" altLang="en-US" sz="1000" kern="1200" dirty="0"/>
            <a:t>课程目标</a:t>
          </a:r>
        </a:p>
      </dsp:txBody>
      <dsp:txXfrm>
        <a:off x="0" y="155974"/>
        <a:ext cx="4470400" cy="614250"/>
      </dsp:txXfrm>
    </dsp:sp>
    <dsp:sp modelId="{4BE67D07-2CEC-4DE8-AD5E-DDD7D322FC39}">
      <dsp:nvSpPr>
        <dsp:cNvPr id="0" name=""/>
        <dsp:cNvSpPr/>
      </dsp:nvSpPr>
      <dsp:spPr>
        <a:xfrm>
          <a:off x="223520" y="8374"/>
          <a:ext cx="3129280" cy="2952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444500">
            <a:lnSpc>
              <a:spcPct val="90000"/>
            </a:lnSpc>
            <a:spcBef>
              <a:spcPct val="0"/>
            </a:spcBef>
            <a:spcAft>
              <a:spcPct val="35000"/>
            </a:spcAft>
            <a:buNone/>
          </a:pPr>
          <a:r>
            <a:rPr lang="en-US" altLang="en-US" sz="1000" kern="1200" dirty="0"/>
            <a:t>1. </a:t>
          </a:r>
          <a:r>
            <a:rPr lang="zh-CN" altLang="en-US" sz="1000" kern="1200" dirty="0"/>
            <a:t>引言</a:t>
          </a:r>
        </a:p>
      </dsp:txBody>
      <dsp:txXfrm>
        <a:off x="237930" y="22784"/>
        <a:ext cx="3100460" cy="266380"/>
      </dsp:txXfrm>
    </dsp:sp>
    <dsp:sp modelId="{B899DC30-F1C2-42B2-A49E-40C00661E4B3}">
      <dsp:nvSpPr>
        <dsp:cNvPr id="0" name=""/>
        <dsp:cNvSpPr/>
      </dsp:nvSpPr>
      <dsp:spPr>
        <a:xfrm>
          <a:off x="0" y="971824"/>
          <a:ext cx="4470400" cy="7875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08280" rIns="346953" bIns="71120" numCol="1" spcCol="1270" anchor="t" anchorCtr="0">
          <a:noAutofit/>
        </a:bodyPr>
        <a:lstStyle/>
        <a:p>
          <a:pPr marL="57150" lvl="1" indent="-57150" algn="l" defTabSz="444500">
            <a:lnSpc>
              <a:spcPct val="90000"/>
            </a:lnSpc>
            <a:spcBef>
              <a:spcPct val="0"/>
            </a:spcBef>
            <a:spcAft>
              <a:spcPct val="15000"/>
            </a:spcAft>
            <a:buChar char="•"/>
          </a:pPr>
          <a:r>
            <a:rPr lang="zh-CN" altLang="en-US" sz="1000" kern="1200" dirty="0"/>
            <a:t>项目的定义与特点</a:t>
          </a:r>
        </a:p>
        <a:p>
          <a:pPr marL="57150" lvl="1" indent="-57150" algn="l" defTabSz="444500">
            <a:lnSpc>
              <a:spcPct val="90000"/>
            </a:lnSpc>
            <a:spcBef>
              <a:spcPct val="0"/>
            </a:spcBef>
            <a:spcAft>
              <a:spcPct val="15000"/>
            </a:spcAft>
            <a:buChar char="•"/>
          </a:pPr>
          <a:r>
            <a:rPr lang="zh-CN" altLang="en-US" sz="1000" kern="1200" dirty="0"/>
            <a:t>项目相关方的角色与影响</a:t>
          </a:r>
        </a:p>
        <a:p>
          <a:pPr marL="57150" lvl="1" indent="-57150" algn="l" defTabSz="444500">
            <a:lnSpc>
              <a:spcPct val="90000"/>
            </a:lnSpc>
            <a:spcBef>
              <a:spcPct val="0"/>
            </a:spcBef>
            <a:spcAft>
              <a:spcPct val="15000"/>
            </a:spcAft>
            <a:buChar char="•"/>
          </a:pPr>
          <a:r>
            <a:rPr lang="zh-CN" altLang="en-US" sz="1000" kern="1200" dirty="0"/>
            <a:t>项目三角形：范围、时间、成本</a:t>
          </a:r>
        </a:p>
      </dsp:txBody>
      <dsp:txXfrm>
        <a:off x="0" y="971824"/>
        <a:ext cx="4470400" cy="787500"/>
      </dsp:txXfrm>
    </dsp:sp>
    <dsp:sp modelId="{5FB0413C-35B7-4DCF-9F0C-E2FE058FDE6A}">
      <dsp:nvSpPr>
        <dsp:cNvPr id="0" name=""/>
        <dsp:cNvSpPr/>
      </dsp:nvSpPr>
      <dsp:spPr>
        <a:xfrm>
          <a:off x="223520" y="824224"/>
          <a:ext cx="3129280" cy="2952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444500">
            <a:lnSpc>
              <a:spcPct val="90000"/>
            </a:lnSpc>
            <a:spcBef>
              <a:spcPct val="0"/>
            </a:spcBef>
            <a:spcAft>
              <a:spcPct val="35000"/>
            </a:spcAft>
            <a:buNone/>
          </a:pPr>
          <a:r>
            <a:rPr lang="en-US" altLang="en-US" sz="1000" kern="1200" dirty="0"/>
            <a:t>2. </a:t>
          </a:r>
          <a:r>
            <a:rPr lang="zh-CN" altLang="en-US" sz="1000" kern="1200" dirty="0"/>
            <a:t>项目管理基本概念</a:t>
          </a:r>
        </a:p>
      </dsp:txBody>
      <dsp:txXfrm>
        <a:off x="237930" y="838634"/>
        <a:ext cx="3100460" cy="266380"/>
      </dsp:txXfrm>
    </dsp:sp>
    <dsp:sp modelId="{DA89A198-BD03-417D-B8D8-F7EFC21869EA}">
      <dsp:nvSpPr>
        <dsp:cNvPr id="0" name=""/>
        <dsp:cNvSpPr/>
      </dsp:nvSpPr>
      <dsp:spPr>
        <a:xfrm>
          <a:off x="0" y="1960924"/>
          <a:ext cx="4470400" cy="7875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08280" rIns="346953" bIns="71120" numCol="1" spcCol="1270" anchor="t" anchorCtr="0">
          <a:noAutofit/>
        </a:bodyPr>
        <a:lstStyle/>
        <a:p>
          <a:pPr marL="57150" lvl="1" indent="-57150" algn="l" defTabSz="444500">
            <a:lnSpc>
              <a:spcPct val="90000"/>
            </a:lnSpc>
            <a:spcBef>
              <a:spcPct val="0"/>
            </a:spcBef>
            <a:spcAft>
              <a:spcPct val="15000"/>
            </a:spcAft>
            <a:buChar char="•"/>
          </a:pPr>
          <a:r>
            <a:rPr lang="zh-CN" altLang="en-US" sz="1000" kern="1200" dirty="0"/>
            <a:t>项目管理知识体系概述</a:t>
          </a:r>
        </a:p>
        <a:p>
          <a:pPr marL="57150" lvl="1" indent="-57150" algn="l" defTabSz="444500">
            <a:lnSpc>
              <a:spcPct val="90000"/>
            </a:lnSpc>
            <a:spcBef>
              <a:spcPct val="0"/>
            </a:spcBef>
            <a:spcAft>
              <a:spcPct val="15000"/>
            </a:spcAft>
            <a:buChar char="•"/>
          </a:pPr>
          <a:r>
            <a:rPr lang="zh-CN" altLang="en-US" sz="1000" kern="1200" dirty="0"/>
            <a:t>项目管理流程的三个阶段：定义、计划、实施</a:t>
          </a:r>
        </a:p>
        <a:p>
          <a:pPr marL="57150" lvl="1" indent="-57150" algn="l" defTabSz="444500">
            <a:lnSpc>
              <a:spcPct val="90000"/>
            </a:lnSpc>
            <a:spcBef>
              <a:spcPct val="0"/>
            </a:spcBef>
            <a:spcAft>
              <a:spcPct val="15000"/>
            </a:spcAft>
            <a:buChar char="•"/>
          </a:pPr>
          <a:r>
            <a:rPr lang="zh-CN" altLang="en-US" sz="1000" kern="1200" dirty="0"/>
            <a:t>项目生命周期与方法论</a:t>
          </a:r>
        </a:p>
      </dsp:txBody>
      <dsp:txXfrm>
        <a:off x="0" y="1960924"/>
        <a:ext cx="4470400" cy="787500"/>
      </dsp:txXfrm>
    </dsp:sp>
    <dsp:sp modelId="{98AD5124-3CF6-49F7-AC15-58BB2ECB7519}">
      <dsp:nvSpPr>
        <dsp:cNvPr id="0" name=""/>
        <dsp:cNvSpPr/>
      </dsp:nvSpPr>
      <dsp:spPr>
        <a:xfrm>
          <a:off x="223520" y="1813324"/>
          <a:ext cx="3129280" cy="2952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444500">
            <a:lnSpc>
              <a:spcPct val="90000"/>
            </a:lnSpc>
            <a:spcBef>
              <a:spcPct val="0"/>
            </a:spcBef>
            <a:spcAft>
              <a:spcPct val="35000"/>
            </a:spcAft>
            <a:buNone/>
          </a:pPr>
          <a:r>
            <a:rPr lang="en-US" altLang="en-US" sz="1000" kern="1200" dirty="0"/>
            <a:t>3. </a:t>
          </a:r>
          <a:r>
            <a:rPr lang="zh-CN" altLang="en-US" sz="1000" kern="1200" dirty="0"/>
            <a:t>项目管理流程与结构</a:t>
          </a:r>
        </a:p>
      </dsp:txBody>
      <dsp:txXfrm>
        <a:off x="237930" y="1827734"/>
        <a:ext cx="3100460" cy="266380"/>
      </dsp:txXfrm>
    </dsp:sp>
    <dsp:sp modelId="{CC747699-772A-46CD-813C-CF194BD9B24B}">
      <dsp:nvSpPr>
        <dsp:cNvPr id="0" name=""/>
        <dsp:cNvSpPr/>
      </dsp:nvSpPr>
      <dsp:spPr>
        <a:xfrm>
          <a:off x="0" y="2950025"/>
          <a:ext cx="4470400" cy="7875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08280" rIns="346953" bIns="71120" numCol="1" spcCol="1270" anchor="t" anchorCtr="0">
          <a:noAutofit/>
        </a:bodyPr>
        <a:lstStyle/>
        <a:p>
          <a:pPr marL="57150" lvl="1" indent="-57150" algn="l" defTabSz="444500">
            <a:lnSpc>
              <a:spcPct val="90000"/>
            </a:lnSpc>
            <a:spcBef>
              <a:spcPct val="0"/>
            </a:spcBef>
            <a:spcAft>
              <a:spcPct val="15000"/>
            </a:spcAft>
            <a:buChar char="•"/>
          </a:pPr>
          <a:r>
            <a:rPr lang="zh-CN" altLang="en-US" sz="1000" kern="1200" dirty="0"/>
            <a:t>项目目标的</a:t>
          </a:r>
          <a:r>
            <a:rPr lang="en-US" altLang="en-US" sz="1000" kern="1200" dirty="0"/>
            <a:t>SMART</a:t>
          </a:r>
          <a:r>
            <a:rPr lang="zh-CN" altLang="en-US" sz="1000" kern="1200" dirty="0"/>
            <a:t>原则</a:t>
          </a:r>
        </a:p>
        <a:p>
          <a:pPr marL="57150" lvl="1" indent="-57150" algn="l" defTabSz="444500">
            <a:lnSpc>
              <a:spcPct val="90000"/>
            </a:lnSpc>
            <a:spcBef>
              <a:spcPct val="0"/>
            </a:spcBef>
            <a:spcAft>
              <a:spcPct val="15000"/>
            </a:spcAft>
            <a:buChar char="•"/>
          </a:pPr>
          <a:r>
            <a:rPr lang="zh-CN" altLang="en-US" sz="1000" kern="1200" dirty="0"/>
            <a:t>工作分解结构（</a:t>
          </a:r>
          <a:r>
            <a:rPr lang="en-US" altLang="en-US" sz="1000" kern="1200" dirty="0"/>
            <a:t>WBS</a:t>
          </a:r>
          <a:r>
            <a:rPr lang="zh-CN" altLang="en-US" sz="1000" kern="1200" dirty="0"/>
            <a:t>）的创建与验证</a:t>
          </a:r>
        </a:p>
        <a:p>
          <a:pPr marL="57150" lvl="1" indent="-57150" algn="l" defTabSz="444500">
            <a:lnSpc>
              <a:spcPct val="90000"/>
            </a:lnSpc>
            <a:spcBef>
              <a:spcPct val="0"/>
            </a:spcBef>
            <a:spcAft>
              <a:spcPct val="15000"/>
            </a:spcAft>
            <a:buChar char="•"/>
          </a:pPr>
          <a:r>
            <a:rPr lang="zh-CN" altLang="en-US" sz="1000" kern="1200" dirty="0"/>
            <a:t>子项目与复杂项目的管理</a:t>
          </a:r>
        </a:p>
      </dsp:txBody>
      <dsp:txXfrm>
        <a:off x="0" y="2950025"/>
        <a:ext cx="4470400" cy="787500"/>
      </dsp:txXfrm>
    </dsp:sp>
    <dsp:sp modelId="{32643C36-3F64-498C-8C0D-B7F3E31E4C1E}">
      <dsp:nvSpPr>
        <dsp:cNvPr id="0" name=""/>
        <dsp:cNvSpPr/>
      </dsp:nvSpPr>
      <dsp:spPr>
        <a:xfrm>
          <a:off x="223520" y="2802424"/>
          <a:ext cx="3129280" cy="2952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444500">
            <a:lnSpc>
              <a:spcPct val="90000"/>
            </a:lnSpc>
            <a:spcBef>
              <a:spcPct val="0"/>
            </a:spcBef>
            <a:spcAft>
              <a:spcPct val="35000"/>
            </a:spcAft>
            <a:buNone/>
          </a:pPr>
          <a:r>
            <a:rPr lang="en-US" altLang="en-US" sz="1000" kern="1200" dirty="0"/>
            <a:t>4. </a:t>
          </a:r>
          <a:r>
            <a:rPr lang="zh-CN" altLang="en-US" sz="1000" kern="1200" dirty="0"/>
            <a:t>启动阶段</a:t>
          </a:r>
        </a:p>
      </dsp:txBody>
      <dsp:txXfrm>
        <a:off x="237930" y="2816834"/>
        <a:ext cx="3100460" cy="266380"/>
      </dsp:txXfrm>
    </dsp:sp>
    <dsp:sp modelId="{398923F3-BF23-43A2-B30F-1E245ED93CBB}">
      <dsp:nvSpPr>
        <dsp:cNvPr id="0" name=""/>
        <dsp:cNvSpPr/>
      </dsp:nvSpPr>
      <dsp:spPr>
        <a:xfrm>
          <a:off x="0" y="3939125"/>
          <a:ext cx="4470400" cy="1323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08280" rIns="346953" bIns="71120" numCol="1" spcCol="1270" anchor="t" anchorCtr="0">
          <a:noAutofit/>
        </a:bodyPr>
        <a:lstStyle/>
        <a:p>
          <a:pPr marL="57150" lvl="1" indent="-57150" algn="l" defTabSz="444500">
            <a:lnSpc>
              <a:spcPct val="90000"/>
            </a:lnSpc>
            <a:spcBef>
              <a:spcPct val="0"/>
            </a:spcBef>
            <a:spcAft>
              <a:spcPct val="15000"/>
            </a:spcAft>
            <a:buChar char="•"/>
          </a:pPr>
          <a:r>
            <a:rPr lang="zh-CN" altLang="en-US" sz="1000" kern="1200" dirty="0"/>
            <a:t>项目目标与项目计划的制定</a:t>
          </a:r>
        </a:p>
        <a:p>
          <a:pPr marL="57150" lvl="1" indent="-57150" algn="l" defTabSz="444500">
            <a:lnSpc>
              <a:spcPct val="90000"/>
            </a:lnSpc>
            <a:spcBef>
              <a:spcPct val="0"/>
            </a:spcBef>
            <a:spcAft>
              <a:spcPct val="15000"/>
            </a:spcAft>
            <a:buChar char="•"/>
          </a:pPr>
          <a:r>
            <a:rPr lang="zh-CN" altLang="en-US" sz="1000" kern="1200" dirty="0"/>
            <a:t>资源计划与成本核算</a:t>
          </a:r>
        </a:p>
        <a:p>
          <a:pPr marL="57150" lvl="1" indent="-57150" algn="l" defTabSz="444500">
            <a:lnSpc>
              <a:spcPct val="90000"/>
            </a:lnSpc>
            <a:spcBef>
              <a:spcPct val="0"/>
            </a:spcBef>
            <a:spcAft>
              <a:spcPct val="15000"/>
            </a:spcAft>
            <a:buChar char="•"/>
          </a:pPr>
          <a:r>
            <a:rPr lang="zh-CN" altLang="en-US" sz="1000" kern="1200" dirty="0"/>
            <a:t>工作顺序与网络图的绘制</a:t>
          </a:r>
        </a:p>
        <a:p>
          <a:pPr marL="57150" lvl="1" indent="-57150" algn="l" defTabSz="444500">
            <a:lnSpc>
              <a:spcPct val="90000"/>
            </a:lnSpc>
            <a:spcBef>
              <a:spcPct val="0"/>
            </a:spcBef>
            <a:spcAft>
              <a:spcPct val="15000"/>
            </a:spcAft>
            <a:buChar char="•"/>
          </a:pPr>
          <a:r>
            <a:rPr lang="zh-CN" altLang="en-US" sz="1000" kern="1200" dirty="0"/>
            <a:t>关键路径的识别与分析</a:t>
          </a:r>
        </a:p>
        <a:p>
          <a:pPr marL="57150" lvl="1" indent="-57150" algn="l" defTabSz="444500">
            <a:lnSpc>
              <a:spcPct val="90000"/>
            </a:lnSpc>
            <a:spcBef>
              <a:spcPct val="0"/>
            </a:spcBef>
            <a:spcAft>
              <a:spcPct val="15000"/>
            </a:spcAft>
            <a:buChar char="•"/>
          </a:pPr>
          <a:r>
            <a:rPr lang="zh-CN" altLang="en-US" sz="1000" kern="1200" dirty="0"/>
            <a:t>风险管理计划的制定与实施</a:t>
          </a:r>
        </a:p>
        <a:p>
          <a:pPr marL="57150" lvl="1" indent="-57150" algn="l" defTabSz="444500">
            <a:lnSpc>
              <a:spcPct val="90000"/>
            </a:lnSpc>
            <a:spcBef>
              <a:spcPct val="0"/>
            </a:spcBef>
            <a:spcAft>
              <a:spcPct val="15000"/>
            </a:spcAft>
            <a:buChar char="•"/>
          </a:pPr>
          <a:r>
            <a:rPr lang="zh-CN" altLang="en-US" sz="1000" kern="1200" dirty="0"/>
            <a:t>机会管理与潜在机会的发掘</a:t>
          </a:r>
        </a:p>
      </dsp:txBody>
      <dsp:txXfrm>
        <a:off x="0" y="3939125"/>
        <a:ext cx="4470400" cy="1323000"/>
      </dsp:txXfrm>
    </dsp:sp>
    <dsp:sp modelId="{179E6E21-51F0-484A-874B-F439FDB7A343}">
      <dsp:nvSpPr>
        <dsp:cNvPr id="0" name=""/>
        <dsp:cNvSpPr/>
      </dsp:nvSpPr>
      <dsp:spPr>
        <a:xfrm>
          <a:off x="223520" y="3791525"/>
          <a:ext cx="3129280" cy="2952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444500">
            <a:lnSpc>
              <a:spcPct val="90000"/>
            </a:lnSpc>
            <a:spcBef>
              <a:spcPct val="0"/>
            </a:spcBef>
            <a:spcAft>
              <a:spcPct val="35000"/>
            </a:spcAft>
            <a:buNone/>
          </a:pPr>
          <a:r>
            <a:rPr lang="en-US" altLang="en-US" sz="1000" kern="1200" dirty="0"/>
            <a:t>5. </a:t>
          </a:r>
          <a:r>
            <a:rPr lang="zh-CN" altLang="en-US" sz="1000" kern="1200" dirty="0"/>
            <a:t>规划阶段</a:t>
          </a:r>
        </a:p>
      </dsp:txBody>
      <dsp:txXfrm>
        <a:off x="237930" y="3805935"/>
        <a:ext cx="3100460" cy="266380"/>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BC6CD0-A147-4782-BCB8-4CDB5986F7C0}">
      <dsp:nvSpPr>
        <dsp:cNvPr id="0" name=""/>
        <dsp:cNvSpPr/>
      </dsp:nvSpPr>
      <dsp:spPr>
        <a:xfrm>
          <a:off x="0" y="258305"/>
          <a:ext cx="4470400" cy="13608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49936" rIns="346953" bIns="85344" numCol="1" spcCol="1270" anchor="t" anchorCtr="0">
          <a:noAutofit/>
        </a:bodyPr>
        <a:lstStyle/>
        <a:p>
          <a:pPr marL="114300" lvl="1" indent="-114300" algn="l" defTabSz="533400">
            <a:lnSpc>
              <a:spcPct val="90000"/>
            </a:lnSpc>
            <a:spcBef>
              <a:spcPct val="0"/>
            </a:spcBef>
            <a:spcAft>
              <a:spcPct val="15000"/>
            </a:spcAft>
            <a:buChar char="•"/>
          </a:pPr>
          <a:r>
            <a:rPr lang="zh-CN" altLang="en-US" sz="1200" kern="1200" dirty="0"/>
            <a:t>沟通的重要性与沟通计划</a:t>
          </a:r>
        </a:p>
        <a:p>
          <a:pPr marL="114300" lvl="1" indent="-114300" algn="l" defTabSz="533400">
            <a:lnSpc>
              <a:spcPct val="90000"/>
            </a:lnSpc>
            <a:spcBef>
              <a:spcPct val="0"/>
            </a:spcBef>
            <a:spcAft>
              <a:spcPct val="15000"/>
            </a:spcAft>
            <a:buChar char="•"/>
          </a:pPr>
          <a:r>
            <a:rPr lang="zh-CN" altLang="en-US" sz="1200" kern="1200" dirty="0"/>
            <a:t>沟通方式的选择与应用</a:t>
          </a:r>
        </a:p>
        <a:p>
          <a:pPr marL="114300" lvl="1" indent="-114300" algn="l" defTabSz="533400">
            <a:lnSpc>
              <a:spcPct val="90000"/>
            </a:lnSpc>
            <a:spcBef>
              <a:spcPct val="0"/>
            </a:spcBef>
            <a:spcAft>
              <a:spcPct val="15000"/>
            </a:spcAft>
            <a:buChar char="•"/>
          </a:pPr>
          <a:r>
            <a:rPr lang="zh-CN" altLang="en-US" sz="1200" kern="1200" dirty="0"/>
            <a:t>有效沟通的技巧与实践</a:t>
          </a:r>
        </a:p>
        <a:p>
          <a:pPr marL="114300" lvl="1" indent="-114300" algn="l" defTabSz="533400">
            <a:lnSpc>
              <a:spcPct val="90000"/>
            </a:lnSpc>
            <a:spcBef>
              <a:spcPct val="0"/>
            </a:spcBef>
            <a:spcAft>
              <a:spcPct val="15000"/>
            </a:spcAft>
            <a:buChar char="•"/>
          </a:pPr>
          <a:r>
            <a:rPr lang="zh-CN" altLang="en-US" sz="1200" kern="1200" dirty="0"/>
            <a:t>本质洞察、条理、同理心</a:t>
          </a:r>
        </a:p>
        <a:p>
          <a:pPr marL="114300" lvl="1" indent="-114300" algn="l" defTabSz="533400">
            <a:lnSpc>
              <a:spcPct val="90000"/>
            </a:lnSpc>
            <a:spcBef>
              <a:spcPct val="0"/>
            </a:spcBef>
            <a:spcAft>
              <a:spcPct val="15000"/>
            </a:spcAft>
            <a:buChar char="•"/>
          </a:pPr>
          <a:r>
            <a:rPr lang="zh-CN" altLang="en-US" sz="1200" kern="1200" dirty="0"/>
            <a:t>问题升级与解决策略</a:t>
          </a:r>
        </a:p>
      </dsp:txBody>
      <dsp:txXfrm>
        <a:off x="0" y="258305"/>
        <a:ext cx="4470400" cy="1360800"/>
      </dsp:txXfrm>
    </dsp:sp>
    <dsp:sp modelId="{3755F6E4-575A-4E6A-B574-B611E150BA63}">
      <dsp:nvSpPr>
        <dsp:cNvPr id="0" name=""/>
        <dsp:cNvSpPr/>
      </dsp:nvSpPr>
      <dsp:spPr>
        <a:xfrm>
          <a:off x="223520" y="81185"/>
          <a:ext cx="3129280" cy="35424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533400">
            <a:lnSpc>
              <a:spcPct val="90000"/>
            </a:lnSpc>
            <a:spcBef>
              <a:spcPct val="0"/>
            </a:spcBef>
            <a:spcAft>
              <a:spcPct val="35000"/>
            </a:spcAft>
            <a:buNone/>
          </a:pPr>
          <a:r>
            <a:rPr lang="en-US" altLang="en-US" sz="1200" kern="1200"/>
            <a:t>6. </a:t>
          </a:r>
          <a:r>
            <a:rPr lang="zh-CN" altLang="en-US" sz="1200" kern="1200"/>
            <a:t>沟通管理</a:t>
          </a:r>
          <a:endParaRPr lang="zh-CN" altLang="en-US" sz="1200" kern="1200" dirty="0"/>
        </a:p>
      </dsp:txBody>
      <dsp:txXfrm>
        <a:off x="240813" y="98478"/>
        <a:ext cx="3094694" cy="319654"/>
      </dsp:txXfrm>
    </dsp:sp>
    <dsp:sp modelId="{C302958C-5753-4CCE-A69A-C899B90BE58D}">
      <dsp:nvSpPr>
        <dsp:cNvPr id="0" name=""/>
        <dsp:cNvSpPr/>
      </dsp:nvSpPr>
      <dsp:spPr>
        <a:xfrm>
          <a:off x="0" y="1861025"/>
          <a:ext cx="4470400" cy="1587600"/>
        </a:xfrm>
        <a:prstGeom prst="rect">
          <a:avLst/>
        </a:prstGeom>
        <a:solidFill>
          <a:schemeClr val="lt1">
            <a:alpha val="90000"/>
            <a:hueOff val="0"/>
            <a:satOff val="0"/>
            <a:lumOff val="0"/>
            <a:alphaOff val="0"/>
          </a:schemeClr>
        </a:solidFill>
        <a:ln w="12700" cap="flat" cmpd="sng" algn="ctr">
          <a:solidFill>
            <a:schemeClr val="accent2">
              <a:hueOff val="1045981"/>
              <a:satOff val="-25490"/>
              <a:lumOff val="1594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49936" rIns="346953" bIns="85344" numCol="1" spcCol="1270" anchor="t" anchorCtr="0">
          <a:noAutofit/>
        </a:bodyPr>
        <a:lstStyle/>
        <a:p>
          <a:pPr marL="114300" lvl="1" indent="-114300" algn="l" defTabSz="533400">
            <a:lnSpc>
              <a:spcPct val="90000"/>
            </a:lnSpc>
            <a:spcBef>
              <a:spcPct val="0"/>
            </a:spcBef>
            <a:spcAft>
              <a:spcPct val="15000"/>
            </a:spcAft>
            <a:buChar char="•"/>
          </a:pPr>
          <a:r>
            <a:rPr lang="zh-CN" altLang="en-US" sz="1200" kern="1200" dirty="0"/>
            <a:t>团队建设与沟通管理</a:t>
          </a:r>
        </a:p>
        <a:p>
          <a:pPr marL="114300" lvl="1" indent="-114300" algn="l" defTabSz="533400">
            <a:lnSpc>
              <a:spcPct val="90000"/>
            </a:lnSpc>
            <a:spcBef>
              <a:spcPct val="0"/>
            </a:spcBef>
            <a:spcAft>
              <a:spcPct val="15000"/>
            </a:spcAft>
            <a:buChar char="•"/>
          </a:pPr>
          <a:r>
            <a:rPr lang="zh-CN" altLang="en-US" sz="1200" kern="1200" dirty="0"/>
            <a:t>项目启动会议的组织与执行</a:t>
          </a:r>
        </a:p>
        <a:p>
          <a:pPr marL="114300" lvl="1" indent="-114300" algn="l" defTabSz="533400">
            <a:lnSpc>
              <a:spcPct val="90000"/>
            </a:lnSpc>
            <a:spcBef>
              <a:spcPct val="0"/>
            </a:spcBef>
            <a:spcAft>
              <a:spcPct val="15000"/>
            </a:spcAft>
            <a:buChar char="•"/>
          </a:pPr>
          <a:r>
            <a:rPr lang="zh-CN" altLang="en-US" sz="1200" kern="1200" dirty="0"/>
            <a:t>变更管理的原则与实践</a:t>
          </a:r>
        </a:p>
        <a:p>
          <a:pPr marL="114300" lvl="1" indent="-114300" algn="l" defTabSz="533400">
            <a:lnSpc>
              <a:spcPct val="90000"/>
            </a:lnSpc>
            <a:spcBef>
              <a:spcPct val="0"/>
            </a:spcBef>
            <a:spcAft>
              <a:spcPct val="15000"/>
            </a:spcAft>
            <a:buChar char="•"/>
          </a:pPr>
          <a:r>
            <a:rPr lang="zh-CN" altLang="en-US" sz="1200" kern="1200" dirty="0"/>
            <a:t>监督与控制项目进度</a:t>
          </a:r>
        </a:p>
        <a:p>
          <a:pPr marL="114300" lvl="1" indent="-114300" algn="l" defTabSz="533400">
            <a:lnSpc>
              <a:spcPct val="90000"/>
            </a:lnSpc>
            <a:spcBef>
              <a:spcPct val="0"/>
            </a:spcBef>
            <a:spcAft>
              <a:spcPct val="15000"/>
            </a:spcAft>
            <a:buChar char="•"/>
          </a:pPr>
          <a:r>
            <a:rPr lang="zh-CN" altLang="en-US" sz="1200" kern="1200" dirty="0"/>
            <a:t>里程碑的设定与检查</a:t>
          </a:r>
        </a:p>
        <a:p>
          <a:pPr marL="114300" lvl="1" indent="-114300" algn="l" defTabSz="533400">
            <a:lnSpc>
              <a:spcPct val="90000"/>
            </a:lnSpc>
            <a:spcBef>
              <a:spcPct val="0"/>
            </a:spcBef>
            <a:spcAft>
              <a:spcPct val="15000"/>
            </a:spcAft>
            <a:buChar char="•"/>
          </a:pPr>
          <a:r>
            <a:rPr lang="zh-CN" altLang="en-US" sz="1200" kern="1200" dirty="0"/>
            <a:t>完工总结与经验教训的记录</a:t>
          </a:r>
        </a:p>
      </dsp:txBody>
      <dsp:txXfrm>
        <a:off x="0" y="1861025"/>
        <a:ext cx="4470400" cy="1587600"/>
      </dsp:txXfrm>
    </dsp:sp>
    <dsp:sp modelId="{F966B0B3-5D61-4E36-AD03-7A88937DD2D6}">
      <dsp:nvSpPr>
        <dsp:cNvPr id="0" name=""/>
        <dsp:cNvSpPr/>
      </dsp:nvSpPr>
      <dsp:spPr>
        <a:xfrm>
          <a:off x="223520" y="1683905"/>
          <a:ext cx="3129280" cy="354240"/>
        </a:xfrm>
        <a:prstGeom prst="roundRect">
          <a:avLst/>
        </a:prstGeom>
        <a:solidFill>
          <a:schemeClr val="accent2">
            <a:hueOff val="1045981"/>
            <a:satOff val="-25490"/>
            <a:lumOff val="1594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533400">
            <a:lnSpc>
              <a:spcPct val="90000"/>
            </a:lnSpc>
            <a:spcBef>
              <a:spcPct val="0"/>
            </a:spcBef>
            <a:spcAft>
              <a:spcPct val="35000"/>
            </a:spcAft>
            <a:buNone/>
          </a:pPr>
          <a:r>
            <a:rPr lang="en-US" altLang="en-US" sz="1200" kern="1200" dirty="0"/>
            <a:t>7. </a:t>
          </a:r>
          <a:r>
            <a:rPr lang="zh-CN" altLang="en-US" sz="1200" kern="1200" dirty="0"/>
            <a:t>执行阶段</a:t>
          </a:r>
        </a:p>
      </dsp:txBody>
      <dsp:txXfrm>
        <a:off x="240813" y="1701198"/>
        <a:ext cx="3094694" cy="319654"/>
      </dsp:txXfrm>
    </dsp:sp>
    <dsp:sp modelId="{FABE6CBC-C6E1-48B3-AB5B-4992E9A4DFBB}">
      <dsp:nvSpPr>
        <dsp:cNvPr id="0" name=""/>
        <dsp:cNvSpPr/>
      </dsp:nvSpPr>
      <dsp:spPr>
        <a:xfrm>
          <a:off x="0" y="3690545"/>
          <a:ext cx="4470400" cy="737100"/>
        </a:xfrm>
        <a:prstGeom prst="rect">
          <a:avLst/>
        </a:prstGeom>
        <a:solidFill>
          <a:schemeClr val="lt1">
            <a:alpha val="90000"/>
            <a:hueOff val="0"/>
            <a:satOff val="0"/>
            <a:lumOff val="0"/>
            <a:alphaOff val="0"/>
          </a:schemeClr>
        </a:solidFill>
        <a:ln w="12700" cap="flat" cmpd="sng" algn="ctr">
          <a:solidFill>
            <a:schemeClr val="accent2">
              <a:hueOff val="2091962"/>
              <a:satOff val="-50981"/>
              <a:lumOff val="3189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49936" rIns="346953" bIns="85344" numCol="1" spcCol="1270" anchor="t" anchorCtr="0">
          <a:noAutofit/>
        </a:bodyPr>
        <a:lstStyle/>
        <a:p>
          <a:pPr marL="114300" lvl="1" indent="-114300" algn="l" defTabSz="533400">
            <a:lnSpc>
              <a:spcPct val="90000"/>
            </a:lnSpc>
            <a:spcBef>
              <a:spcPct val="0"/>
            </a:spcBef>
            <a:spcAft>
              <a:spcPct val="15000"/>
            </a:spcAft>
            <a:buChar char="•"/>
          </a:pPr>
          <a:r>
            <a:rPr lang="zh-CN" altLang="en-US" sz="1200" kern="1200" dirty="0"/>
            <a:t>分析案例中项目管理的成功与失败因素</a:t>
          </a:r>
        </a:p>
        <a:p>
          <a:pPr marL="114300" lvl="1" indent="-114300" algn="l" defTabSz="533400">
            <a:lnSpc>
              <a:spcPct val="90000"/>
            </a:lnSpc>
            <a:spcBef>
              <a:spcPct val="0"/>
            </a:spcBef>
            <a:spcAft>
              <a:spcPct val="15000"/>
            </a:spcAft>
            <a:buChar char="•"/>
          </a:pPr>
          <a:r>
            <a:rPr lang="zh-CN" altLang="en-US" sz="1200" kern="1200" dirty="0"/>
            <a:t>讨论案例中的实践要点与改进措施</a:t>
          </a:r>
        </a:p>
      </dsp:txBody>
      <dsp:txXfrm>
        <a:off x="0" y="3690545"/>
        <a:ext cx="4470400" cy="737100"/>
      </dsp:txXfrm>
    </dsp:sp>
    <dsp:sp modelId="{F7CE9327-A1F3-4A15-BEE7-7F8B63F7B6E2}">
      <dsp:nvSpPr>
        <dsp:cNvPr id="0" name=""/>
        <dsp:cNvSpPr/>
      </dsp:nvSpPr>
      <dsp:spPr>
        <a:xfrm>
          <a:off x="223520" y="3513425"/>
          <a:ext cx="3129280" cy="354240"/>
        </a:xfrm>
        <a:prstGeom prst="roundRect">
          <a:avLst/>
        </a:prstGeom>
        <a:solidFill>
          <a:schemeClr val="accent2">
            <a:hueOff val="2091962"/>
            <a:satOff val="-50981"/>
            <a:lumOff val="3189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533400">
            <a:lnSpc>
              <a:spcPct val="90000"/>
            </a:lnSpc>
            <a:spcBef>
              <a:spcPct val="0"/>
            </a:spcBef>
            <a:spcAft>
              <a:spcPct val="35000"/>
            </a:spcAft>
            <a:buNone/>
          </a:pPr>
          <a:r>
            <a:rPr lang="en-US" altLang="en-US" sz="1200" kern="1200" dirty="0"/>
            <a:t>8. </a:t>
          </a:r>
          <a:r>
            <a:rPr lang="zh-CN" altLang="en-US" sz="1200" kern="1200" dirty="0"/>
            <a:t>案例分析与实践</a:t>
          </a:r>
        </a:p>
      </dsp:txBody>
      <dsp:txXfrm>
        <a:off x="240813" y="3530718"/>
        <a:ext cx="3094694" cy="319654"/>
      </dsp:txXfrm>
    </dsp:sp>
    <dsp:sp modelId="{E28A0563-C9CF-44BE-AF5D-46FA133201BF}">
      <dsp:nvSpPr>
        <dsp:cNvPr id="0" name=""/>
        <dsp:cNvSpPr/>
      </dsp:nvSpPr>
      <dsp:spPr>
        <a:xfrm>
          <a:off x="0" y="4669564"/>
          <a:ext cx="4470400" cy="519750"/>
        </a:xfrm>
        <a:prstGeom prst="rect">
          <a:avLst/>
        </a:prstGeom>
        <a:solidFill>
          <a:schemeClr val="lt1">
            <a:alpha val="90000"/>
            <a:hueOff val="0"/>
            <a:satOff val="0"/>
            <a:lumOff val="0"/>
            <a:alphaOff val="0"/>
          </a:schemeClr>
        </a:solidFill>
        <a:ln w="12700" cap="flat" cmpd="sng" algn="ctr">
          <a:solidFill>
            <a:schemeClr val="accent2">
              <a:hueOff val="3137943"/>
              <a:satOff val="-76471"/>
              <a:lumOff val="4784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49936" rIns="346953" bIns="85344" numCol="1" spcCol="1270" anchor="t" anchorCtr="0">
          <a:noAutofit/>
        </a:bodyPr>
        <a:lstStyle/>
        <a:p>
          <a:pPr marL="114300" lvl="1" indent="-114300" algn="l" defTabSz="533400">
            <a:lnSpc>
              <a:spcPct val="90000"/>
            </a:lnSpc>
            <a:spcBef>
              <a:spcPct val="0"/>
            </a:spcBef>
            <a:spcAft>
              <a:spcPct val="15000"/>
            </a:spcAft>
            <a:buChar char="•"/>
          </a:pPr>
          <a:r>
            <a:rPr lang="zh-CN" altLang="en-US" sz="1200" kern="1200" dirty="0"/>
            <a:t>回顾课程要点</a:t>
          </a:r>
        </a:p>
      </dsp:txBody>
      <dsp:txXfrm>
        <a:off x="0" y="4669564"/>
        <a:ext cx="4470400" cy="519750"/>
      </dsp:txXfrm>
    </dsp:sp>
    <dsp:sp modelId="{FD98E740-51D2-42EA-BB4B-1C7CAD2FC40C}">
      <dsp:nvSpPr>
        <dsp:cNvPr id="0" name=""/>
        <dsp:cNvSpPr/>
      </dsp:nvSpPr>
      <dsp:spPr>
        <a:xfrm>
          <a:off x="223520" y="4492445"/>
          <a:ext cx="3129280" cy="354240"/>
        </a:xfrm>
        <a:prstGeom prst="roundRect">
          <a:avLst/>
        </a:prstGeom>
        <a:solidFill>
          <a:schemeClr val="accent2">
            <a:hueOff val="3137943"/>
            <a:satOff val="-76471"/>
            <a:lumOff val="47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533400">
            <a:lnSpc>
              <a:spcPct val="90000"/>
            </a:lnSpc>
            <a:spcBef>
              <a:spcPct val="0"/>
            </a:spcBef>
            <a:spcAft>
              <a:spcPct val="35000"/>
            </a:spcAft>
            <a:buNone/>
          </a:pPr>
          <a:r>
            <a:rPr lang="en-US" altLang="en-US" sz="1200" kern="1200" dirty="0"/>
            <a:t>9. </a:t>
          </a:r>
          <a:r>
            <a:rPr lang="zh-CN" altLang="en-US" sz="1200" kern="1200" dirty="0"/>
            <a:t>课程总结和回顾</a:t>
          </a:r>
        </a:p>
      </dsp:txBody>
      <dsp:txXfrm>
        <a:off x="240813" y="4509738"/>
        <a:ext cx="3094694" cy="319654"/>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1E9F1F-E4DF-43C2-8351-BB16DBEE3A92}">
      <dsp:nvSpPr>
        <dsp:cNvPr id="0" name=""/>
        <dsp:cNvSpPr/>
      </dsp:nvSpPr>
      <dsp:spPr>
        <a:xfrm>
          <a:off x="0" y="155974"/>
          <a:ext cx="4470400" cy="6142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08280" rIns="346953" bIns="71120" numCol="1" spcCol="1270" anchor="t" anchorCtr="0">
          <a:noAutofit/>
        </a:bodyPr>
        <a:lstStyle/>
        <a:p>
          <a:pPr marL="57150" lvl="1" indent="-57150" algn="l" defTabSz="444500">
            <a:lnSpc>
              <a:spcPct val="90000"/>
            </a:lnSpc>
            <a:spcBef>
              <a:spcPct val="0"/>
            </a:spcBef>
            <a:spcAft>
              <a:spcPct val="15000"/>
            </a:spcAft>
            <a:buChar char="•"/>
          </a:pPr>
          <a:r>
            <a:rPr lang="zh-CN" altLang="en-US" sz="1000" kern="1200" dirty="0"/>
            <a:t>项目管理的重要性</a:t>
          </a:r>
        </a:p>
        <a:p>
          <a:pPr marL="57150" lvl="1" indent="-57150" algn="l" defTabSz="444500">
            <a:lnSpc>
              <a:spcPct val="90000"/>
            </a:lnSpc>
            <a:spcBef>
              <a:spcPct val="0"/>
            </a:spcBef>
            <a:spcAft>
              <a:spcPct val="15000"/>
            </a:spcAft>
            <a:buChar char="•"/>
          </a:pPr>
          <a:r>
            <a:rPr lang="zh-CN" altLang="en-US" sz="1000" kern="1200" dirty="0"/>
            <a:t>课程目标</a:t>
          </a:r>
        </a:p>
      </dsp:txBody>
      <dsp:txXfrm>
        <a:off x="0" y="155974"/>
        <a:ext cx="4470400" cy="614250"/>
      </dsp:txXfrm>
    </dsp:sp>
    <dsp:sp modelId="{4BE67D07-2CEC-4DE8-AD5E-DDD7D322FC39}">
      <dsp:nvSpPr>
        <dsp:cNvPr id="0" name=""/>
        <dsp:cNvSpPr/>
      </dsp:nvSpPr>
      <dsp:spPr>
        <a:xfrm>
          <a:off x="223520" y="8374"/>
          <a:ext cx="3129280" cy="2952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444500">
            <a:lnSpc>
              <a:spcPct val="90000"/>
            </a:lnSpc>
            <a:spcBef>
              <a:spcPct val="0"/>
            </a:spcBef>
            <a:spcAft>
              <a:spcPct val="35000"/>
            </a:spcAft>
            <a:buNone/>
          </a:pPr>
          <a:r>
            <a:rPr lang="en-US" altLang="en-US" sz="1000" kern="1200" dirty="0"/>
            <a:t>1. </a:t>
          </a:r>
          <a:r>
            <a:rPr lang="zh-CN" altLang="en-US" sz="1000" kern="1200" dirty="0"/>
            <a:t>引言</a:t>
          </a:r>
        </a:p>
      </dsp:txBody>
      <dsp:txXfrm>
        <a:off x="237930" y="22784"/>
        <a:ext cx="3100460" cy="266380"/>
      </dsp:txXfrm>
    </dsp:sp>
    <dsp:sp modelId="{B899DC30-F1C2-42B2-A49E-40C00661E4B3}">
      <dsp:nvSpPr>
        <dsp:cNvPr id="0" name=""/>
        <dsp:cNvSpPr/>
      </dsp:nvSpPr>
      <dsp:spPr>
        <a:xfrm>
          <a:off x="0" y="971824"/>
          <a:ext cx="4470400" cy="7875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08280" rIns="346953" bIns="71120" numCol="1" spcCol="1270" anchor="t" anchorCtr="0">
          <a:noAutofit/>
        </a:bodyPr>
        <a:lstStyle/>
        <a:p>
          <a:pPr marL="57150" lvl="1" indent="-57150" algn="l" defTabSz="444500">
            <a:lnSpc>
              <a:spcPct val="90000"/>
            </a:lnSpc>
            <a:spcBef>
              <a:spcPct val="0"/>
            </a:spcBef>
            <a:spcAft>
              <a:spcPct val="15000"/>
            </a:spcAft>
            <a:buChar char="•"/>
          </a:pPr>
          <a:r>
            <a:rPr lang="zh-CN" altLang="en-US" sz="1000" kern="1200" dirty="0"/>
            <a:t>项目的定义与特点</a:t>
          </a:r>
        </a:p>
        <a:p>
          <a:pPr marL="57150" lvl="1" indent="-57150" algn="l" defTabSz="444500">
            <a:lnSpc>
              <a:spcPct val="90000"/>
            </a:lnSpc>
            <a:spcBef>
              <a:spcPct val="0"/>
            </a:spcBef>
            <a:spcAft>
              <a:spcPct val="15000"/>
            </a:spcAft>
            <a:buChar char="•"/>
          </a:pPr>
          <a:r>
            <a:rPr lang="zh-CN" altLang="en-US" sz="1000" kern="1200" dirty="0"/>
            <a:t>项目相关方的角色与影响</a:t>
          </a:r>
        </a:p>
        <a:p>
          <a:pPr marL="57150" lvl="1" indent="-57150" algn="l" defTabSz="444500">
            <a:lnSpc>
              <a:spcPct val="90000"/>
            </a:lnSpc>
            <a:spcBef>
              <a:spcPct val="0"/>
            </a:spcBef>
            <a:spcAft>
              <a:spcPct val="15000"/>
            </a:spcAft>
            <a:buChar char="•"/>
          </a:pPr>
          <a:r>
            <a:rPr lang="zh-CN" altLang="en-US" sz="1000" kern="1200" dirty="0"/>
            <a:t>项目三角形：范围、时间、成本</a:t>
          </a:r>
        </a:p>
      </dsp:txBody>
      <dsp:txXfrm>
        <a:off x="0" y="971824"/>
        <a:ext cx="4470400" cy="787500"/>
      </dsp:txXfrm>
    </dsp:sp>
    <dsp:sp modelId="{5FB0413C-35B7-4DCF-9F0C-E2FE058FDE6A}">
      <dsp:nvSpPr>
        <dsp:cNvPr id="0" name=""/>
        <dsp:cNvSpPr/>
      </dsp:nvSpPr>
      <dsp:spPr>
        <a:xfrm>
          <a:off x="223520" y="824224"/>
          <a:ext cx="3129280" cy="2952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444500">
            <a:lnSpc>
              <a:spcPct val="90000"/>
            </a:lnSpc>
            <a:spcBef>
              <a:spcPct val="0"/>
            </a:spcBef>
            <a:spcAft>
              <a:spcPct val="35000"/>
            </a:spcAft>
            <a:buNone/>
          </a:pPr>
          <a:r>
            <a:rPr lang="en-US" altLang="en-US" sz="1000" kern="1200" dirty="0"/>
            <a:t>2. </a:t>
          </a:r>
          <a:r>
            <a:rPr lang="zh-CN" altLang="en-US" sz="1000" kern="1200" dirty="0"/>
            <a:t>项目管理基本概念</a:t>
          </a:r>
        </a:p>
      </dsp:txBody>
      <dsp:txXfrm>
        <a:off x="237930" y="838634"/>
        <a:ext cx="3100460" cy="266380"/>
      </dsp:txXfrm>
    </dsp:sp>
    <dsp:sp modelId="{DA89A198-BD03-417D-B8D8-F7EFC21869EA}">
      <dsp:nvSpPr>
        <dsp:cNvPr id="0" name=""/>
        <dsp:cNvSpPr/>
      </dsp:nvSpPr>
      <dsp:spPr>
        <a:xfrm>
          <a:off x="0" y="1960924"/>
          <a:ext cx="4470400" cy="7875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08280" rIns="346953" bIns="71120" numCol="1" spcCol="1270" anchor="t" anchorCtr="0">
          <a:noAutofit/>
        </a:bodyPr>
        <a:lstStyle/>
        <a:p>
          <a:pPr marL="57150" lvl="1" indent="-57150" algn="l" defTabSz="444500">
            <a:lnSpc>
              <a:spcPct val="90000"/>
            </a:lnSpc>
            <a:spcBef>
              <a:spcPct val="0"/>
            </a:spcBef>
            <a:spcAft>
              <a:spcPct val="15000"/>
            </a:spcAft>
            <a:buChar char="•"/>
          </a:pPr>
          <a:r>
            <a:rPr lang="zh-CN" altLang="en-US" sz="1000" kern="1200" dirty="0"/>
            <a:t>项目管理知识体系概述</a:t>
          </a:r>
        </a:p>
        <a:p>
          <a:pPr marL="57150" lvl="1" indent="-57150" algn="l" defTabSz="444500">
            <a:lnSpc>
              <a:spcPct val="90000"/>
            </a:lnSpc>
            <a:spcBef>
              <a:spcPct val="0"/>
            </a:spcBef>
            <a:spcAft>
              <a:spcPct val="15000"/>
            </a:spcAft>
            <a:buChar char="•"/>
          </a:pPr>
          <a:r>
            <a:rPr lang="zh-CN" altLang="en-US" sz="1000" kern="1200" dirty="0"/>
            <a:t>项目管理流程的三个阶段：定义、计划、实施</a:t>
          </a:r>
        </a:p>
        <a:p>
          <a:pPr marL="57150" lvl="1" indent="-57150" algn="l" defTabSz="444500">
            <a:lnSpc>
              <a:spcPct val="90000"/>
            </a:lnSpc>
            <a:spcBef>
              <a:spcPct val="0"/>
            </a:spcBef>
            <a:spcAft>
              <a:spcPct val="15000"/>
            </a:spcAft>
            <a:buChar char="•"/>
          </a:pPr>
          <a:r>
            <a:rPr lang="zh-CN" altLang="en-US" sz="1000" kern="1200" dirty="0"/>
            <a:t>项目生命周期与方法论</a:t>
          </a:r>
        </a:p>
      </dsp:txBody>
      <dsp:txXfrm>
        <a:off x="0" y="1960924"/>
        <a:ext cx="4470400" cy="787500"/>
      </dsp:txXfrm>
    </dsp:sp>
    <dsp:sp modelId="{98AD5124-3CF6-49F7-AC15-58BB2ECB7519}">
      <dsp:nvSpPr>
        <dsp:cNvPr id="0" name=""/>
        <dsp:cNvSpPr/>
      </dsp:nvSpPr>
      <dsp:spPr>
        <a:xfrm>
          <a:off x="223520" y="1813324"/>
          <a:ext cx="3129280" cy="2952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444500">
            <a:lnSpc>
              <a:spcPct val="90000"/>
            </a:lnSpc>
            <a:spcBef>
              <a:spcPct val="0"/>
            </a:spcBef>
            <a:spcAft>
              <a:spcPct val="35000"/>
            </a:spcAft>
            <a:buNone/>
          </a:pPr>
          <a:r>
            <a:rPr lang="en-US" altLang="en-US" sz="1000" kern="1200" dirty="0"/>
            <a:t>3. </a:t>
          </a:r>
          <a:r>
            <a:rPr lang="zh-CN" altLang="en-US" sz="1000" kern="1200" dirty="0"/>
            <a:t>项目管理流程与结构</a:t>
          </a:r>
        </a:p>
      </dsp:txBody>
      <dsp:txXfrm>
        <a:off x="237930" y="1827734"/>
        <a:ext cx="3100460" cy="266380"/>
      </dsp:txXfrm>
    </dsp:sp>
    <dsp:sp modelId="{CC747699-772A-46CD-813C-CF194BD9B24B}">
      <dsp:nvSpPr>
        <dsp:cNvPr id="0" name=""/>
        <dsp:cNvSpPr/>
      </dsp:nvSpPr>
      <dsp:spPr>
        <a:xfrm>
          <a:off x="0" y="2950025"/>
          <a:ext cx="4470400" cy="7875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08280" rIns="346953" bIns="71120" numCol="1" spcCol="1270" anchor="t" anchorCtr="0">
          <a:noAutofit/>
        </a:bodyPr>
        <a:lstStyle/>
        <a:p>
          <a:pPr marL="57150" lvl="1" indent="-57150" algn="l" defTabSz="444500">
            <a:lnSpc>
              <a:spcPct val="90000"/>
            </a:lnSpc>
            <a:spcBef>
              <a:spcPct val="0"/>
            </a:spcBef>
            <a:spcAft>
              <a:spcPct val="15000"/>
            </a:spcAft>
            <a:buChar char="•"/>
          </a:pPr>
          <a:r>
            <a:rPr lang="zh-CN" altLang="en-US" sz="1000" kern="1200" dirty="0"/>
            <a:t>项目目标的</a:t>
          </a:r>
          <a:r>
            <a:rPr lang="en-US" altLang="en-US" sz="1000" kern="1200" dirty="0"/>
            <a:t>SMART</a:t>
          </a:r>
          <a:r>
            <a:rPr lang="zh-CN" altLang="en-US" sz="1000" kern="1200" dirty="0"/>
            <a:t>原则</a:t>
          </a:r>
        </a:p>
        <a:p>
          <a:pPr marL="57150" lvl="1" indent="-57150" algn="l" defTabSz="444500">
            <a:lnSpc>
              <a:spcPct val="90000"/>
            </a:lnSpc>
            <a:spcBef>
              <a:spcPct val="0"/>
            </a:spcBef>
            <a:spcAft>
              <a:spcPct val="15000"/>
            </a:spcAft>
            <a:buChar char="•"/>
          </a:pPr>
          <a:r>
            <a:rPr lang="zh-CN" altLang="en-US" sz="1000" kern="1200" dirty="0"/>
            <a:t>工作分解结构（</a:t>
          </a:r>
          <a:r>
            <a:rPr lang="en-US" altLang="en-US" sz="1000" kern="1200" dirty="0"/>
            <a:t>WBS</a:t>
          </a:r>
          <a:r>
            <a:rPr lang="zh-CN" altLang="en-US" sz="1000" kern="1200" dirty="0"/>
            <a:t>）的创建与验证</a:t>
          </a:r>
        </a:p>
        <a:p>
          <a:pPr marL="57150" lvl="1" indent="-57150" algn="l" defTabSz="444500">
            <a:lnSpc>
              <a:spcPct val="90000"/>
            </a:lnSpc>
            <a:spcBef>
              <a:spcPct val="0"/>
            </a:spcBef>
            <a:spcAft>
              <a:spcPct val="15000"/>
            </a:spcAft>
            <a:buChar char="•"/>
          </a:pPr>
          <a:r>
            <a:rPr lang="zh-CN" altLang="en-US" sz="1000" kern="1200" dirty="0"/>
            <a:t>子项目与复杂项目的管理</a:t>
          </a:r>
        </a:p>
      </dsp:txBody>
      <dsp:txXfrm>
        <a:off x="0" y="2950025"/>
        <a:ext cx="4470400" cy="787500"/>
      </dsp:txXfrm>
    </dsp:sp>
    <dsp:sp modelId="{32643C36-3F64-498C-8C0D-B7F3E31E4C1E}">
      <dsp:nvSpPr>
        <dsp:cNvPr id="0" name=""/>
        <dsp:cNvSpPr/>
      </dsp:nvSpPr>
      <dsp:spPr>
        <a:xfrm>
          <a:off x="223520" y="2802424"/>
          <a:ext cx="3129280" cy="2952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444500">
            <a:lnSpc>
              <a:spcPct val="90000"/>
            </a:lnSpc>
            <a:spcBef>
              <a:spcPct val="0"/>
            </a:spcBef>
            <a:spcAft>
              <a:spcPct val="35000"/>
            </a:spcAft>
            <a:buNone/>
          </a:pPr>
          <a:r>
            <a:rPr lang="en-US" altLang="en-US" sz="1000" kern="1200" dirty="0"/>
            <a:t>4. </a:t>
          </a:r>
          <a:r>
            <a:rPr lang="zh-CN" altLang="en-US" sz="1000" kern="1200" dirty="0"/>
            <a:t>启动阶段</a:t>
          </a:r>
        </a:p>
      </dsp:txBody>
      <dsp:txXfrm>
        <a:off x="237930" y="2816834"/>
        <a:ext cx="3100460" cy="266380"/>
      </dsp:txXfrm>
    </dsp:sp>
    <dsp:sp modelId="{398923F3-BF23-43A2-B30F-1E245ED93CBB}">
      <dsp:nvSpPr>
        <dsp:cNvPr id="0" name=""/>
        <dsp:cNvSpPr/>
      </dsp:nvSpPr>
      <dsp:spPr>
        <a:xfrm>
          <a:off x="0" y="3939125"/>
          <a:ext cx="4470400" cy="1323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08280" rIns="346953" bIns="71120" numCol="1" spcCol="1270" anchor="t" anchorCtr="0">
          <a:noAutofit/>
        </a:bodyPr>
        <a:lstStyle/>
        <a:p>
          <a:pPr marL="57150" lvl="1" indent="-57150" algn="l" defTabSz="444500">
            <a:lnSpc>
              <a:spcPct val="90000"/>
            </a:lnSpc>
            <a:spcBef>
              <a:spcPct val="0"/>
            </a:spcBef>
            <a:spcAft>
              <a:spcPct val="15000"/>
            </a:spcAft>
            <a:buChar char="•"/>
          </a:pPr>
          <a:r>
            <a:rPr lang="zh-CN" altLang="en-US" sz="1000" kern="1200" dirty="0"/>
            <a:t>项目目标与项目计划的制定</a:t>
          </a:r>
        </a:p>
        <a:p>
          <a:pPr marL="57150" lvl="1" indent="-57150" algn="l" defTabSz="444500">
            <a:lnSpc>
              <a:spcPct val="90000"/>
            </a:lnSpc>
            <a:spcBef>
              <a:spcPct val="0"/>
            </a:spcBef>
            <a:spcAft>
              <a:spcPct val="15000"/>
            </a:spcAft>
            <a:buChar char="•"/>
          </a:pPr>
          <a:r>
            <a:rPr lang="zh-CN" altLang="en-US" sz="1000" kern="1200" dirty="0"/>
            <a:t>资源计划与成本核算</a:t>
          </a:r>
        </a:p>
        <a:p>
          <a:pPr marL="57150" lvl="1" indent="-57150" algn="l" defTabSz="444500">
            <a:lnSpc>
              <a:spcPct val="90000"/>
            </a:lnSpc>
            <a:spcBef>
              <a:spcPct val="0"/>
            </a:spcBef>
            <a:spcAft>
              <a:spcPct val="15000"/>
            </a:spcAft>
            <a:buChar char="•"/>
          </a:pPr>
          <a:r>
            <a:rPr lang="zh-CN" altLang="en-US" sz="1000" kern="1200" dirty="0"/>
            <a:t>工作顺序与网络图的绘制</a:t>
          </a:r>
        </a:p>
        <a:p>
          <a:pPr marL="57150" lvl="1" indent="-57150" algn="l" defTabSz="444500">
            <a:lnSpc>
              <a:spcPct val="90000"/>
            </a:lnSpc>
            <a:spcBef>
              <a:spcPct val="0"/>
            </a:spcBef>
            <a:spcAft>
              <a:spcPct val="15000"/>
            </a:spcAft>
            <a:buChar char="•"/>
          </a:pPr>
          <a:r>
            <a:rPr lang="zh-CN" altLang="en-US" sz="1000" kern="1200" dirty="0"/>
            <a:t>关键路径的识别与分析</a:t>
          </a:r>
        </a:p>
        <a:p>
          <a:pPr marL="57150" lvl="1" indent="-57150" algn="l" defTabSz="444500">
            <a:lnSpc>
              <a:spcPct val="90000"/>
            </a:lnSpc>
            <a:spcBef>
              <a:spcPct val="0"/>
            </a:spcBef>
            <a:spcAft>
              <a:spcPct val="15000"/>
            </a:spcAft>
            <a:buChar char="•"/>
          </a:pPr>
          <a:r>
            <a:rPr lang="zh-CN" altLang="en-US" sz="1000" kern="1200" dirty="0"/>
            <a:t>风险管理计划的制定与实施</a:t>
          </a:r>
        </a:p>
        <a:p>
          <a:pPr marL="57150" lvl="1" indent="-57150" algn="l" defTabSz="444500">
            <a:lnSpc>
              <a:spcPct val="90000"/>
            </a:lnSpc>
            <a:spcBef>
              <a:spcPct val="0"/>
            </a:spcBef>
            <a:spcAft>
              <a:spcPct val="15000"/>
            </a:spcAft>
            <a:buChar char="•"/>
          </a:pPr>
          <a:r>
            <a:rPr lang="zh-CN" altLang="en-US" sz="1000" kern="1200" dirty="0"/>
            <a:t>机会管理与潜在机会的发掘</a:t>
          </a:r>
        </a:p>
      </dsp:txBody>
      <dsp:txXfrm>
        <a:off x="0" y="3939125"/>
        <a:ext cx="4470400" cy="1323000"/>
      </dsp:txXfrm>
    </dsp:sp>
    <dsp:sp modelId="{179E6E21-51F0-484A-874B-F439FDB7A343}">
      <dsp:nvSpPr>
        <dsp:cNvPr id="0" name=""/>
        <dsp:cNvSpPr/>
      </dsp:nvSpPr>
      <dsp:spPr>
        <a:xfrm>
          <a:off x="223520" y="3791525"/>
          <a:ext cx="3129280" cy="2952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444500">
            <a:lnSpc>
              <a:spcPct val="90000"/>
            </a:lnSpc>
            <a:spcBef>
              <a:spcPct val="0"/>
            </a:spcBef>
            <a:spcAft>
              <a:spcPct val="35000"/>
            </a:spcAft>
            <a:buNone/>
          </a:pPr>
          <a:r>
            <a:rPr lang="en-US" altLang="en-US" sz="1000" kern="1200" dirty="0"/>
            <a:t>5. </a:t>
          </a:r>
          <a:r>
            <a:rPr lang="zh-CN" altLang="en-US" sz="1000" kern="1200" dirty="0"/>
            <a:t>规划阶段</a:t>
          </a:r>
        </a:p>
      </dsp:txBody>
      <dsp:txXfrm>
        <a:off x="237930" y="3805935"/>
        <a:ext cx="3100460" cy="266380"/>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BC6CD0-A147-4782-BCB8-4CDB5986F7C0}">
      <dsp:nvSpPr>
        <dsp:cNvPr id="0" name=""/>
        <dsp:cNvSpPr/>
      </dsp:nvSpPr>
      <dsp:spPr>
        <a:xfrm>
          <a:off x="0" y="258305"/>
          <a:ext cx="4470400" cy="13608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49936" rIns="346953" bIns="85344" numCol="1" spcCol="1270" anchor="t" anchorCtr="0">
          <a:noAutofit/>
        </a:bodyPr>
        <a:lstStyle/>
        <a:p>
          <a:pPr marL="114300" lvl="1" indent="-114300" algn="l" defTabSz="533400">
            <a:lnSpc>
              <a:spcPct val="90000"/>
            </a:lnSpc>
            <a:spcBef>
              <a:spcPct val="0"/>
            </a:spcBef>
            <a:spcAft>
              <a:spcPct val="15000"/>
            </a:spcAft>
            <a:buChar char="•"/>
          </a:pPr>
          <a:r>
            <a:rPr lang="zh-CN" altLang="en-US" sz="1200" kern="1200" dirty="0"/>
            <a:t>沟通的重要性与沟通计划</a:t>
          </a:r>
        </a:p>
        <a:p>
          <a:pPr marL="114300" lvl="1" indent="-114300" algn="l" defTabSz="533400">
            <a:lnSpc>
              <a:spcPct val="90000"/>
            </a:lnSpc>
            <a:spcBef>
              <a:spcPct val="0"/>
            </a:spcBef>
            <a:spcAft>
              <a:spcPct val="15000"/>
            </a:spcAft>
            <a:buChar char="•"/>
          </a:pPr>
          <a:r>
            <a:rPr lang="zh-CN" altLang="en-US" sz="1200" kern="1200" dirty="0"/>
            <a:t>沟通方式的选择与应用</a:t>
          </a:r>
        </a:p>
        <a:p>
          <a:pPr marL="114300" lvl="1" indent="-114300" algn="l" defTabSz="533400">
            <a:lnSpc>
              <a:spcPct val="90000"/>
            </a:lnSpc>
            <a:spcBef>
              <a:spcPct val="0"/>
            </a:spcBef>
            <a:spcAft>
              <a:spcPct val="15000"/>
            </a:spcAft>
            <a:buChar char="•"/>
          </a:pPr>
          <a:r>
            <a:rPr lang="zh-CN" altLang="en-US" sz="1200" kern="1200" dirty="0"/>
            <a:t>有效沟通的技巧与实践</a:t>
          </a:r>
        </a:p>
        <a:p>
          <a:pPr marL="114300" lvl="1" indent="-114300" algn="l" defTabSz="533400">
            <a:lnSpc>
              <a:spcPct val="90000"/>
            </a:lnSpc>
            <a:spcBef>
              <a:spcPct val="0"/>
            </a:spcBef>
            <a:spcAft>
              <a:spcPct val="15000"/>
            </a:spcAft>
            <a:buChar char="•"/>
          </a:pPr>
          <a:r>
            <a:rPr lang="zh-CN" altLang="en-US" sz="1200" kern="1200" dirty="0"/>
            <a:t>本质洞察、条理、同理心</a:t>
          </a:r>
        </a:p>
        <a:p>
          <a:pPr marL="114300" lvl="1" indent="-114300" algn="l" defTabSz="533400">
            <a:lnSpc>
              <a:spcPct val="90000"/>
            </a:lnSpc>
            <a:spcBef>
              <a:spcPct val="0"/>
            </a:spcBef>
            <a:spcAft>
              <a:spcPct val="15000"/>
            </a:spcAft>
            <a:buChar char="•"/>
          </a:pPr>
          <a:r>
            <a:rPr lang="zh-CN" altLang="en-US" sz="1200" kern="1200" dirty="0"/>
            <a:t>问题升级与解决策略</a:t>
          </a:r>
        </a:p>
      </dsp:txBody>
      <dsp:txXfrm>
        <a:off x="0" y="258305"/>
        <a:ext cx="4470400" cy="1360800"/>
      </dsp:txXfrm>
    </dsp:sp>
    <dsp:sp modelId="{3755F6E4-575A-4E6A-B574-B611E150BA63}">
      <dsp:nvSpPr>
        <dsp:cNvPr id="0" name=""/>
        <dsp:cNvSpPr/>
      </dsp:nvSpPr>
      <dsp:spPr>
        <a:xfrm>
          <a:off x="223520" y="81185"/>
          <a:ext cx="3129280" cy="35424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533400">
            <a:lnSpc>
              <a:spcPct val="90000"/>
            </a:lnSpc>
            <a:spcBef>
              <a:spcPct val="0"/>
            </a:spcBef>
            <a:spcAft>
              <a:spcPct val="35000"/>
            </a:spcAft>
            <a:buNone/>
          </a:pPr>
          <a:r>
            <a:rPr lang="en-US" altLang="en-US" sz="1200" kern="1200"/>
            <a:t>6. </a:t>
          </a:r>
          <a:r>
            <a:rPr lang="zh-CN" altLang="en-US" sz="1200" kern="1200"/>
            <a:t>沟通管理</a:t>
          </a:r>
          <a:endParaRPr lang="zh-CN" altLang="en-US" sz="1200" kern="1200" dirty="0"/>
        </a:p>
      </dsp:txBody>
      <dsp:txXfrm>
        <a:off x="240813" y="98478"/>
        <a:ext cx="3094694" cy="319654"/>
      </dsp:txXfrm>
    </dsp:sp>
    <dsp:sp modelId="{C302958C-5753-4CCE-A69A-C899B90BE58D}">
      <dsp:nvSpPr>
        <dsp:cNvPr id="0" name=""/>
        <dsp:cNvSpPr/>
      </dsp:nvSpPr>
      <dsp:spPr>
        <a:xfrm>
          <a:off x="0" y="1861025"/>
          <a:ext cx="4470400" cy="1587600"/>
        </a:xfrm>
        <a:prstGeom prst="rect">
          <a:avLst/>
        </a:prstGeom>
        <a:solidFill>
          <a:schemeClr val="lt1">
            <a:alpha val="90000"/>
            <a:hueOff val="0"/>
            <a:satOff val="0"/>
            <a:lumOff val="0"/>
            <a:alphaOff val="0"/>
          </a:schemeClr>
        </a:solidFill>
        <a:ln w="12700" cap="flat" cmpd="sng" algn="ctr">
          <a:solidFill>
            <a:schemeClr val="accent2">
              <a:hueOff val="1045981"/>
              <a:satOff val="-25490"/>
              <a:lumOff val="1594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49936" rIns="346953" bIns="85344" numCol="1" spcCol="1270" anchor="t" anchorCtr="0">
          <a:noAutofit/>
        </a:bodyPr>
        <a:lstStyle/>
        <a:p>
          <a:pPr marL="114300" lvl="1" indent="-114300" algn="l" defTabSz="533400">
            <a:lnSpc>
              <a:spcPct val="90000"/>
            </a:lnSpc>
            <a:spcBef>
              <a:spcPct val="0"/>
            </a:spcBef>
            <a:spcAft>
              <a:spcPct val="15000"/>
            </a:spcAft>
            <a:buChar char="•"/>
          </a:pPr>
          <a:r>
            <a:rPr lang="zh-CN" altLang="en-US" sz="1200" kern="1200" dirty="0"/>
            <a:t>团队建设与沟通管理</a:t>
          </a:r>
        </a:p>
        <a:p>
          <a:pPr marL="114300" lvl="1" indent="-114300" algn="l" defTabSz="533400">
            <a:lnSpc>
              <a:spcPct val="90000"/>
            </a:lnSpc>
            <a:spcBef>
              <a:spcPct val="0"/>
            </a:spcBef>
            <a:spcAft>
              <a:spcPct val="15000"/>
            </a:spcAft>
            <a:buChar char="•"/>
          </a:pPr>
          <a:r>
            <a:rPr lang="zh-CN" altLang="en-US" sz="1200" kern="1200" dirty="0"/>
            <a:t>项目启动会议的组织与执行</a:t>
          </a:r>
        </a:p>
        <a:p>
          <a:pPr marL="114300" lvl="1" indent="-114300" algn="l" defTabSz="533400">
            <a:lnSpc>
              <a:spcPct val="90000"/>
            </a:lnSpc>
            <a:spcBef>
              <a:spcPct val="0"/>
            </a:spcBef>
            <a:spcAft>
              <a:spcPct val="15000"/>
            </a:spcAft>
            <a:buChar char="•"/>
          </a:pPr>
          <a:r>
            <a:rPr lang="zh-CN" altLang="en-US" sz="1200" kern="1200" dirty="0"/>
            <a:t>变更管理的原则与实践</a:t>
          </a:r>
        </a:p>
        <a:p>
          <a:pPr marL="114300" lvl="1" indent="-114300" algn="l" defTabSz="533400">
            <a:lnSpc>
              <a:spcPct val="90000"/>
            </a:lnSpc>
            <a:spcBef>
              <a:spcPct val="0"/>
            </a:spcBef>
            <a:spcAft>
              <a:spcPct val="15000"/>
            </a:spcAft>
            <a:buChar char="•"/>
          </a:pPr>
          <a:r>
            <a:rPr lang="zh-CN" altLang="en-US" sz="1200" kern="1200" dirty="0"/>
            <a:t>监督与控制项目进度</a:t>
          </a:r>
        </a:p>
        <a:p>
          <a:pPr marL="114300" lvl="1" indent="-114300" algn="l" defTabSz="533400">
            <a:lnSpc>
              <a:spcPct val="90000"/>
            </a:lnSpc>
            <a:spcBef>
              <a:spcPct val="0"/>
            </a:spcBef>
            <a:spcAft>
              <a:spcPct val="15000"/>
            </a:spcAft>
            <a:buChar char="•"/>
          </a:pPr>
          <a:r>
            <a:rPr lang="zh-CN" altLang="en-US" sz="1200" kern="1200" dirty="0"/>
            <a:t>里程碑的设定与检查</a:t>
          </a:r>
        </a:p>
        <a:p>
          <a:pPr marL="114300" lvl="1" indent="-114300" algn="l" defTabSz="533400">
            <a:lnSpc>
              <a:spcPct val="90000"/>
            </a:lnSpc>
            <a:spcBef>
              <a:spcPct val="0"/>
            </a:spcBef>
            <a:spcAft>
              <a:spcPct val="15000"/>
            </a:spcAft>
            <a:buChar char="•"/>
          </a:pPr>
          <a:r>
            <a:rPr lang="zh-CN" altLang="en-US" sz="1200" kern="1200" dirty="0"/>
            <a:t>完工总结与经验教训的记录</a:t>
          </a:r>
        </a:p>
      </dsp:txBody>
      <dsp:txXfrm>
        <a:off x="0" y="1861025"/>
        <a:ext cx="4470400" cy="1587600"/>
      </dsp:txXfrm>
    </dsp:sp>
    <dsp:sp modelId="{F966B0B3-5D61-4E36-AD03-7A88937DD2D6}">
      <dsp:nvSpPr>
        <dsp:cNvPr id="0" name=""/>
        <dsp:cNvSpPr/>
      </dsp:nvSpPr>
      <dsp:spPr>
        <a:xfrm>
          <a:off x="223520" y="1683905"/>
          <a:ext cx="3129280" cy="354240"/>
        </a:xfrm>
        <a:prstGeom prst="roundRect">
          <a:avLst/>
        </a:prstGeom>
        <a:solidFill>
          <a:schemeClr val="accent2">
            <a:hueOff val="1045981"/>
            <a:satOff val="-25490"/>
            <a:lumOff val="1594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533400">
            <a:lnSpc>
              <a:spcPct val="90000"/>
            </a:lnSpc>
            <a:spcBef>
              <a:spcPct val="0"/>
            </a:spcBef>
            <a:spcAft>
              <a:spcPct val="35000"/>
            </a:spcAft>
            <a:buNone/>
          </a:pPr>
          <a:r>
            <a:rPr lang="en-US" altLang="en-US" sz="1200" kern="1200" dirty="0"/>
            <a:t>7. </a:t>
          </a:r>
          <a:r>
            <a:rPr lang="zh-CN" altLang="en-US" sz="1200" kern="1200" dirty="0"/>
            <a:t>执行阶段</a:t>
          </a:r>
        </a:p>
      </dsp:txBody>
      <dsp:txXfrm>
        <a:off x="240813" y="1701198"/>
        <a:ext cx="3094694" cy="319654"/>
      </dsp:txXfrm>
    </dsp:sp>
    <dsp:sp modelId="{FABE6CBC-C6E1-48B3-AB5B-4992E9A4DFBB}">
      <dsp:nvSpPr>
        <dsp:cNvPr id="0" name=""/>
        <dsp:cNvSpPr/>
      </dsp:nvSpPr>
      <dsp:spPr>
        <a:xfrm>
          <a:off x="0" y="3690545"/>
          <a:ext cx="4470400" cy="737100"/>
        </a:xfrm>
        <a:prstGeom prst="rect">
          <a:avLst/>
        </a:prstGeom>
        <a:solidFill>
          <a:schemeClr val="lt1">
            <a:alpha val="90000"/>
            <a:hueOff val="0"/>
            <a:satOff val="0"/>
            <a:lumOff val="0"/>
            <a:alphaOff val="0"/>
          </a:schemeClr>
        </a:solidFill>
        <a:ln w="12700" cap="flat" cmpd="sng" algn="ctr">
          <a:solidFill>
            <a:schemeClr val="accent2">
              <a:hueOff val="2091962"/>
              <a:satOff val="-50981"/>
              <a:lumOff val="3189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49936" rIns="346953" bIns="85344" numCol="1" spcCol="1270" anchor="t" anchorCtr="0">
          <a:noAutofit/>
        </a:bodyPr>
        <a:lstStyle/>
        <a:p>
          <a:pPr marL="114300" lvl="1" indent="-114300" algn="l" defTabSz="533400">
            <a:lnSpc>
              <a:spcPct val="90000"/>
            </a:lnSpc>
            <a:spcBef>
              <a:spcPct val="0"/>
            </a:spcBef>
            <a:spcAft>
              <a:spcPct val="15000"/>
            </a:spcAft>
            <a:buChar char="•"/>
          </a:pPr>
          <a:r>
            <a:rPr lang="zh-CN" altLang="en-US" sz="1200" kern="1200" dirty="0"/>
            <a:t>分析案例中项目管理的成功与失败因素</a:t>
          </a:r>
        </a:p>
        <a:p>
          <a:pPr marL="114300" lvl="1" indent="-114300" algn="l" defTabSz="533400">
            <a:lnSpc>
              <a:spcPct val="90000"/>
            </a:lnSpc>
            <a:spcBef>
              <a:spcPct val="0"/>
            </a:spcBef>
            <a:spcAft>
              <a:spcPct val="15000"/>
            </a:spcAft>
            <a:buChar char="•"/>
          </a:pPr>
          <a:r>
            <a:rPr lang="zh-CN" altLang="en-US" sz="1200" kern="1200" dirty="0"/>
            <a:t>讨论案例中的实践要点与改进措施</a:t>
          </a:r>
        </a:p>
      </dsp:txBody>
      <dsp:txXfrm>
        <a:off x="0" y="3690545"/>
        <a:ext cx="4470400" cy="737100"/>
      </dsp:txXfrm>
    </dsp:sp>
    <dsp:sp modelId="{F7CE9327-A1F3-4A15-BEE7-7F8B63F7B6E2}">
      <dsp:nvSpPr>
        <dsp:cNvPr id="0" name=""/>
        <dsp:cNvSpPr/>
      </dsp:nvSpPr>
      <dsp:spPr>
        <a:xfrm>
          <a:off x="223520" y="3513425"/>
          <a:ext cx="3129280" cy="354240"/>
        </a:xfrm>
        <a:prstGeom prst="roundRect">
          <a:avLst/>
        </a:prstGeom>
        <a:solidFill>
          <a:schemeClr val="accent2">
            <a:hueOff val="2091962"/>
            <a:satOff val="-50981"/>
            <a:lumOff val="3189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533400">
            <a:lnSpc>
              <a:spcPct val="90000"/>
            </a:lnSpc>
            <a:spcBef>
              <a:spcPct val="0"/>
            </a:spcBef>
            <a:spcAft>
              <a:spcPct val="35000"/>
            </a:spcAft>
            <a:buNone/>
          </a:pPr>
          <a:r>
            <a:rPr lang="en-US" altLang="en-US" sz="1200" kern="1200" dirty="0"/>
            <a:t>8. </a:t>
          </a:r>
          <a:r>
            <a:rPr lang="zh-CN" altLang="en-US" sz="1200" kern="1200" dirty="0"/>
            <a:t>案例分析与实践</a:t>
          </a:r>
        </a:p>
      </dsp:txBody>
      <dsp:txXfrm>
        <a:off x="240813" y="3530718"/>
        <a:ext cx="3094694" cy="319654"/>
      </dsp:txXfrm>
    </dsp:sp>
    <dsp:sp modelId="{E28A0563-C9CF-44BE-AF5D-46FA133201BF}">
      <dsp:nvSpPr>
        <dsp:cNvPr id="0" name=""/>
        <dsp:cNvSpPr/>
      </dsp:nvSpPr>
      <dsp:spPr>
        <a:xfrm>
          <a:off x="0" y="4669564"/>
          <a:ext cx="4470400" cy="519750"/>
        </a:xfrm>
        <a:prstGeom prst="rect">
          <a:avLst/>
        </a:prstGeom>
        <a:solidFill>
          <a:schemeClr val="lt1">
            <a:alpha val="90000"/>
            <a:hueOff val="0"/>
            <a:satOff val="0"/>
            <a:lumOff val="0"/>
            <a:alphaOff val="0"/>
          </a:schemeClr>
        </a:solidFill>
        <a:ln w="12700" cap="flat" cmpd="sng" algn="ctr">
          <a:solidFill>
            <a:schemeClr val="accent2">
              <a:hueOff val="3137943"/>
              <a:satOff val="-76471"/>
              <a:lumOff val="4784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6953" tIns="249936" rIns="346953" bIns="85344" numCol="1" spcCol="1270" anchor="t" anchorCtr="0">
          <a:noAutofit/>
        </a:bodyPr>
        <a:lstStyle/>
        <a:p>
          <a:pPr marL="114300" lvl="1" indent="-114300" algn="l" defTabSz="533400">
            <a:lnSpc>
              <a:spcPct val="90000"/>
            </a:lnSpc>
            <a:spcBef>
              <a:spcPct val="0"/>
            </a:spcBef>
            <a:spcAft>
              <a:spcPct val="15000"/>
            </a:spcAft>
            <a:buChar char="•"/>
          </a:pPr>
          <a:r>
            <a:rPr lang="zh-CN" altLang="en-US" sz="1200" kern="1200" dirty="0"/>
            <a:t>回顾课程要点</a:t>
          </a:r>
        </a:p>
      </dsp:txBody>
      <dsp:txXfrm>
        <a:off x="0" y="4669564"/>
        <a:ext cx="4470400" cy="519750"/>
      </dsp:txXfrm>
    </dsp:sp>
    <dsp:sp modelId="{FD98E740-51D2-42EA-BB4B-1C7CAD2FC40C}">
      <dsp:nvSpPr>
        <dsp:cNvPr id="0" name=""/>
        <dsp:cNvSpPr/>
      </dsp:nvSpPr>
      <dsp:spPr>
        <a:xfrm>
          <a:off x="223520" y="4492445"/>
          <a:ext cx="3129280" cy="354240"/>
        </a:xfrm>
        <a:prstGeom prst="roundRect">
          <a:avLst/>
        </a:prstGeom>
        <a:solidFill>
          <a:schemeClr val="accent2">
            <a:hueOff val="3137943"/>
            <a:satOff val="-76471"/>
            <a:lumOff val="47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279" tIns="0" rIns="118279" bIns="0" numCol="1" spcCol="1270" anchor="ctr" anchorCtr="0">
          <a:noAutofit/>
        </a:bodyPr>
        <a:lstStyle/>
        <a:p>
          <a:pPr marL="0" lvl="0" indent="0" algn="l" defTabSz="533400">
            <a:lnSpc>
              <a:spcPct val="90000"/>
            </a:lnSpc>
            <a:spcBef>
              <a:spcPct val="0"/>
            </a:spcBef>
            <a:spcAft>
              <a:spcPct val="35000"/>
            </a:spcAft>
            <a:buNone/>
          </a:pPr>
          <a:r>
            <a:rPr lang="en-US" altLang="en-US" sz="1200" kern="1200" dirty="0"/>
            <a:t>9. </a:t>
          </a:r>
          <a:r>
            <a:rPr lang="zh-CN" altLang="en-US" sz="1200" kern="1200" dirty="0"/>
            <a:t>课程总结和回顾</a:t>
          </a:r>
        </a:p>
      </dsp:txBody>
      <dsp:txXfrm>
        <a:off x="240813" y="4509738"/>
        <a:ext cx="3094694" cy="319654"/>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arrow5">
  <dgm:title val=""/>
  <dgm:desc val=""/>
  <dgm:catLst>
    <dgm:cat type="relationship" pri="6000"/>
    <dgm:cat type="process" pri="31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lte" val="2">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 type="diam" refType="w" refFor="ch" refPtType="node" op="equ" fact="1.1"/>
        </dgm:constrLst>
      </dgm:if>
      <dgm:if name="Name11" axis="ch" ptType="node" func="cnt" op="equ" val="5">
        <dgm:constrLst>
          <dgm:constr type="primFontSz" for="ch" ptType="node" op="equ" val="65"/>
          <dgm:constr type="w" for="ch" ptType="node" refType="w"/>
          <dgm:constr type="h" for="ch" ptType="node" refType="w" refFor="ch" refPtType="node" op="equ"/>
          <dgm:constr type="sibSp" refType="w" refFor="ch" refPtType="node" fact="-0.2"/>
          <dgm:constr type="sibSp" refType="h" op="lte" fact="0.1"/>
        </dgm:constrLst>
      </dgm:if>
      <dgm:if name="Name12" axis="ch" ptType="node" func="cnt" op="equ" val="6">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3" axis="ch" ptType="node" func="cnt" op="equ" val="7">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4" axis="ch" ptType="node" func="cnt" op="equ" val="8">
        <dgm:constrLst>
          <dgm:constr type="primFontSz" for="ch" ptType="node" op="equ" val="65"/>
          <dgm:constr type="w" for="ch" ptType="node" refType="w"/>
          <dgm:constr type="h" for="ch" ptType="node" refType="w" refFor="ch" refPtType="node" op="equ"/>
          <dgm:constr type="sibSp"/>
          <dgm:constr type="sibSp" refType="h" op="lte" fact="0.1"/>
        </dgm:constrLst>
      </dgm:if>
      <dgm:if name="Name15" axis="ch" ptType="node" func="cnt" op="gte" val="9">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else name="Name16">
        <dgm:constrLst>
          <dgm:constr type="primFontSz" for="ch" ptType="node" op="equ" val="65"/>
          <dgm:constr type="w" for="ch" ptType="node" refType="w"/>
          <dgm:constr type="h" for="ch" ptType="node" refType="w" refFor="ch" refPtType="node" op="equ"/>
          <dgm:constr type="sibSp" refType="w" refFor="ch" refPtType="node" fact="-0.35"/>
        </dgm:constrLst>
      </dgm:else>
    </dgm:choose>
    <dgm:ruleLst/>
    <dgm:forEach name="Name17" axis="ch" ptType="node">
      <dgm:layoutNode name="arrow">
        <dgm:varLst>
          <dgm:bulletEnabled val="1"/>
        </dgm:varLst>
        <dgm:alg type="tx"/>
        <dgm:shape xmlns:r="http://schemas.openxmlformats.org/officeDocument/2006/relationships" type="downArrow" r:blip="">
          <dgm:adjLst>
            <dgm:adj idx="2" val="0.35"/>
          </dgm:adjLst>
        </dgm:shape>
        <dgm:presOf axis="desOrSelf" ptType="node"/>
        <dgm:constrLst/>
        <dgm:ruleLst>
          <dgm:rule type="primFontSz" val="5" fact="NaN" max="NaN"/>
        </dgm:ruleLst>
      </dgm:layoutNode>
    </dgm:forEach>
  </dgm:layoutNode>
</dgm:layoutDef>
</file>

<file path=ppt/diagrams/layout10.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1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balance1">
  <dgm:title val=""/>
  <dgm:desc val=""/>
  <dgm:catLst>
    <dgm:cat type="relationship" pri="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23">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25" srcId="2" destId="23" srcOrd="0" destOrd="0"/>
      </dgm:cxnLst>
      <dgm:bg/>
      <dgm:whole/>
    </dgm:dataModel>
  </dgm:sampData>
  <dgm:styleData>
    <dgm:dataModel>
      <dgm:ptLst>
        <dgm:pt modelId="0" type="doc"/>
        <dgm:pt modelId="1"/>
        <dgm:pt modelId="11"/>
        <dgm:pt modelId="12"/>
        <dgm:pt modelId="2"/>
        <dgm:pt modelId="21"/>
        <dgm:pt modelId="22"/>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tyleData>
  <dgm:clrData>
    <dgm:dataModel>
      <dgm:ptLst>
        <dgm:pt modelId="0" type="doc"/>
        <dgm:pt modelId="1"/>
        <dgm:pt modelId="11"/>
        <dgm:pt modelId="12"/>
        <dgm:pt modelId="13"/>
        <dgm:pt modelId="2"/>
        <dgm:pt modelId="21"/>
        <dgm:pt modelId="22"/>
        <dgm:pt modelId="23"/>
      </dgm:ptLst>
      <dgm:cxnLst>
        <dgm:cxn modelId="4" srcId="0" destId="1" srcOrd="0" destOrd="0"/>
        <dgm:cxn modelId="5" srcId="0" destId="2" srcOrd="1" destOrd="0"/>
        <dgm:cxn modelId="15" srcId="1" destId="11" srcOrd="0" destOrd="0"/>
        <dgm:cxn modelId="16" srcId="1" destId="12" srcOrd="0" destOrd="0"/>
        <dgm:cxn modelId="17" srcId="1" destId="13" srcOrd="0" destOrd="0"/>
        <dgm:cxn modelId="25" srcId="2" destId="21" srcOrd="0" destOrd="0"/>
        <dgm:cxn modelId="26" srcId="2" destId="22" srcOrd="0" destOrd="0"/>
        <dgm:cxn modelId="27" srcId="2" destId="23" srcOrd="0" destOrd="0"/>
      </dgm:cxnLst>
      <dgm:bg/>
      <dgm:whole/>
    </dgm:dataModel>
  </dgm:clrData>
  <dgm:layoutNode name="outerComposite">
    <dgm:varLst>
      <dgm:chMax val="2"/>
      <dgm:animLvl val="lvl"/>
      <dgm:resizeHandles val="exact"/>
    </dgm:varLst>
    <dgm:alg type="composite">
      <dgm:param type="ar" val="1"/>
    </dgm:alg>
    <dgm:shape xmlns:r="http://schemas.openxmlformats.org/officeDocument/2006/relationships" r:blip="">
      <dgm:adjLst/>
    </dgm:shape>
    <dgm:presOf/>
    <dgm:constrLst>
      <dgm:constr type="h" for="ch" forName="parentComposite" refType="h" refFor="ch" refForName="dummyMaxCanvas" op="equ" fact="0.2"/>
      <dgm:constr type="t" for="ch" forName="parentComposite"/>
      <dgm:constr type="h" for="ch" forName="childrenComposite" refType="h" refFor="ch" refForName="dummyMaxCanvas" op="equ" fact="0.8"/>
      <dgm:constr type="t" for="ch" forName="childrenComposite" refType="h" refFor="ch" refForName="dummyMaxCanvas" fact="0.2"/>
    </dgm:constrLst>
    <dgm:ruleLst/>
    <dgm:layoutNode name="dummyMaxCanvas">
      <dgm:alg type="sp"/>
      <dgm:shape xmlns:r="http://schemas.openxmlformats.org/officeDocument/2006/relationships" r:blip="">
        <dgm:adjLst/>
      </dgm:shape>
      <dgm:presOf/>
      <dgm:constrLst/>
      <dgm:ruleLst/>
    </dgm:layoutNode>
    <dgm:layoutNode name="parentComposite">
      <dgm:alg type="composite"/>
      <dgm:shape xmlns:r="http://schemas.openxmlformats.org/officeDocument/2006/relationships" r:blip="">
        <dgm:adjLst/>
      </dgm:shape>
      <dgm:presOf/>
      <dgm:constrLst>
        <dgm:constr type="w" for="ch" forName="parent1" refType="w" fact="0.36"/>
        <dgm:constr type="ctrX" for="ch" forName="parent1" refType="w" fact="0.24"/>
        <dgm:constr type="w" for="ch" forName="parent2" refType="w" fact="0.36"/>
        <dgm:constr type="ctrX" for="ch" forName="parent2" refType="w" fact="0.76"/>
        <dgm:constr type="primFontSz" for="ch" ptType="node" op="equ"/>
      </dgm:constrLst>
      <dgm:ruleLst/>
      <dgm:layoutNode name="parent1" styleLbl="alignAccFollowNode1">
        <dgm:varLst>
          <dgm:chMax val="4"/>
        </dgm:varLst>
        <dgm:alg type="tx"/>
        <dgm:shape xmlns:r="http://schemas.openxmlformats.org/officeDocument/2006/relationships" type="roundRect" r:blip="">
          <dgm:adjLst>
            <dgm:adj idx="1" val="0.1"/>
          </dgm:adjLst>
        </dgm:shape>
        <dgm:presOf axis="ch" ptType="node"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2" styleLbl="alignAccFollowNode1">
        <dgm:varLst>
          <dgm:chMax val="4"/>
        </dgm:varLst>
        <dgm:alg type="tx"/>
        <dgm:shape xmlns:r="http://schemas.openxmlformats.org/officeDocument/2006/relationships" type="roundRect" r:blip="">
          <dgm:adjLst>
            <dgm:adj idx="1" val="0.1"/>
          </dgm:adjLst>
        </dgm:shape>
        <dgm:presOf axis="ch" ptType="node" st="2"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name="childrenComposite">
      <dgm:alg type="composite"/>
      <dgm:shape xmlns:r="http://schemas.openxmlformats.org/officeDocument/2006/relationships" r:blip="">
        <dgm:adjLst/>
      </dgm:shape>
      <dgm:presOf/>
      <dgm:constrLst>
        <dgm:constr type="primFontSz" for="ch" ptType="node" op="equ" val="65"/>
        <dgm:constr type="w" for="ch" forName="fulcrum" refType="w" fact="0.15"/>
        <dgm:constr type="h" for="ch" forName="fulcrum" refType="w" refFor="ch" refForName="fulcrum"/>
        <dgm:constr type="b" for="ch" forName="fulcrum" refType="h"/>
        <dgm:constr type="ctrX" for="ch" forName="fulcrum" refType="w" fact="0.5"/>
        <dgm:constr type="w" for="ch" forName="balance_00" refType="w" fact="0.9"/>
        <dgm:constr type="h" for="ch" forName="balance_00" refType="h" fact="0.076"/>
        <dgm:constr type="b" for="ch" forName="balance_00" refType="h" fact="0.81"/>
        <dgm:constr type="ctrX" for="ch" forName="balance_00" refType="w" fact="0.5"/>
        <dgm:constr type="w" for="ch" forName="balance_01" refType="w"/>
        <dgm:constr type="h" for="ch" forName="balance_01" refType="h" fact="0.157"/>
        <dgm:constr type="b" for="ch" forName="balance_01" refType="h" fact="0.85"/>
        <dgm:constr type="ctrX" for="ch" forName="balance_01" refType="w" fact="0.5"/>
        <dgm:constr type="w" for="ch" forName="balance_02" refType="w"/>
        <dgm:constr type="h" for="ch" forName="balance_02" refType="h" fact="0.157"/>
        <dgm:constr type="b" for="ch" forName="balance_02" refType="h" fact="0.85"/>
        <dgm:constr type="ctrX" for="ch" forName="balance_02" refType="w" fact="0.5"/>
        <dgm:constr type="w" for="ch" forName="balance_03" refType="w"/>
        <dgm:constr type="h" for="ch" forName="balance_03" refType="h" fact="0.157"/>
        <dgm:constr type="b" for="ch" forName="balance_03" refType="h" fact="0.85"/>
        <dgm:constr type="ctrX" for="ch" forName="balance_03" refType="w" fact="0.5"/>
        <dgm:constr type="w" for="ch" forName="balance_04" refType="w"/>
        <dgm:constr type="h" for="ch" forName="balance_04" refType="h" fact="0.157"/>
        <dgm:constr type="b" for="ch" forName="balance_04" refType="h" fact="0.85"/>
        <dgm:constr type="ctrX" for="ch" forName="balance_04" refType="w" fact="0.5"/>
        <dgm:constr type="w" for="ch" forName="balance_10" refType="w"/>
        <dgm:constr type="h" for="ch" forName="balance_10" refType="h" fact="0.157"/>
        <dgm:constr type="b" for="ch" forName="balance_10" refType="h" fact="0.85"/>
        <dgm:constr type="ctrX" for="ch" forName="balance_10" refType="w" fact="0.5"/>
        <dgm:constr type="w" for="ch" forName="balance_11" refType="w" fact="0.9"/>
        <dgm:constr type="h" for="ch" forName="balance_11" refType="h" fact="0.076"/>
        <dgm:constr type="b" for="ch" forName="balance_11" refType="h" fact="0.81"/>
        <dgm:constr type="ctrX" for="ch" forName="balance_11" refType="w" fact="0.5"/>
        <dgm:constr type="w" for="ch" forName="balance_12" refType="w"/>
        <dgm:constr type="h" for="ch" forName="balance_12" refType="h" fact="0.157"/>
        <dgm:constr type="b" for="ch" forName="balance_12" refType="h" fact="0.85"/>
        <dgm:constr type="ctrX" for="ch" forName="balance_12" refType="w" fact="0.5"/>
        <dgm:constr type="w" for="ch" forName="balance_13" refType="w"/>
        <dgm:constr type="h" for="ch" forName="balance_13" refType="h" fact="0.157"/>
        <dgm:constr type="b" for="ch" forName="balance_13" refType="h" fact="0.85"/>
        <dgm:constr type="ctrX" for="ch" forName="balance_13" refType="w" fact="0.5"/>
        <dgm:constr type="w" for="ch" forName="balance_14" refType="w"/>
        <dgm:constr type="h" for="ch" forName="balance_14" refType="h" fact="0.157"/>
        <dgm:constr type="b" for="ch" forName="balance_14" refType="h" fact="0.85"/>
        <dgm:constr type="ctrX" for="ch" forName="balance_14" refType="w" fact="0.5"/>
        <dgm:constr type="w" for="ch" forName="balance_20" refType="w"/>
        <dgm:constr type="h" for="ch" forName="balance_20" refType="h" fact="0.157"/>
        <dgm:constr type="b" for="ch" forName="balance_20" refType="h" fact="0.85"/>
        <dgm:constr type="ctrX" for="ch" forName="balance_20" refType="w" fact="0.5"/>
        <dgm:constr type="w" for="ch" forName="balance_21" refType="w"/>
        <dgm:constr type="h" for="ch" forName="balance_21" refType="h" fact="0.157"/>
        <dgm:constr type="b" for="ch" forName="balance_21" refType="h" fact="0.85"/>
        <dgm:constr type="ctrX" for="ch" forName="balance_21" refType="w" fact="0.5"/>
        <dgm:constr type="w" for="ch" forName="balance_22" refType="w" fact="0.9"/>
        <dgm:constr type="h" for="ch" forName="balance_22" refType="h" fact="0.076"/>
        <dgm:constr type="b" for="ch" forName="balance_22" refType="h" fact="0.81"/>
        <dgm:constr type="ctrX" for="ch" forName="balance_22" refType="w" fact="0.5"/>
        <dgm:constr type="w" for="ch" forName="balance_23" refType="w"/>
        <dgm:constr type="h" for="ch" forName="balance_23" refType="h" fact="0.157"/>
        <dgm:constr type="b" for="ch" forName="balance_23" refType="h" fact="0.85"/>
        <dgm:constr type="ctrX" for="ch" forName="balance_23" refType="w" fact="0.5"/>
        <dgm:constr type="w" for="ch" forName="balance_24" refType="w"/>
        <dgm:constr type="h" for="ch" forName="balance_24" refType="h" fact="0.157"/>
        <dgm:constr type="b" for="ch" forName="balance_24" refType="h" fact="0.85"/>
        <dgm:constr type="ctrX" for="ch" forName="balance_24" refType="w" fact="0.5"/>
        <dgm:constr type="w" for="ch" forName="balance_30" refType="w"/>
        <dgm:constr type="h" for="ch" forName="balance_30" refType="h" fact="0.157"/>
        <dgm:constr type="b" for="ch" forName="balance_30" refType="h" fact="0.85"/>
        <dgm:constr type="ctrX" for="ch" forName="balance_30" refType="w" fact="0.5"/>
        <dgm:constr type="w" for="ch" forName="balance_31" refType="w"/>
        <dgm:constr type="h" for="ch" forName="balance_31" refType="h" fact="0.157"/>
        <dgm:constr type="b" for="ch" forName="balance_31" refType="h" fact="0.85"/>
        <dgm:constr type="ctrX" for="ch" forName="balance_31" refType="w" fact="0.5"/>
        <dgm:constr type="w" for="ch" forName="balance_32" refType="w"/>
        <dgm:constr type="h" for="ch" forName="balance_32" refType="h" fact="0.157"/>
        <dgm:constr type="b" for="ch" forName="balance_32" refType="h" fact="0.85"/>
        <dgm:constr type="ctrX" for="ch" forName="balance_32" refType="w" fact="0.5"/>
        <dgm:constr type="w" for="ch" forName="balance_33" refType="w" fact="0.9"/>
        <dgm:constr type="h" for="ch" forName="balance_33" refType="h" fact="0.076"/>
        <dgm:constr type="b" for="ch" forName="balance_33" refType="h" fact="0.81"/>
        <dgm:constr type="ctrX" for="ch" forName="balance_33" refType="w" fact="0.5"/>
        <dgm:constr type="w" for="ch" forName="balance_34" refType="w"/>
        <dgm:constr type="h" for="ch" forName="balance_34" refType="h" fact="0.157"/>
        <dgm:constr type="b" for="ch" forName="balance_34" refType="h" fact="0.85"/>
        <dgm:constr type="ctrX" for="ch" forName="balance_34" refType="w" fact="0.5"/>
        <dgm:constr type="w" for="ch" forName="balance_40" refType="w"/>
        <dgm:constr type="h" for="ch" forName="balance_40" refType="h" fact="0.157"/>
        <dgm:constr type="b" for="ch" forName="balance_40" refType="h" fact="0.85"/>
        <dgm:constr type="ctrX" for="ch" forName="balance_40" refType="w" fact="0.5"/>
        <dgm:constr type="w" for="ch" forName="balance_41" refType="w"/>
        <dgm:constr type="h" for="ch" forName="balance_41" refType="h" fact="0.157"/>
        <dgm:constr type="b" for="ch" forName="balance_41" refType="h" fact="0.85"/>
        <dgm:constr type="ctrX" for="ch" forName="balance_41" refType="w" fact="0.5"/>
        <dgm:constr type="w" for="ch" forName="balance_42" refType="w"/>
        <dgm:constr type="h" for="ch" forName="balance_42" refType="h" fact="0.157"/>
        <dgm:constr type="b" for="ch" forName="balance_42" refType="h" fact="0.85"/>
        <dgm:constr type="ctrX" for="ch" forName="balance_42" refType="w" fact="0.5"/>
        <dgm:constr type="w" for="ch" forName="balance_43" refType="w"/>
        <dgm:constr type="h" for="ch" forName="balance_43" refType="h" fact="0.157"/>
        <dgm:constr type="b" for="ch" forName="balance_43" refType="h" fact="0.85"/>
        <dgm:constr type="ctrX" for="ch" forName="balance_43" refType="w" fact="0.5"/>
        <dgm:constr type="w" for="ch" forName="balance_44" refType="w" fact="0.9"/>
        <dgm:constr type="h" for="ch" forName="balance_44" refType="h" fact="0.076"/>
        <dgm:constr type="b" for="ch" forName="balance_44" refType="h" fact="0.81"/>
        <dgm:constr type="ctrX" for="ch" forName="balance_44" refType="w" fact="0.5"/>
        <dgm:constr type="w" for="ch" forName="right_01_1" refType="w" fact="0.4"/>
        <dgm:constr type="h" for="ch" forName="right_01_1" refType="h" fact="0.7"/>
        <dgm:constr type="b" for="ch" forName="right_01_1" refType="h" fact="0.76"/>
        <dgm:constr type="ctrX" for="ch" forName="right_01_1" refType="w" fact="0.78"/>
        <dgm:constr type="w" for="ch" forName="left_10_1" refType="w" fact="0.4"/>
        <dgm:constr type="h" for="ch" forName="left_10_1" refType="h" fact="0.7"/>
        <dgm:constr type="b" for="ch" forName="left_10_1" refType="h" fact="0.76"/>
        <dgm:constr type="ctrX" for="ch" forName="left_10_1" refType="w" fact="0.22"/>
        <dgm:constr type="w" for="ch" forName="right_11_1" refType="w" fact="0.36"/>
        <dgm:constr type="h" for="ch" forName="right_11_1" refType="h" fact="0.67"/>
        <dgm:constr type="b" for="ch" forName="right_11_1" refType="h" fact="0.725"/>
        <dgm:constr type="ctrX" for="ch" forName="right_11_1" refType="w" fact="0.76"/>
        <dgm:constr type="w" for="ch" forName="left_11_1" refType="w" fact="0.36"/>
        <dgm:constr type="h" for="ch" forName="left_11_1" refType="h" fact="0.67"/>
        <dgm:constr type="b" for="ch" forName="left_11_1" refType="h" fact="0.725"/>
        <dgm:constr type="ctrX" for="ch" forName="left_11_1" refType="w" fact="0.24"/>
        <dgm:constr type="w" for="ch" forName="right_02_1" refType="w" fact="0.388"/>
        <dgm:constr type="h" for="ch" forName="right_02_1" refType="h" fact="0.36"/>
        <dgm:constr type="b" for="ch" forName="right_02_1" refType="h" fact="0.76"/>
        <dgm:constr type="ctrX" for="ch" forName="right_02_1" refType="w" fact="0.77"/>
        <dgm:constr type="w" for="ch" forName="right_02_2" refType="w" fact="0.388"/>
        <dgm:constr type="h" for="ch" forName="right_02_2" refType="h" fact="0.36"/>
        <dgm:constr type="b" for="ch" forName="right_02_2" refType="h" fact="0.42"/>
        <dgm:constr type="ctrX" for="ch" forName="right_02_2" refType="w" fact="0.79"/>
        <dgm:constr type="w" for="ch" forName="left_20_1" refType="w" fact="0.388"/>
        <dgm:constr type="h" for="ch" forName="left_20_1" refType="h" fact="0.36"/>
        <dgm:constr type="b" for="ch" forName="left_20_1" refType="h" fact="0.76"/>
        <dgm:constr type="ctrX" for="ch" forName="left_20_1" refType="w" fact="0.23"/>
        <dgm:constr type="w" for="ch" forName="left_20_2" refType="w" fact="0.388"/>
        <dgm:constr type="h" for="ch" forName="left_20_2" refType="h" fact="0.36"/>
        <dgm:constr type="b" for="ch" forName="left_20_2" refType="h" fact="0.42"/>
        <dgm:constr type="ctrX" for="ch" forName="left_20_2" refType="w" fact="0.21"/>
        <dgm:constr type="w" for="ch" forName="right_12_1" refType="w" fact="0.388"/>
        <dgm:constr type="h" for="ch" forName="right_12_1" refType="h" fact="0.36"/>
        <dgm:constr type="b" for="ch" forName="right_12_1" refType="h" fact="0.76"/>
        <dgm:constr type="ctrX" for="ch" forName="right_12_1" refType="w" fact="0.77"/>
        <dgm:constr type="w" for="ch" forName="right_12_2" refType="w" fact="0.388"/>
        <dgm:constr type="h" for="ch" forName="right_12_2" refType="h" fact="0.36"/>
        <dgm:constr type="b" for="ch" forName="right_12_2" refType="h" fact="0.42"/>
        <dgm:constr type="ctrX" for="ch" forName="right_12_2" refType="w" fact="0.79"/>
        <dgm:constr type="w" for="ch" forName="left_12_1" refType="w" fact="0.388"/>
        <dgm:constr type="h" for="ch" forName="left_12_1" refType="h" fact="0.36"/>
        <dgm:constr type="b" for="ch" forName="left_12_1" refType="h" fact="0.715"/>
        <dgm:constr type="ctrX" for="ch" forName="left_12_1" refType="w" fact="0.255"/>
        <dgm:constr type="w" for="ch" forName="right_22_1" refType="w" fact="0.36"/>
        <dgm:constr type="h" for="ch" forName="right_22_1" refType="h" fact="0.32"/>
        <dgm:constr type="b" for="ch" forName="right_22_1" refType="h" fact="0.725"/>
        <dgm:constr type="ctrX" for="ch" forName="right_22_1" refType="w" fact="0.76"/>
        <dgm:constr type="w" for="ch" forName="right_22_2" refType="w" fact="0.36"/>
        <dgm:constr type="h" for="ch" forName="right_22_2" refType="h" fact="0.32"/>
        <dgm:constr type="b" for="ch" forName="right_22_2" refType="h" fact="0.39"/>
        <dgm:constr type="ctrX" for="ch" forName="right_22_2" refType="w" fact="0.76"/>
        <dgm:constr type="w" for="ch" forName="left_22_1" refType="w" fact="0.36"/>
        <dgm:constr type="h" for="ch" forName="left_22_1" refType="h" fact="0.32"/>
        <dgm:constr type="b" for="ch" forName="left_22_1" refType="h" fact="0.725"/>
        <dgm:constr type="ctrX" for="ch" forName="left_22_1" refType="w" fact="0.24"/>
        <dgm:constr type="w" for="ch" forName="left_22_2" refType="w" fact="0.36"/>
        <dgm:constr type="h" for="ch" forName="left_22_2" refType="h" fact="0.32"/>
        <dgm:constr type="b" for="ch" forName="left_22_2" refType="h" fact="0.39"/>
        <dgm:constr type="ctrX" for="ch" forName="left_22_2" refType="w" fact="0.24"/>
        <dgm:constr type="w" for="ch" forName="left_21_1" refType="w" fact="0.388"/>
        <dgm:constr type="h" for="ch" forName="left_21_1" refType="h" fact="0.36"/>
        <dgm:constr type="b" for="ch" forName="left_21_1" refType="h" fact="0.76"/>
        <dgm:constr type="ctrX" for="ch" forName="left_21_1" refType="w" fact="0.23"/>
        <dgm:constr type="w" for="ch" forName="left_21_2" refType="w" fact="0.388"/>
        <dgm:constr type="h" for="ch" forName="left_21_2" refType="h" fact="0.36"/>
        <dgm:constr type="b" for="ch" forName="left_21_2" refType="h" fact="0.42"/>
        <dgm:constr type="ctrX" for="ch" forName="left_21_2" refType="w" fact="0.21"/>
        <dgm:constr type="w" for="ch" forName="right_21_1" refType="w" fact="0.388"/>
        <dgm:constr type="h" for="ch" forName="right_21_1" refType="h" fact="0.36"/>
        <dgm:constr type="b" for="ch" forName="right_21_1" refType="h" fact="0.715"/>
        <dgm:constr type="ctrX" for="ch" forName="right_21_1" refType="w" fact="0.745"/>
        <dgm:constr type="w" for="ch" forName="right_03_1" refType="w" fact="0.37"/>
        <dgm:constr type="h" for="ch" forName="right_03_1" refType="h" fact="0.24"/>
        <dgm:constr type="b" for="ch" forName="right_03_1" refType="h" fact="0.76"/>
        <dgm:constr type="ctrX" for="ch" forName="right_03_1" refType="w" fact="0.77"/>
        <dgm:constr type="w" for="ch" forName="right_03_2" refType="w" fact="0.37"/>
        <dgm:constr type="h" for="ch" forName="right_03_2" refType="h" fact="0.24"/>
        <dgm:constr type="b" for="ch" forName="right_03_2" refType="h" fact="0.535"/>
        <dgm:constr type="ctrX" for="ch" forName="right_03_2" refType="w" fact="0.783"/>
        <dgm:constr type="w" for="ch" forName="right_03_3" refType="w" fact="0.37"/>
        <dgm:constr type="h" for="ch" forName="right_03_3" refType="h" fact="0.24"/>
        <dgm:constr type="b" for="ch" forName="right_03_3" refType="h" fact="0.315"/>
        <dgm:constr type="ctrX" for="ch" forName="right_03_3" refType="w" fact="0.796"/>
        <dgm:constr type="w" for="ch" forName="left_30_1" refType="w" fact="0.37"/>
        <dgm:constr type="h" for="ch" forName="left_30_1" refType="h" fact="0.24"/>
        <dgm:constr type="b" for="ch" forName="left_30_1" refType="h" fact="0.76"/>
        <dgm:constr type="ctrX" for="ch" forName="left_30_1" refType="w" fact="0.23"/>
        <dgm:constr type="w" for="ch" forName="left_30_2" refType="w" fact="0.37"/>
        <dgm:constr type="h" for="ch" forName="left_30_2" refType="h" fact="0.24"/>
        <dgm:constr type="b" for="ch" forName="left_30_2" refType="h" fact="0.535"/>
        <dgm:constr type="ctrX" for="ch" forName="left_30_2" refType="w" fact="0.217"/>
        <dgm:constr type="w" for="ch" forName="left_30_3" refType="w" fact="0.37"/>
        <dgm:constr type="h" for="ch" forName="left_30_3" refType="h" fact="0.24"/>
        <dgm:constr type="b" for="ch" forName="left_30_3" refType="h" fact="0.315"/>
        <dgm:constr type="ctrX" for="ch" forName="left_30_3" refType="w" fact="0.204"/>
        <dgm:constr type="w" for="ch" forName="right_13_1" refType="w" fact="0.37"/>
        <dgm:constr type="h" for="ch" forName="right_13_1" refType="h" fact="0.24"/>
        <dgm:constr type="b" for="ch" forName="right_13_1" refType="h" fact="0.76"/>
        <dgm:constr type="ctrX" for="ch" forName="right_13_1" refType="w" fact="0.77"/>
        <dgm:constr type="w" for="ch" forName="right_13_2" refType="w" fact="0.37"/>
        <dgm:constr type="h" for="ch" forName="right_13_2" refType="h" fact="0.24"/>
        <dgm:constr type="b" for="ch" forName="right_13_2" refType="h" fact="0.535"/>
        <dgm:constr type="ctrX" for="ch" forName="right_13_2" refType="w" fact="0.783"/>
        <dgm:constr type="w" for="ch" forName="right_13_3" refType="w" fact="0.37"/>
        <dgm:constr type="h" for="ch" forName="right_13_3" refType="h" fact="0.24"/>
        <dgm:constr type="b" for="ch" forName="right_13_3" refType="h" fact="0.315"/>
        <dgm:constr type="ctrX" for="ch" forName="right_13_3" refType="w" fact="0.796"/>
        <dgm:constr type="w" for="ch" forName="left_13_1" refType="w" fact="0.37"/>
        <dgm:constr type="h" for="ch" forName="left_13_1" refType="h" fact="0.24"/>
        <dgm:constr type="b" for="ch" forName="left_13_1" refType="h" fact="0.715"/>
        <dgm:constr type="ctrX" for="ch" forName="left_13_1" refType="w" fact="0.255"/>
        <dgm:constr type="w" for="ch" forName="left_31_1" refType="w" fact="0.37"/>
        <dgm:constr type="h" for="ch" forName="left_31_1" refType="h" fact="0.24"/>
        <dgm:constr type="b" for="ch" forName="left_31_1" refType="h" fact="0.76"/>
        <dgm:constr type="ctrX" for="ch" forName="left_31_1" refType="w" fact="0.23"/>
        <dgm:constr type="w" for="ch" forName="left_31_2" refType="w" fact="0.37"/>
        <dgm:constr type="h" for="ch" forName="left_31_2" refType="h" fact="0.24"/>
        <dgm:constr type="b" for="ch" forName="left_31_2" refType="h" fact="0.535"/>
        <dgm:constr type="ctrX" for="ch" forName="left_31_2" refType="w" fact="0.217"/>
        <dgm:constr type="w" for="ch" forName="left_31_3" refType="w" fact="0.37"/>
        <dgm:constr type="h" for="ch" forName="left_31_3" refType="h" fact="0.24"/>
        <dgm:constr type="b" for="ch" forName="left_31_3" refType="h" fact="0.315"/>
        <dgm:constr type="ctrX" for="ch" forName="left_31_3" refType="w" fact="0.204"/>
        <dgm:constr type="w" for="ch" forName="right_31_1" refType="w" fact="0.37"/>
        <dgm:constr type="h" for="ch" forName="right_31_1" refType="h" fact="0.24"/>
        <dgm:constr type="b" for="ch" forName="right_31_1" refType="h" fact="0.715"/>
        <dgm:constr type="ctrX" for="ch" forName="right_31_1" refType="w" fact="0.745"/>
        <dgm:constr type="w" for="ch" forName="right_23_1" refType="w" fact="0.37"/>
        <dgm:constr type="h" for="ch" forName="right_23_1" refType="h" fact="0.24"/>
        <dgm:constr type="b" for="ch" forName="right_23_1" refType="h" fact="0.76"/>
        <dgm:constr type="ctrX" for="ch" forName="right_23_1" refType="w" fact="0.77"/>
        <dgm:constr type="w" for="ch" forName="right_23_2" refType="w" fact="0.37"/>
        <dgm:constr type="h" for="ch" forName="right_23_2" refType="h" fact="0.24"/>
        <dgm:constr type="b" for="ch" forName="right_23_2" refType="h" fact="0.535"/>
        <dgm:constr type="ctrX" for="ch" forName="right_23_2" refType="w" fact="0.783"/>
        <dgm:constr type="w" for="ch" forName="right_23_3" refType="w" fact="0.37"/>
        <dgm:constr type="h" for="ch" forName="right_23_3" refType="h" fact="0.24"/>
        <dgm:constr type="b" for="ch" forName="right_23_3" refType="h" fact="0.315"/>
        <dgm:constr type="ctrX" for="ch" forName="right_23_3" refType="w" fact="0.796"/>
        <dgm:constr type="w" for="ch" forName="left_23_1" refType="w" fact="0.37"/>
        <dgm:constr type="h" for="ch" forName="left_23_1" refType="h" fact="0.24"/>
        <dgm:constr type="b" for="ch" forName="left_23_1" refType="h" fact="0.715"/>
        <dgm:constr type="ctrX" for="ch" forName="left_23_1" refType="w" fact="0.255"/>
        <dgm:constr type="w" for="ch" forName="left_23_2" refType="w" fact="0.37"/>
        <dgm:constr type="h" for="ch" forName="left_23_2" refType="h" fact="0.24"/>
        <dgm:constr type="b" for="ch" forName="left_23_2" refType="h" fact="0.49"/>
        <dgm:constr type="ctrX" for="ch" forName="left_23_2" refType="w" fact="0.268"/>
        <dgm:constr type="w" for="ch" forName="left_32_1" refType="w" fact="0.37"/>
        <dgm:constr type="h" for="ch" forName="left_32_1" refType="h" fact="0.24"/>
        <dgm:constr type="b" for="ch" forName="left_32_1" refType="h" fact="0.76"/>
        <dgm:constr type="ctrX" for="ch" forName="left_32_1" refType="w" fact="0.23"/>
        <dgm:constr type="w" for="ch" forName="left_32_2" refType="w" fact="0.37"/>
        <dgm:constr type="h" for="ch" forName="left_32_2" refType="h" fact="0.24"/>
        <dgm:constr type="b" for="ch" forName="left_32_2" refType="h" fact="0.535"/>
        <dgm:constr type="ctrX" for="ch" forName="left_32_2" refType="w" fact="0.217"/>
        <dgm:constr type="w" for="ch" forName="left_32_3" refType="w" fact="0.37"/>
        <dgm:constr type="h" for="ch" forName="left_32_3" refType="h" fact="0.24"/>
        <dgm:constr type="b" for="ch" forName="left_32_3" refType="h" fact="0.315"/>
        <dgm:constr type="ctrX" for="ch" forName="left_32_3" refType="w" fact="0.204"/>
        <dgm:constr type="w" for="ch" forName="right_32_1" refType="w" fact="0.37"/>
        <dgm:constr type="h" for="ch" forName="right_32_1" refType="h" fact="0.24"/>
        <dgm:constr type="b" for="ch" forName="right_32_1" refType="h" fact="0.715"/>
        <dgm:constr type="ctrX" for="ch" forName="right_32_1" refType="w" fact="0.745"/>
        <dgm:constr type="w" for="ch" forName="right_32_2" refType="w" fact="0.37"/>
        <dgm:constr type="h" for="ch" forName="right_32_2" refType="h" fact="0.24"/>
        <dgm:constr type="b" for="ch" forName="right_32_2" refType="h" fact="0.49"/>
        <dgm:constr type="ctrX" for="ch" forName="right_32_2" refType="w" fact="0.732"/>
        <dgm:constr type="w" for="ch" forName="right_33_1" refType="w" fact="0.36"/>
        <dgm:constr type="h" for="ch" forName="right_33_1" refType="h" fact="0.21"/>
        <dgm:constr type="b" for="ch" forName="right_33_1" refType="h" fact="0.725"/>
        <dgm:constr type="ctrX" for="ch" forName="right_33_1" refType="w" fact="0.76"/>
        <dgm:constr type="w" for="ch" forName="right_33_2" refType="w" fact="0.36"/>
        <dgm:constr type="h" for="ch" forName="right_33_2" refType="h" fact="0.21"/>
        <dgm:constr type="b" for="ch" forName="right_33_2" refType="h" fact="0.5"/>
        <dgm:constr type="ctrX" for="ch" forName="right_33_2" refType="w" fact="0.76"/>
        <dgm:constr type="w" for="ch" forName="right_33_3" refType="w" fact="0.36"/>
        <dgm:constr type="h" for="ch" forName="right_33_3" refType="h" fact="0.21"/>
        <dgm:constr type="b" for="ch" forName="right_33_3" refType="h" fact="0.275"/>
        <dgm:constr type="ctrX" for="ch" forName="right_33_3" refType="w" fact="0.76"/>
        <dgm:constr type="w" for="ch" forName="left_33_1" refType="w" fact="0.36"/>
        <dgm:constr type="h" for="ch" forName="left_33_1" refType="h" fact="0.21"/>
        <dgm:constr type="b" for="ch" forName="left_33_1" refType="h" fact="0.725"/>
        <dgm:constr type="ctrX" for="ch" forName="left_33_1" refType="w" fact="0.24"/>
        <dgm:constr type="w" for="ch" forName="left_33_2" refType="w" fact="0.36"/>
        <dgm:constr type="h" for="ch" forName="left_33_2" refType="h" fact="0.21"/>
        <dgm:constr type="b" for="ch" forName="left_33_2" refType="h" fact="0.5"/>
        <dgm:constr type="ctrX" for="ch" forName="left_33_2" refType="w" fact="0.24"/>
        <dgm:constr type="w" for="ch" forName="left_33_3" refType="w" fact="0.36"/>
        <dgm:constr type="h" for="ch" forName="left_33_3" refType="h" fact="0.21"/>
        <dgm:constr type="b" for="ch" forName="left_33_3" refType="h" fact="0.275"/>
        <dgm:constr type="ctrX" for="ch" forName="left_33_3" refType="w" fact="0.24"/>
        <dgm:constr type="w" for="ch" forName="right_04_1" refType="w" fact="0.365"/>
        <dgm:constr type="h" for="ch" forName="right_04_1" refType="h" fact="0.185"/>
        <dgm:constr type="b" for="ch" forName="right_04_1" refType="h" fact="0.76"/>
        <dgm:constr type="ctrX" for="ch" forName="right_04_1" refType="w" fact="0.77"/>
        <dgm:constr type="w" for="ch" forName="right_04_2" refType="w" fact="0.365"/>
        <dgm:constr type="h" for="ch" forName="right_04_2" refType="h" fact="0.185"/>
        <dgm:constr type="b" for="ch" forName="right_04_2" refType="h" fact="0.595"/>
        <dgm:constr type="ctrX" for="ch" forName="right_04_2" refType="w" fact="0.78"/>
        <dgm:constr type="w" for="ch" forName="right_04_3" refType="w" fact="0.365"/>
        <dgm:constr type="h" for="ch" forName="right_04_3" refType="h" fact="0.185"/>
        <dgm:constr type="b" for="ch" forName="right_04_3" refType="h" fact="0.43"/>
        <dgm:constr type="ctrX" for="ch" forName="right_04_3" refType="w" fact="0.79"/>
        <dgm:constr type="w" for="ch" forName="right_04_4" refType="w" fact="0.365"/>
        <dgm:constr type="h" for="ch" forName="right_04_4" refType="h" fact="0.185"/>
        <dgm:constr type="b" for="ch" forName="right_04_4" refType="h" fact="0.265"/>
        <dgm:constr type="ctrX" for="ch" forName="right_04_4" refType="w" fact="0.8"/>
        <dgm:constr type="w" for="ch" forName="left_40_1" refType="w" fact="0.365"/>
        <dgm:constr type="h" for="ch" forName="left_40_1" refType="h" fact="0.185"/>
        <dgm:constr type="b" for="ch" forName="left_40_1" refType="h" fact="0.76"/>
        <dgm:constr type="ctrX" for="ch" forName="left_40_1" refType="w" fact="0.23"/>
        <dgm:constr type="w" for="ch" forName="left_40_2" refType="w" fact="0.365"/>
        <dgm:constr type="h" for="ch" forName="left_40_2" refType="h" fact="0.185"/>
        <dgm:constr type="b" for="ch" forName="left_40_2" refType="h" fact="0.595"/>
        <dgm:constr type="ctrX" for="ch" forName="left_40_2" refType="w" fact="0.22"/>
        <dgm:constr type="w" for="ch" forName="left_40_3" refType="w" fact="0.365"/>
        <dgm:constr type="h" for="ch" forName="left_40_3" refType="h" fact="0.185"/>
        <dgm:constr type="b" for="ch" forName="left_40_3" refType="h" fact="0.43"/>
        <dgm:constr type="ctrX" for="ch" forName="left_40_3" refType="w" fact="0.21"/>
        <dgm:constr type="w" for="ch" forName="left_40_4" refType="w" fact="0.365"/>
        <dgm:constr type="h" for="ch" forName="left_40_4" refType="h" fact="0.185"/>
        <dgm:constr type="b" for="ch" forName="left_40_4" refType="h" fact="0.265"/>
        <dgm:constr type="ctrX" for="ch" forName="left_40_4" refType="w" fact="0.2"/>
        <dgm:constr type="w" for="ch" forName="right_14_1" refType="w" fact="0.365"/>
        <dgm:constr type="h" for="ch" forName="right_14_1" refType="h" fact="0.185"/>
        <dgm:constr type="b" for="ch" forName="right_14_1" refType="h" fact="0.76"/>
        <dgm:constr type="ctrX" for="ch" forName="right_14_1" refType="w" fact="0.77"/>
        <dgm:constr type="w" for="ch" forName="right_14_2" refType="w" fact="0.365"/>
        <dgm:constr type="h" for="ch" forName="right_14_2" refType="h" fact="0.185"/>
        <dgm:constr type="b" for="ch" forName="right_14_2" refType="h" fact="0.595"/>
        <dgm:constr type="ctrX" for="ch" forName="right_14_2" refType="w" fact="0.78"/>
        <dgm:constr type="w" for="ch" forName="right_14_3" refType="w" fact="0.365"/>
        <dgm:constr type="h" for="ch" forName="right_14_3" refType="h" fact="0.185"/>
        <dgm:constr type="b" for="ch" forName="right_14_3" refType="h" fact="0.43"/>
        <dgm:constr type="ctrX" for="ch" forName="right_14_3" refType="w" fact="0.79"/>
        <dgm:constr type="w" for="ch" forName="right_14_4" refType="w" fact="0.365"/>
        <dgm:constr type="h" for="ch" forName="right_14_4" refType="h" fact="0.185"/>
        <dgm:constr type="b" for="ch" forName="right_14_4" refType="h" fact="0.265"/>
        <dgm:constr type="ctrX" for="ch" forName="right_14_4" refType="w" fact="0.8"/>
        <dgm:constr type="w" for="ch" forName="left_14_1" refType="w" fact="0.365"/>
        <dgm:constr type="h" for="ch" forName="left_14_1" refType="h" fact="0.185"/>
        <dgm:constr type="b" for="ch" forName="left_14_1" refType="h" fact="0.715"/>
        <dgm:constr type="ctrX" for="ch" forName="left_14_1" refType="w" fact="0.25"/>
        <dgm:constr type="w" for="ch" forName="left_41_1" refType="w" fact="0.365"/>
        <dgm:constr type="h" for="ch" forName="left_41_1" refType="h" fact="0.185"/>
        <dgm:constr type="b" for="ch" forName="left_41_1" refType="h" fact="0.76"/>
        <dgm:constr type="ctrX" for="ch" forName="left_41_1" refType="w" fact="0.23"/>
        <dgm:constr type="w" for="ch" forName="left_41_2" refType="w" fact="0.365"/>
        <dgm:constr type="h" for="ch" forName="left_41_2" refType="h" fact="0.185"/>
        <dgm:constr type="b" for="ch" forName="left_41_2" refType="h" fact="0.595"/>
        <dgm:constr type="ctrX" for="ch" forName="left_41_2" refType="w" fact="0.22"/>
        <dgm:constr type="w" for="ch" forName="left_41_3" refType="w" fact="0.365"/>
        <dgm:constr type="h" for="ch" forName="left_41_3" refType="h" fact="0.185"/>
        <dgm:constr type="b" for="ch" forName="left_41_3" refType="h" fact="0.43"/>
        <dgm:constr type="ctrX" for="ch" forName="left_41_3" refType="w" fact="0.21"/>
        <dgm:constr type="w" for="ch" forName="left_41_4" refType="w" fact="0.365"/>
        <dgm:constr type="h" for="ch" forName="left_41_4" refType="h" fact="0.185"/>
        <dgm:constr type="b" for="ch" forName="left_41_4" refType="h" fact="0.265"/>
        <dgm:constr type="ctrX" for="ch" forName="left_41_4" refType="w" fact="0.2"/>
        <dgm:constr type="w" for="ch" forName="right_41_1" refType="w" fact="0.365"/>
        <dgm:constr type="h" for="ch" forName="right_41_1" refType="h" fact="0.185"/>
        <dgm:constr type="b" for="ch" forName="right_41_1" refType="h" fact="0.715"/>
        <dgm:constr type="ctrX" for="ch" forName="right_41_1" refType="w" fact="0.75"/>
        <dgm:constr type="w" for="ch" forName="right_24_1" refType="w" fact="0.365"/>
        <dgm:constr type="h" for="ch" forName="right_24_1" refType="h" fact="0.185"/>
        <dgm:constr type="b" for="ch" forName="right_24_1" refType="h" fact="0.76"/>
        <dgm:constr type="ctrX" for="ch" forName="right_24_1" refType="w" fact="0.77"/>
        <dgm:constr type="w" for="ch" forName="right_24_2" refType="w" fact="0.365"/>
        <dgm:constr type="h" for="ch" forName="right_24_2" refType="h" fact="0.185"/>
        <dgm:constr type="b" for="ch" forName="right_24_2" refType="h" fact="0.595"/>
        <dgm:constr type="ctrX" for="ch" forName="right_24_2" refType="w" fact="0.78"/>
        <dgm:constr type="w" for="ch" forName="right_24_3" refType="w" fact="0.365"/>
        <dgm:constr type="h" for="ch" forName="right_24_3" refType="h" fact="0.185"/>
        <dgm:constr type="b" for="ch" forName="right_24_3" refType="h" fact="0.43"/>
        <dgm:constr type="ctrX" for="ch" forName="right_24_3" refType="w" fact="0.79"/>
        <dgm:constr type="w" for="ch" forName="right_24_4" refType="w" fact="0.365"/>
        <dgm:constr type="h" for="ch" forName="right_24_4" refType="h" fact="0.185"/>
        <dgm:constr type="b" for="ch" forName="right_24_4" refType="h" fact="0.265"/>
        <dgm:constr type="ctrX" for="ch" forName="right_24_4" refType="w" fact="0.8"/>
        <dgm:constr type="w" for="ch" forName="left_24_1" refType="w" fact="0.365"/>
        <dgm:constr type="h" for="ch" forName="left_24_1" refType="h" fact="0.185"/>
        <dgm:constr type="b" for="ch" forName="left_24_1" refType="h" fact="0.715"/>
        <dgm:constr type="ctrX" for="ch" forName="left_24_1" refType="w" fact="0.25"/>
        <dgm:constr type="w" for="ch" forName="left_24_2" refType="w" fact="0.365"/>
        <dgm:constr type="h" for="ch" forName="left_24_2" refType="h" fact="0.185"/>
        <dgm:constr type="b" for="ch" forName="left_24_2" refType="h" fact="0.55"/>
        <dgm:constr type="ctrX" for="ch" forName="left_24_2" refType="w" fact="0.26"/>
        <dgm:constr type="w" for="ch" forName="left_42_1" refType="w" fact="0.365"/>
        <dgm:constr type="h" for="ch" forName="left_42_1" refType="h" fact="0.185"/>
        <dgm:constr type="b" for="ch" forName="left_42_1" refType="h" fact="0.76"/>
        <dgm:constr type="ctrX" for="ch" forName="left_42_1" refType="w" fact="0.23"/>
        <dgm:constr type="w" for="ch" forName="left_42_2" refType="w" fact="0.365"/>
        <dgm:constr type="h" for="ch" forName="left_42_2" refType="h" fact="0.185"/>
        <dgm:constr type="b" for="ch" forName="left_42_2" refType="h" fact="0.595"/>
        <dgm:constr type="ctrX" for="ch" forName="left_42_2" refType="w" fact="0.22"/>
        <dgm:constr type="w" for="ch" forName="left_42_3" refType="w" fact="0.365"/>
        <dgm:constr type="h" for="ch" forName="left_42_3" refType="h" fact="0.185"/>
        <dgm:constr type="b" for="ch" forName="left_42_3" refType="h" fact="0.43"/>
        <dgm:constr type="ctrX" for="ch" forName="left_42_3" refType="w" fact="0.21"/>
        <dgm:constr type="w" for="ch" forName="left_42_4" refType="w" fact="0.365"/>
        <dgm:constr type="h" for="ch" forName="left_42_4" refType="h" fact="0.185"/>
        <dgm:constr type="b" for="ch" forName="left_42_4" refType="h" fact="0.265"/>
        <dgm:constr type="ctrX" for="ch" forName="left_42_4" refType="w" fact="0.2"/>
        <dgm:constr type="w" for="ch" forName="right_42_1" refType="w" fact="0.365"/>
        <dgm:constr type="h" for="ch" forName="right_42_1" refType="h" fact="0.185"/>
        <dgm:constr type="b" for="ch" forName="right_42_1" refType="h" fact="0.715"/>
        <dgm:constr type="ctrX" for="ch" forName="right_42_1" refType="w" fact="0.75"/>
        <dgm:constr type="w" for="ch" forName="right_42_2" refType="w" fact="0.365"/>
        <dgm:constr type="h" for="ch" forName="right_42_2" refType="h" fact="0.185"/>
        <dgm:constr type="b" for="ch" forName="right_42_2" refType="h" fact="0.55"/>
        <dgm:constr type="ctrX" for="ch" forName="right_42_2" refType="w" fact="0.74"/>
        <dgm:constr type="w" for="ch" forName="right_34_1" refType="w" fact="0.365"/>
        <dgm:constr type="h" for="ch" forName="right_34_1" refType="h" fact="0.185"/>
        <dgm:constr type="b" for="ch" forName="right_34_1" refType="h" fact="0.76"/>
        <dgm:constr type="ctrX" for="ch" forName="right_34_1" refType="w" fact="0.77"/>
        <dgm:constr type="w" for="ch" forName="right_34_2" refType="w" fact="0.365"/>
        <dgm:constr type="h" for="ch" forName="right_34_2" refType="h" fact="0.185"/>
        <dgm:constr type="b" for="ch" forName="right_34_2" refType="h" fact="0.595"/>
        <dgm:constr type="ctrX" for="ch" forName="right_34_2" refType="w" fact="0.78"/>
        <dgm:constr type="w" for="ch" forName="right_34_3" refType="w" fact="0.365"/>
        <dgm:constr type="h" for="ch" forName="right_34_3" refType="h" fact="0.185"/>
        <dgm:constr type="b" for="ch" forName="right_34_3" refType="h" fact="0.43"/>
        <dgm:constr type="ctrX" for="ch" forName="right_34_3" refType="w" fact="0.79"/>
        <dgm:constr type="w" for="ch" forName="right_34_4" refType="w" fact="0.365"/>
        <dgm:constr type="h" for="ch" forName="right_34_4" refType="h" fact="0.185"/>
        <dgm:constr type="b" for="ch" forName="right_34_4" refType="h" fact="0.265"/>
        <dgm:constr type="ctrX" for="ch" forName="right_34_4" refType="w" fact="0.8"/>
        <dgm:constr type="w" for="ch" forName="left_34_1" refType="w" fact="0.365"/>
        <dgm:constr type="h" for="ch" forName="left_34_1" refType="h" fact="0.185"/>
        <dgm:constr type="b" for="ch" forName="left_34_1" refType="h" fact="0.715"/>
        <dgm:constr type="ctrX" for="ch" forName="left_34_1" refType="w" fact="0.25"/>
        <dgm:constr type="w" for="ch" forName="left_34_2" refType="w" fact="0.365"/>
        <dgm:constr type="h" for="ch" forName="left_34_2" refType="h" fact="0.185"/>
        <dgm:constr type="b" for="ch" forName="left_34_2" refType="h" fact="0.55"/>
        <dgm:constr type="ctrX" for="ch" forName="left_34_2" refType="w" fact="0.26"/>
        <dgm:constr type="w" for="ch" forName="left_34_3" refType="w" fact="0.365"/>
        <dgm:constr type="h" for="ch" forName="left_34_3" refType="h" fact="0.185"/>
        <dgm:constr type="b" for="ch" forName="left_34_3" refType="h" fact="0.385"/>
        <dgm:constr type="ctrX" for="ch" forName="left_34_3" refType="w" fact="0.27"/>
        <dgm:constr type="w" for="ch" forName="left_43_1" refType="w" fact="0.365"/>
        <dgm:constr type="h" for="ch" forName="left_43_1" refType="h" fact="0.185"/>
        <dgm:constr type="b" for="ch" forName="left_43_1" refType="h" fact="0.76"/>
        <dgm:constr type="ctrX" for="ch" forName="left_43_1" refType="w" fact="0.23"/>
        <dgm:constr type="w" for="ch" forName="left_43_2" refType="w" fact="0.365"/>
        <dgm:constr type="h" for="ch" forName="left_43_2" refType="h" fact="0.185"/>
        <dgm:constr type="b" for="ch" forName="left_43_2" refType="h" fact="0.595"/>
        <dgm:constr type="ctrX" for="ch" forName="left_43_2" refType="w" fact="0.22"/>
        <dgm:constr type="w" for="ch" forName="left_43_3" refType="w" fact="0.365"/>
        <dgm:constr type="h" for="ch" forName="left_43_3" refType="h" fact="0.185"/>
        <dgm:constr type="b" for="ch" forName="left_43_3" refType="h" fact="0.43"/>
        <dgm:constr type="ctrX" for="ch" forName="left_43_3" refType="w" fact="0.21"/>
        <dgm:constr type="w" for="ch" forName="left_43_4" refType="w" fact="0.365"/>
        <dgm:constr type="h" for="ch" forName="left_43_4" refType="h" fact="0.185"/>
        <dgm:constr type="b" for="ch" forName="left_43_4" refType="h" fact="0.265"/>
        <dgm:constr type="ctrX" for="ch" forName="left_43_4" refType="w" fact="0.2"/>
        <dgm:constr type="w" for="ch" forName="right_43_1" refType="w" fact="0.365"/>
        <dgm:constr type="h" for="ch" forName="right_43_1" refType="h" fact="0.185"/>
        <dgm:constr type="b" for="ch" forName="right_43_1" refType="h" fact="0.715"/>
        <dgm:constr type="ctrX" for="ch" forName="right_43_1" refType="w" fact="0.75"/>
        <dgm:constr type="w" for="ch" forName="right_43_2" refType="w" fact="0.365"/>
        <dgm:constr type="h" for="ch" forName="right_43_2" refType="h" fact="0.185"/>
        <dgm:constr type="b" for="ch" forName="right_43_2" refType="h" fact="0.55"/>
        <dgm:constr type="ctrX" for="ch" forName="right_43_2" refType="w" fact="0.74"/>
        <dgm:constr type="w" for="ch" forName="right_43_3" refType="w" fact="0.365"/>
        <dgm:constr type="h" for="ch" forName="right_43_3" refType="h" fact="0.185"/>
        <dgm:constr type="b" for="ch" forName="right_43_3" refType="h" fact="0.385"/>
        <dgm:constr type="ctrX" for="ch" forName="right_43_3" refType="w" fact="0.73"/>
        <dgm:constr type="w" for="ch" forName="right_44_1" refType="w" fact="0.36"/>
        <dgm:constr type="h" for="ch" forName="right_44_1" refType="h" fact="0.154"/>
        <dgm:constr type="b" for="ch" forName="right_44_1" refType="h" fact="0.725"/>
        <dgm:constr type="ctrX" for="ch" forName="right_44_1" refType="w" fact="0.76"/>
        <dgm:constr type="w" for="ch" forName="right_44_2" refType="w" fact="0.36"/>
        <dgm:constr type="h" for="ch" forName="right_44_2" refType="h" fact="0.154"/>
        <dgm:constr type="b" for="ch" forName="right_44_2" refType="h" fact="0.559"/>
        <dgm:constr type="ctrX" for="ch" forName="right_44_2" refType="w" fact="0.76"/>
        <dgm:constr type="w" for="ch" forName="right_44_3" refType="w" fact="0.36"/>
        <dgm:constr type="h" for="ch" forName="right_44_3" refType="h" fact="0.154"/>
        <dgm:constr type="b" for="ch" forName="right_44_3" refType="h" fact="0.393"/>
        <dgm:constr type="ctrX" for="ch" forName="right_44_3" refType="w" fact="0.76"/>
        <dgm:constr type="w" for="ch" forName="right_44_4" refType="w" fact="0.36"/>
        <dgm:constr type="h" for="ch" forName="right_44_4" refType="h" fact="0.154"/>
        <dgm:constr type="b" for="ch" forName="right_44_4" refType="h" fact="0.224"/>
        <dgm:constr type="ctrX" for="ch" forName="right_44_4" refType="w" fact="0.76"/>
        <dgm:constr type="w" for="ch" forName="left_44_1" refType="w" fact="0.36"/>
        <dgm:constr type="h" for="ch" forName="left_44_1" refType="h" fact="0.154"/>
        <dgm:constr type="b" for="ch" forName="left_44_1" refType="h" fact="0.725"/>
        <dgm:constr type="ctrX" for="ch" forName="left_44_1" refType="w" fact="0.24"/>
        <dgm:constr type="w" for="ch" forName="left_44_2" refType="w" fact="0.36"/>
        <dgm:constr type="h" for="ch" forName="left_44_2" refType="h" fact="0.154"/>
        <dgm:constr type="b" for="ch" forName="left_44_2" refType="h" fact="0.559"/>
        <dgm:constr type="ctrX" for="ch" forName="left_44_2" refType="w" fact="0.24"/>
        <dgm:constr type="w" for="ch" forName="left_44_3" refType="w" fact="0.36"/>
        <dgm:constr type="h" for="ch" forName="left_44_3" refType="h" fact="0.154"/>
        <dgm:constr type="b" for="ch" forName="left_44_3" refType="h" fact="0.393"/>
        <dgm:constr type="ctrX" for="ch" forName="left_44_3" refType="w" fact="0.24"/>
        <dgm:constr type="w" for="ch" forName="left_44_4" refType="w" fact="0.36"/>
        <dgm:constr type="h" for="ch" forName="left_44_4" refType="h" fact="0.154"/>
        <dgm:constr type="b" for="ch" forName="left_44_4" refType="h" fact="0.224"/>
        <dgm:constr type="ctrX" for="ch" forName="left_44_4" refType="w" fact="0.24"/>
      </dgm:constrLst>
      <dgm:ruleLst/>
      <dgm:layoutNode name="dummyMaxCanvas_ChildArea">
        <dgm:alg type="sp"/>
        <dgm:shape xmlns:r="http://schemas.openxmlformats.org/officeDocument/2006/relationships" r:blip="">
          <dgm:adjLst/>
        </dgm:shape>
        <dgm:presOf/>
        <dgm:constrLst/>
        <dgm:ruleLst/>
      </dgm:layoutNode>
      <dgm:layoutNode name="fulcrum" styleLbl="alignAccFollowNode1">
        <dgm:alg type="sp"/>
        <dgm:shape xmlns:r="http://schemas.openxmlformats.org/officeDocument/2006/relationships" type="triangle" r:blip="">
          <dgm:adjLst/>
        </dgm:shape>
        <dgm:presOf/>
        <dgm:constrLst/>
        <dgm:ruleLst/>
      </dgm:layoutNode>
      <dgm:choose name="Name0">
        <dgm:if name="Name1" axis="ch ch" ptType="node node" st="1 1" cnt="1 0" func="cnt" op="equ" val="0">
          <dgm:choose name="Name2">
            <dgm:if name="Name3" axis="ch ch" ptType="node node" st="2 1" cnt="1 0" func="cnt" op="equ" val="0">
              <dgm:layoutNode name="balance_00" styleLbl="alignAccFollowNode1">
                <dgm:varLst>
                  <dgm:bulletEnabled val="1"/>
                </dgm:varLst>
                <dgm:alg type="sp"/>
                <dgm:shape xmlns:r="http://schemas.openxmlformats.org/officeDocument/2006/relationships" type="rect" r:blip="">
                  <dgm:adjLst/>
                </dgm:shape>
                <dgm:presOf/>
                <dgm:constrLst/>
                <dgm:ruleLst/>
              </dgm:layoutNode>
            </dgm:if>
            <dgm:else name="Name4">
              <dgm:choose name="Name5">
                <dgm:if name="Name6" axis="ch ch" ptType="node node" st="2 1" cnt="1 0" func="cnt" op="equ" val="1">
                  <dgm:layoutNode name="balance_01" styleLbl="alignAccFollowNode1">
                    <dgm:varLst>
                      <dgm:bulletEnabled val="1"/>
                    </dgm:varLst>
                    <dgm:alg type="sp"/>
                    <dgm:shape xmlns:r="http://schemas.openxmlformats.org/officeDocument/2006/relationships" type="rect" r:blip="" rot="4">
                      <dgm:adjLst/>
                    </dgm:shape>
                    <dgm:presOf/>
                    <dgm:constrLst/>
                    <dgm:ruleLst/>
                  </dgm:layoutNode>
                  <dgm:layoutNode name="right_01_1" styleLbl="node1">
                    <dgm:varLst>
                      <dgm:bulletEnabled val="1"/>
                    </dgm:varLst>
                    <dgm:alg type="tx"/>
                    <dgm:shape xmlns:r="http://schemas.openxmlformats.org/officeDocument/2006/relationships" type="roundRect" r:blip="" rot="4">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
                  <dgm:choose name="Name8">
                    <dgm:if name="Name9" axis="ch ch" ptType="node node" st="2 1" cnt="1 0" func="cnt" op="equ" val="2">
                      <dgm:layoutNode name="balance_02" styleLbl="alignAccFollowNode1">
                        <dgm:varLst>
                          <dgm:bulletEnabled val="1"/>
                        </dgm:varLst>
                        <dgm:alg type="sp"/>
                        <dgm:shape xmlns:r="http://schemas.openxmlformats.org/officeDocument/2006/relationships" type="rect" r:blip="" rot="4">
                          <dgm:adjLst/>
                        </dgm:shape>
                        <dgm:presOf/>
                        <dgm:constrLst/>
                        <dgm:ruleLst/>
                      </dgm:layoutNode>
                      <dgm:layoutNode name="right_02_1" styleLbl="node1">
                        <dgm:varLst>
                          <dgm:bulletEnabled val="1"/>
                        </dgm:varLst>
                        <dgm:alg type="tx"/>
                        <dgm:shape xmlns:r="http://schemas.openxmlformats.org/officeDocument/2006/relationships" type="roundRect" r:blip="" rot="4">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2_2" styleLbl="node1">
                        <dgm:varLst>
                          <dgm:bulletEnabled val="1"/>
                        </dgm:varLst>
                        <dgm:alg type="tx"/>
                        <dgm:shape xmlns:r="http://schemas.openxmlformats.org/officeDocument/2006/relationships" type="roundRect" r:blip="" rot="4">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
                      <dgm:choose name="Name11">
                        <dgm:if name="Name12" axis="ch ch" ptType="node node" st="2 1" cnt="1 0" func="cnt" op="equ" val="3">
                          <dgm:layoutNode name="balance_03" styleLbl="alignAccFollowNode1">
                            <dgm:varLst>
                              <dgm:bulletEnabled val="1"/>
                            </dgm:varLst>
                            <dgm:alg type="sp"/>
                            <dgm:shape xmlns:r="http://schemas.openxmlformats.org/officeDocument/2006/relationships" type="rect" r:blip="" rot="4">
                              <dgm:adjLst/>
                            </dgm:shape>
                            <dgm:presOf/>
                            <dgm:constrLst/>
                            <dgm:ruleLst/>
                          </dgm:layoutNode>
                          <dgm:layoutNode name="right_03_1" styleLbl="node1">
                            <dgm:varLst>
                              <dgm:bulletEnabled val="1"/>
                            </dgm:varLst>
                            <dgm:alg type="tx"/>
                            <dgm:shape xmlns:r="http://schemas.openxmlformats.org/officeDocument/2006/relationships" type="roundRect" r:blip="" rot="4">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2" styleLbl="node1">
                            <dgm:varLst>
                              <dgm:bulletEnabled val="1"/>
                            </dgm:varLst>
                            <dgm:alg type="tx"/>
                            <dgm:shape xmlns:r="http://schemas.openxmlformats.org/officeDocument/2006/relationships" type="roundRect" r:blip="" rot="4">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3" styleLbl="node1">
                            <dgm:varLst>
                              <dgm:bulletEnabled val="1"/>
                            </dgm:varLst>
                            <dgm:alg type="tx"/>
                            <dgm:shape xmlns:r="http://schemas.openxmlformats.org/officeDocument/2006/relationships" type="roundRect" r:blip="" rot="4">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3">
                          <dgm:choose name="Name14">
                            <dgm:if name="Name15" axis="ch ch" ptType="node node" st="2 1" cnt="1 0" func="cnt" op="gte" val="4">
                              <dgm:layoutNode name="balance_04" styleLbl="alignAccFollowNode1">
                                <dgm:varLst>
                                  <dgm:bulletEnabled val="1"/>
                                </dgm:varLst>
                                <dgm:alg type="sp"/>
                                <dgm:shape xmlns:r="http://schemas.openxmlformats.org/officeDocument/2006/relationships" type="rect" r:blip="" rot="4">
                                  <dgm:adjLst/>
                                </dgm:shape>
                                <dgm:presOf/>
                                <dgm:constrLst/>
                                <dgm:ruleLst/>
                              </dgm:layoutNode>
                              <dgm:layoutNode name="right_04_1" styleLbl="node1">
                                <dgm:varLst>
                                  <dgm:bulletEnabled val="1"/>
                                </dgm:varLst>
                                <dgm:alg type="tx"/>
                                <dgm:shape xmlns:r="http://schemas.openxmlformats.org/officeDocument/2006/relationships" type="roundRect" r:blip="" rot="4">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2" styleLbl="node1">
                                <dgm:varLst>
                                  <dgm:bulletEnabled val="1"/>
                                </dgm:varLst>
                                <dgm:alg type="tx"/>
                                <dgm:shape xmlns:r="http://schemas.openxmlformats.org/officeDocument/2006/relationships" type="roundRect" r:blip="" rot="4">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3" styleLbl="node1">
                                <dgm:varLst>
                                  <dgm:bulletEnabled val="1"/>
                                </dgm:varLst>
                                <dgm:alg type="tx"/>
                                <dgm:shape xmlns:r="http://schemas.openxmlformats.org/officeDocument/2006/relationships" type="roundRect" r:blip="" rot="4">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4" styleLbl="node1">
                                <dgm:varLst>
                                  <dgm:bulletEnabled val="1"/>
                                </dgm:varLst>
                                <dgm:alg type="tx"/>
                                <dgm:shape xmlns:r="http://schemas.openxmlformats.org/officeDocument/2006/relationships" type="roundRect" r:blip="" rot="4">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6"/>
                          </dgm:choose>
                        </dgm:else>
                      </dgm:choose>
                    </dgm:else>
                  </dgm:choose>
                </dgm:else>
              </dgm:choose>
            </dgm:else>
          </dgm:choose>
        </dgm:if>
        <dgm:else name="Name17">
          <dgm:choose name="Name18">
            <dgm:if name="Name19" axis="ch ch" ptType="node node" st="1 1" cnt="1 0" func="cnt" op="equ" val="1">
              <dgm:choose name="Name20">
                <dgm:if name="Name21" axis="ch ch" ptType="node node" st="2 1" cnt="1 0" func="cnt" op="equ" val="0">
                  <dgm:layoutNode name="balance_10" styleLbl="alignAccFollowNode1">
                    <dgm:varLst>
                      <dgm:bulletEnabled val="1"/>
                    </dgm:varLst>
                    <dgm:alg type="sp"/>
                    <dgm:shape xmlns:r="http://schemas.openxmlformats.org/officeDocument/2006/relationships" type="rect" r:blip="" rot="-4">
                      <dgm:adjLst/>
                    </dgm:shape>
                    <dgm:presOf/>
                    <dgm:constrLst/>
                    <dgm:ruleLst/>
                  </dgm:layoutNode>
                  <dgm:layoutNode name="left_10_1" styleLbl="node1">
                    <dgm:varLst>
                      <dgm:bulletEnabled val="1"/>
                    </dgm:varLst>
                    <dgm:alg type="tx"/>
                    <dgm:shape xmlns:r="http://schemas.openxmlformats.org/officeDocument/2006/relationships" type="roundRect" r:blip="" rot="-4">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2">
                  <dgm:choose name="Name23">
                    <dgm:if name="Name24" axis="ch ch" ptType="node node" st="2 1" cnt="1 0" func="cnt" op="equ" val="1">
                      <dgm:layoutNode name="balance_11" styleLbl="alignAccFollowNode1">
                        <dgm:varLst>
                          <dgm:bulletEnabled val="1"/>
                        </dgm:varLst>
                        <dgm:alg type="sp"/>
                        <dgm:shape xmlns:r="http://schemas.openxmlformats.org/officeDocument/2006/relationships" type="rect" r:blip="">
                          <dgm:adjLst/>
                        </dgm:shape>
                        <dgm:presOf/>
                        <dgm:constrLst/>
                        <dgm:ruleLst/>
                      </dgm:layoutNode>
                      <dgm:layoutNode name="left_11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1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5">
                      <dgm:choose name="Name26">
                        <dgm:if name="Name27" axis="ch ch" ptType="node node" st="2 1" cnt="1 0" func="cnt" op="equ" val="2">
                          <dgm:layoutNode name="balance_12" styleLbl="alignAccFollowNode1">
                            <dgm:varLst>
                              <dgm:bulletEnabled val="1"/>
                            </dgm:varLst>
                            <dgm:alg type="sp"/>
                            <dgm:shape xmlns:r="http://schemas.openxmlformats.org/officeDocument/2006/relationships" type="rect" r:blip="" rot="4">
                              <dgm:adjLst/>
                            </dgm:shape>
                            <dgm:presOf/>
                            <dgm:constrLst/>
                            <dgm:ruleLst/>
                          </dgm:layoutNode>
                          <dgm:layoutNode name="right_12_1" styleLbl="node1">
                            <dgm:varLst>
                              <dgm:bulletEnabled val="1"/>
                            </dgm:varLst>
                            <dgm:alg type="tx"/>
                            <dgm:shape xmlns:r="http://schemas.openxmlformats.org/officeDocument/2006/relationships" type="roundRect" r:blip="" rot="4">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2_2" styleLbl="node1">
                            <dgm:varLst>
                              <dgm:bulletEnabled val="1"/>
                            </dgm:varLst>
                            <dgm:alg type="tx"/>
                            <dgm:shape xmlns:r="http://schemas.openxmlformats.org/officeDocument/2006/relationships" type="roundRect" r:blip="" rot="4">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2_1" styleLbl="node1">
                            <dgm:varLst>
                              <dgm:bulletEnabled val="1"/>
                            </dgm:varLst>
                            <dgm:alg type="tx"/>
                            <dgm:shape xmlns:r="http://schemas.openxmlformats.org/officeDocument/2006/relationships" type="roundRect" r:blip="" rot="4">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8">
                          <dgm:choose name="Name29">
                            <dgm:if name="Name30" axis="ch ch" ptType="node node" st="2 1" cnt="1 0" func="cnt" op="equ" val="3">
                              <dgm:layoutNode name="balance_13" styleLbl="alignAccFollowNode1">
                                <dgm:varLst>
                                  <dgm:bulletEnabled val="1"/>
                                </dgm:varLst>
                                <dgm:alg type="sp"/>
                                <dgm:shape xmlns:r="http://schemas.openxmlformats.org/officeDocument/2006/relationships" type="rect" r:blip="" rot="4">
                                  <dgm:adjLst/>
                                </dgm:shape>
                                <dgm:presOf/>
                                <dgm:constrLst/>
                                <dgm:ruleLst/>
                              </dgm:layoutNode>
                              <dgm:layoutNode name="right_13_1" styleLbl="node1">
                                <dgm:varLst>
                                  <dgm:bulletEnabled val="1"/>
                                </dgm:varLst>
                                <dgm:alg type="tx"/>
                                <dgm:shape xmlns:r="http://schemas.openxmlformats.org/officeDocument/2006/relationships" type="roundRect" r:blip="" rot="4">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2" styleLbl="node1">
                                <dgm:varLst>
                                  <dgm:bulletEnabled val="1"/>
                                </dgm:varLst>
                                <dgm:alg type="tx"/>
                                <dgm:shape xmlns:r="http://schemas.openxmlformats.org/officeDocument/2006/relationships" type="roundRect" r:blip="" rot="4">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3" styleLbl="node1">
                                <dgm:varLst>
                                  <dgm:bulletEnabled val="1"/>
                                </dgm:varLst>
                                <dgm:alg type="tx"/>
                                <dgm:shape xmlns:r="http://schemas.openxmlformats.org/officeDocument/2006/relationships" type="roundRect" r:blip="" rot="4">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3_1" styleLbl="node1">
                                <dgm:varLst>
                                  <dgm:bulletEnabled val="1"/>
                                </dgm:varLst>
                                <dgm:alg type="tx"/>
                                <dgm:shape xmlns:r="http://schemas.openxmlformats.org/officeDocument/2006/relationships" type="roundRect" r:blip="" rot="4">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1">
                              <dgm:choose name="Name32">
                                <dgm:if name="Name33" axis="ch ch" ptType="node node" st="2 1" cnt="1 0" func="cnt" op="gte" val="4">
                                  <dgm:layoutNode name="balance_14" styleLbl="alignAccFollowNode1">
                                    <dgm:varLst>
                                      <dgm:bulletEnabled val="1"/>
                                    </dgm:varLst>
                                    <dgm:alg type="sp"/>
                                    <dgm:shape xmlns:r="http://schemas.openxmlformats.org/officeDocument/2006/relationships" type="rect" r:blip="" rot="4">
                                      <dgm:adjLst/>
                                    </dgm:shape>
                                    <dgm:presOf/>
                                    <dgm:constrLst/>
                                    <dgm:ruleLst/>
                                  </dgm:layoutNode>
                                  <dgm:layoutNode name="right_14_1" styleLbl="node1">
                                    <dgm:varLst>
                                      <dgm:bulletEnabled val="1"/>
                                    </dgm:varLst>
                                    <dgm:alg type="tx"/>
                                    <dgm:shape xmlns:r="http://schemas.openxmlformats.org/officeDocument/2006/relationships" type="roundRect" r:blip="" rot="4">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2" styleLbl="node1">
                                    <dgm:varLst>
                                      <dgm:bulletEnabled val="1"/>
                                    </dgm:varLst>
                                    <dgm:alg type="tx"/>
                                    <dgm:shape xmlns:r="http://schemas.openxmlformats.org/officeDocument/2006/relationships" type="roundRect" r:blip="" rot="4">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3" styleLbl="node1">
                                    <dgm:varLst>
                                      <dgm:bulletEnabled val="1"/>
                                    </dgm:varLst>
                                    <dgm:alg type="tx"/>
                                    <dgm:shape xmlns:r="http://schemas.openxmlformats.org/officeDocument/2006/relationships" type="roundRect" r:blip="" rot="4">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4" styleLbl="node1">
                                    <dgm:varLst>
                                      <dgm:bulletEnabled val="1"/>
                                    </dgm:varLst>
                                    <dgm:alg type="tx"/>
                                    <dgm:shape xmlns:r="http://schemas.openxmlformats.org/officeDocument/2006/relationships" type="roundRect" r:blip="" rot="4">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4_1" styleLbl="node1">
                                    <dgm:varLst>
                                      <dgm:bulletEnabled val="1"/>
                                    </dgm:varLst>
                                    <dgm:alg type="tx"/>
                                    <dgm:shape xmlns:r="http://schemas.openxmlformats.org/officeDocument/2006/relationships" type="roundRect" r:blip="" rot="4">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4"/>
                              </dgm:choose>
                            </dgm:else>
                          </dgm:choose>
                        </dgm:else>
                      </dgm:choose>
                    </dgm:else>
                  </dgm:choose>
                </dgm:else>
              </dgm:choose>
            </dgm:if>
            <dgm:else name="Name35">
              <dgm:choose name="Name36">
                <dgm:if name="Name37" axis="ch ch" ptType="node node" st="1 1" cnt="1 0" func="cnt" op="equ" val="2">
                  <dgm:choose name="Name38">
                    <dgm:if name="Name39" axis="ch ch" ptType="node node" st="2 1" cnt="1 0" func="cnt" op="equ" val="0">
                      <dgm:layoutNode name="balance_20" styleLbl="alignAccFollowNode1">
                        <dgm:varLst>
                          <dgm:bulletEnabled val="1"/>
                        </dgm:varLst>
                        <dgm:alg type="sp"/>
                        <dgm:shape xmlns:r="http://schemas.openxmlformats.org/officeDocument/2006/relationships" type="rect" r:blip="" rot="-4">
                          <dgm:adjLst/>
                        </dgm:shape>
                        <dgm:presOf/>
                        <dgm:constrLst/>
                        <dgm:ruleLst/>
                      </dgm:layoutNode>
                      <dgm:layoutNode name="left_20_1" styleLbl="node1">
                        <dgm:varLst>
                          <dgm:bulletEnabled val="1"/>
                        </dgm:varLst>
                        <dgm:alg type="tx"/>
                        <dgm:shape xmlns:r="http://schemas.openxmlformats.org/officeDocument/2006/relationships" type="roundRect" r:blip="" rot="-4">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0_2" styleLbl="node1">
                        <dgm:varLst>
                          <dgm:bulletEnabled val="1"/>
                        </dgm:varLst>
                        <dgm:alg type="tx"/>
                        <dgm:shape xmlns:r="http://schemas.openxmlformats.org/officeDocument/2006/relationships" type="roundRect" r:blip="" rot="-4">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0">
                      <dgm:choose name="Name41">
                        <dgm:if name="Name42" axis="ch ch" ptType="node node" st="2 1" cnt="1 0" func="cnt" op="equ" val="1">
                          <dgm:layoutNode name="balance_21" styleLbl="alignAccFollowNode1">
                            <dgm:varLst>
                              <dgm:bulletEnabled val="1"/>
                            </dgm:varLst>
                            <dgm:alg type="sp"/>
                            <dgm:shape xmlns:r="http://schemas.openxmlformats.org/officeDocument/2006/relationships" type="rect" r:blip="" rot="-4">
                              <dgm:adjLst/>
                            </dgm:shape>
                            <dgm:presOf/>
                            <dgm:constrLst/>
                            <dgm:ruleLst/>
                          </dgm:layoutNode>
                          <dgm:layoutNode name="left_21_1" styleLbl="node1">
                            <dgm:varLst>
                              <dgm:bulletEnabled val="1"/>
                            </dgm:varLst>
                            <dgm:alg type="tx"/>
                            <dgm:shape xmlns:r="http://schemas.openxmlformats.org/officeDocument/2006/relationships" type="roundRect" r:blip="" rot="-4">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1_2" styleLbl="node1">
                            <dgm:varLst>
                              <dgm:bulletEnabled val="1"/>
                            </dgm:varLst>
                            <dgm:alg type="tx"/>
                            <dgm:shape xmlns:r="http://schemas.openxmlformats.org/officeDocument/2006/relationships" type="roundRect" r:blip="" rot="-4">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1_1" styleLbl="node1">
                            <dgm:varLst>
                              <dgm:bulletEnabled val="1"/>
                            </dgm:varLst>
                            <dgm:alg type="tx"/>
                            <dgm:shape xmlns:r="http://schemas.openxmlformats.org/officeDocument/2006/relationships" type="roundRect" r:blip="" rot="-4">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3">
                          <dgm:choose name="Name44">
                            <dgm:if name="Name45" axis="ch ch" ptType="node node" st="2 1" cnt="1 0" func="cnt" op="equ" val="2">
                              <dgm:layoutNode name="balance_22" styleLbl="alignAccFollowNode1">
                                <dgm:varLst>
                                  <dgm:bulletEnabled val="1"/>
                                </dgm:varLst>
                                <dgm:alg type="sp"/>
                                <dgm:shape xmlns:r="http://schemas.openxmlformats.org/officeDocument/2006/relationships" type="rect" r:blip="">
                                  <dgm:adjLst/>
                                </dgm:shape>
                                <dgm:presOf/>
                                <dgm:constrLst/>
                                <dgm:ruleLst/>
                              </dgm:layoutNode>
                              <dgm:layoutNode name="right_22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2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6">
                              <dgm:choose name="Name47">
                                <dgm:if name="Name48" axis="ch ch" ptType="node node" st="2 1" cnt="1 0" func="cnt" op="equ" val="3">
                                  <dgm:layoutNode name="balance_23" styleLbl="alignAccFollowNode1">
                                    <dgm:varLst>
                                      <dgm:bulletEnabled val="1"/>
                                    </dgm:varLst>
                                    <dgm:alg type="sp"/>
                                    <dgm:shape xmlns:r="http://schemas.openxmlformats.org/officeDocument/2006/relationships" type="rect" r:blip="" rot="4">
                                      <dgm:adjLst/>
                                    </dgm:shape>
                                    <dgm:presOf/>
                                    <dgm:constrLst/>
                                    <dgm:ruleLst/>
                                  </dgm:layoutNode>
                                  <dgm:layoutNode name="right_23_1" styleLbl="node1">
                                    <dgm:varLst>
                                      <dgm:bulletEnabled val="1"/>
                                    </dgm:varLst>
                                    <dgm:alg type="tx"/>
                                    <dgm:shape xmlns:r="http://schemas.openxmlformats.org/officeDocument/2006/relationships" type="roundRect" r:blip="" rot="4">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2" styleLbl="node1">
                                    <dgm:varLst>
                                      <dgm:bulletEnabled val="1"/>
                                    </dgm:varLst>
                                    <dgm:alg type="tx"/>
                                    <dgm:shape xmlns:r="http://schemas.openxmlformats.org/officeDocument/2006/relationships" type="roundRect" r:blip="" rot="4">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3" styleLbl="node1">
                                    <dgm:varLst>
                                      <dgm:bulletEnabled val="1"/>
                                    </dgm:varLst>
                                    <dgm:alg type="tx"/>
                                    <dgm:shape xmlns:r="http://schemas.openxmlformats.org/officeDocument/2006/relationships" type="roundRect" r:blip="" rot="4">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1" styleLbl="node1">
                                    <dgm:varLst>
                                      <dgm:bulletEnabled val="1"/>
                                    </dgm:varLst>
                                    <dgm:alg type="tx"/>
                                    <dgm:shape xmlns:r="http://schemas.openxmlformats.org/officeDocument/2006/relationships" type="roundRect" r:blip="" rot="4">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2" styleLbl="node1">
                                    <dgm:varLst>
                                      <dgm:bulletEnabled val="1"/>
                                    </dgm:varLst>
                                    <dgm:alg type="tx"/>
                                    <dgm:shape xmlns:r="http://schemas.openxmlformats.org/officeDocument/2006/relationships" type="roundRect" r:blip="" rot="4">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9">
                                  <dgm:choose name="Name50">
                                    <dgm:if name="Name51" axis="ch ch" ptType="node node" st="2 1" cnt="1 0" func="cnt" op="gte" val="4">
                                      <dgm:layoutNode name="balance_24" styleLbl="alignAccFollowNode1">
                                        <dgm:varLst>
                                          <dgm:bulletEnabled val="1"/>
                                        </dgm:varLst>
                                        <dgm:alg type="sp"/>
                                        <dgm:shape xmlns:r="http://schemas.openxmlformats.org/officeDocument/2006/relationships" type="rect" r:blip="" rot="4">
                                          <dgm:adjLst/>
                                        </dgm:shape>
                                        <dgm:presOf/>
                                        <dgm:constrLst/>
                                        <dgm:ruleLst/>
                                      </dgm:layoutNode>
                                      <dgm:layoutNode name="right_24_1" styleLbl="node1">
                                        <dgm:varLst>
                                          <dgm:bulletEnabled val="1"/>
                                        </dgm:varLst>
                                        <dgm:alg type="tx"/>
                                        <dgm:shape xmlns:r="http://schemas.openxmlformats.org/officeDocument/2006/relationships" type="roundRect" r:blip="" rot="4">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2" styleLbl="node1">
                                        <dgm:varLst>
                                          <dgm:bulletEnabled val="1"/>
                                        </dgm:varLst>
                                        <dgm:alg type="tx"/>
                                        <dgm:shape xmlns:r="http://schemas.openxmlformats.org/officeDocument/2006/relationships" type="roundRect" r:blip="" rot="4">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3" styleLbl="node1">
                                        <dgm:varLst>
                                          <dgm:bulletEnabled val="1"/>
                                        </dgm:varLst>
                                        <dgm:alg type="tx"/>
                                        <dgm:shape xmlns:r="http://schemas.openxmlformats.org/officeDocument/2006/relationships" type="roundRect" r:blip="" rot="4">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4" styleLbl="node1">
                                        <dgm:varLst>
                                          <dgm:bulletEnabled val="1"/>
                                        </dgm:varLst>
                                        <dgm:alg type="tx"/>
                                        <dgm:shape xmlns:r="http://schemas.openxmlformats.org/officeDocument/2006/relationships" type="roundRect" r:blip="" rot="4">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1" styleLbl="node1">
                                        <dgm:varLst>
                                          <dgm:bulletEnabled val="1"/>
                                        </dgm:varLst>
                                        <dgm:alg type="tx"/>
                                        <dgm:shape xmlns:r="http://schemas.openxmlformats.org/officeDocument/2006/relationships" type="roundRect" r:blip="" rot="4">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2" styleLbl="node1">
                                        <dgm:varLst>
                                          <dgm:bulletEnabled val="1"/>
                                        </dgm:varLst>
                                        <dgm:alg type="tx"/>
                                        <dgm:shape xmlns:r="http://schemas.openxmlformats.org/officeDocument/2006/relationships" type="roundRect" r:blip="" rot="4">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2"/>
                                  </dgm:choose>
                                </dgm:else>
                              </dgm:choose>
                            </dgm:else>
                          </dgm:choose>
                        </dgm:else>
                      </dgm:choose>
                    </dgm:else>
                  </dgm:choose>
                </dgm:if>
                <dgm:else name="Name53">
                  <dgm:choose name="Name54">
                    <dgm:if name="Name55" axis="ch ch" ptType="node node" st="1 1" cnt="1 0" func="cnt" op="equ" val="3">
                      <dgm:choose name="Name56">
                        <dgm:if name="Name57" axis="ch ch" ptType="node node" st="2 1" cnt="1 0" func="cnt" op="equ" val="0">
                          <dgm:layoutNode name="balance_30" styleLbl="alignAccFollowNode1">
                            <dgm:varLst>
                              <dgm:bulletEnabled val="1"/>
                            </dgm:varLst>
                            <dgm:alg type="sp"/>
                            <dgm:shape xmlns:r="http://schemas.openxmlformats.org/officeDocument/2006/relationships" type="rect" r:blip="" rot="-4">
                              <dgm:adjLst/>
                            </dgm:shape>
                            <dgm:presOf/>
                            <dgm:constrLst/>
                            <dgm:ruleLst/>
                          </dgm:layoutNode>
                          <dgm:layoutNode name="left_30_1" styleLbl="node1">
                            <dgm:varLst>
                              <dgm:bulletEnabled val="1"/>
                            </dgm:varLst>
                            <dgm:alg type="tx"/>
                            <dgm:shape xmlns:r="http://schemas.openxmlformats.org/officeDocument/2006/relationships" type="roundRect" r:blip="" rot="-4">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2" styleLbl="node1">
                            <dgm:varLst>
                              <dgm:bulletEnabled val="1"/>
                            </dgm:varLst>
                            <dgm:alg type="tx"/>
                            <dgm:shape xmlns:r="http://schemas.openxmlformats.org/officeDocument/2006/relationships" type="roundRect" r:blip="" rot="-4">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3" styleLbl="node1">
                            <dgm:varLst>
                              <dgm:bulletEnabled val="1"/>
                            </dgm:varLst>
                            <dgm:alg type="tx"/>
                            <dgm:shape xmlns:r="http://schemas.openxmlformats.org/officeDocument/2006/relationships" type="roundRect" r:blip="" rot="-4">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name="Name59">
                            <dgm:if name="Name60" axis="ch ch" ptType="node node" st="2 1" cnt="1 0" func="cnt" op="equ" val="1">
                              <dgm:layoutNode name="balance_31" styleLbl="alignAccFollowNode1">
                                <dgm:varLst>
                                  <dgm:bulletEnabled val="1"/>
                                </dgm:varLst>
                                <dgm:alg type="sp"/>
                                <dgm:shape xmlns:r="http://schemas.openxmlformats.org/officeDocument/2006/relationships" type="rect" r:blip="" rot="-4">
                                  <dgm:adjLst/>
                                </dgm:shape>
                                <dgm:presOf/>
                                <dgm:constrLst/>
                                <dgm:ruleLst/>
                              </dgm:layoutNode>
                              <dgm:layoutNode name="left_31_1" styleLbl="node1">
                                <dgm:varLst>
                                  <dgm:bulletEnabled val="1"/>
                                </dgm:varLst>
                                <dgm:alg type="tx"/>
                                <dgm:shape xmlns:r="http://schemas.openxmlformats.org/officeDocument/2006/relationships" type="roundRect" r:blip="" rot="-4">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2" styleLbl="node1">
                                <dgm:varLst>
                                  <dgm:bulletEnabled val="1"/>
                                </dgm:varLst>
                                <dgm:alg type="tx"/>
                                <dgm:shape xmlns:r="http://schemas.openxmlformats.org/officeDocument/2006/relationships" type="roundRect" r:blip="" rot="-4">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3" styleLbl="node1">
                                <dgm:varLst>
                                  <dgm:bulletEnabled val="1"/>
                                </dgm:varLst>
                                <dgm:alg type="tx"/>
                                <dgm:shape xmlns:r="http://schemas.openxmlformats.org/officeDocument/2006/relationships" type="roundRect" r:blip="" rot="-4">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1_1" styleLbl="node1">
                                <dgm:varLst>
                                  <dgm:bulletEnabled val="1"/>
                                </dgm:varLst>
                                <dgm:alg type="tx"/>
                                <dgm:shape xmlns:r="http://schemas.openxmlformats.org/officeDocument/2006/relationships" type="roundRect" r:blip="" rot="-4">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1">
                              <dgm:choose name="Name62">
                                <dgm:if name="Name63" axis="ch ch" ptType="node node" st="2 1" cnt="1 0" func="cnt" op="equ" val="2">
                                  <dgm:layoutNode name="balance_32" styleLbl="alignAccFollowNode1">
                                    <dgm:varLst>
                                      <dgm:bulletEnabled val="1"/>
                                    </dgm:varLst>
                                    <dgm:alg type="sp"/>
                                    <dgm:shape xmlns:r="http://schemas.openxmlformats.org/officeDocument/2006/relationships" type="rect" r:blip="" rot="-4">
                                      <dgm:adjLst/>
                                    </dgm:shape>
                                    <dgm:presOf/>
                                    <dgm:constrLst/>
                                    <dgm:ruleLst/>
                                  </dgm:layoutNode>
                                  <dgm:layoutNode name="left_32_1" styleLbl="node1">
                                    <dgm:varLst>
                                      <dgm:bulletEnabled val="1"/>
                                    </dgm:varLst>
                                    <dgm:alg type="tx"/>
                                    <dgm:shape xmlns:r="http://schemas.openxmlformats.org/officeDocument/2006/relationships" type="roundRect" r:blip="" rot="-4">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2" styleLbl="node1">
                                    <dgm:varLst>
                                      <dgm:bulletEnabled val="1"/>
                                    </dgm:varLst>
                                    <dgm:alg type="tx"/>
                                    <dgm:shape xmlns:r="http://schemas.openxmlformats.org/officeDocument/2006/relationships" type="roundRect" r:blip="" rot="-4">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3" styleLbl="node1">
                                    <dgm:varLst>
                                      <dgm:bulletEnabled val="1"/>
                                    </dgm:varLst>
                                    <dgm:alg type="tx"/>
                                    <dgm:shape xmlns:r="http://schemas.openxmlformats.org/officeDocument/2006/relationships" type="roundRect" r:blip="" rot="-4">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1" styleLbl="node1">
                                    <dgm:varLst>
                                      <dgm:bulletEnabled val="1"/>
                                    </dgm:varLst>
                                    <dgm:alg type="tx"/>
                                    <dgm:shape xmlns:r="http://schemas.openxmlformats.org/officeDocument/2006/relationships" type="roundRect" r:blip="" rot="-4">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2" styleLbl="node1">
                                    <dgm:varLst>
                                      <dgm:bulletEnabled val="1"/>
                                    </dgm:varLst>
                                    <dgm:alg type="tx"/>
                                    <dgm:shape xmlns:r="http://schemas.openxmlformats.org/officeDocument/2006/relationships" type="roundRect" r:blip="" rot="-4">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4">
                                  <dgm:choose name="Name65">
                                    <dgm:if name="Name66" axis="ch ch" ptType="node node" st="2 1" cnt="1 0" func="cnt" op="equ" val="3">
                                      <dgm:layoutNode name="balance_33" styleLbl="alignAccFollowNode1">
                                        <dgm:varLst>
                                          <dgm:bulletEnabled val="1"/>
                                        </dgm:varLst>
                                        <dgm:alg type="sp"/>
                                        <dgm:shape xmlns:r="http://schemas.openxmlformats.org/officeDocument/2006/relationships" type="rect" r:blip="">
                                          <dgm:adjLst/>
                                        </dgm:shape>
                                        <dgm:presOf/>
                                        <dgm:constrLst/>
                                        <dgm:ruleLst/>
                                      </dgm:layoutNode>
                                      <dgm:layoutNode name="right_33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7">
                                      <dgm:choose name="Name68">
                                        <dgm:if name="Name69" axis="ch ch" ptType="node node" st="2 1" cnt="1 0" func="cnt" op="gte" val="4">
                                          <dgm:layoutNode name="balance_34" styleLbl="alignAccFollowNode1">
                                            <dgm:varLst>
                                              <dgm:bulletEnabled val="1"/>
                                            </dgm:varLst>
                                            <dgm:alg type="sp"/>
                                            <dgm:shape xmlns:r="http://schemas.openxmlformats.org/officeDocument/2006/relationships" type="rect" r:blip="" rot="4">
                                              <dgm:adjLst/>
                                            </dgm:shape>
                                            <dgm:presOf/>
                                            <dgm:constrLst/>
                                            <dgm:ruleLst/>
                                          </dgm:layoutNode>
                                          <dgm:layoutNode name="right_34_1" styleLbl="node1">
                                            <dgm:varLst>
                                              <dgm:bulletEnabled val="1"/>
                                            </dgm:varLst>
                                            <dgm:alg type="tx"/>
                                            <dgm:shape xmlns:r="http://schemas.openxmlformats.org/officeDocument/2006/relationships" type="roundRect" r:blip="" rot="4">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2" styleLbl="node1">
                                            <dgm:varLst>
                                              <dgm:bulletEnabled val="1"/>
                                            </dgm:varLst>
                                            <dgm:alg type="tx"/>
                                            <dgm:shape xmlns:r="http://schemas.openxmlformats.org/officeDocument/2006/relationships" type="roundRect" r:blip="" rot="4">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3" styleLbl="node1">
                                            <dgm:varLst>
                                              <dgm:bulletEnabled val="1"/>
                                            </dgm:varLst>
                                            <dgm:alg type="tx"/>
                                            <dgm:shape xmlns:r="http://schemas.openxmlformats.org/officeDocument/2006/relationships" type="roundRect" r:blip="" rot="4">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4" styleLbl="node1">
                                            <dgm:varLst>
                                              <dgm:bulletEnabled val="1"/>
                                            </dgm:varLst>
                                            <dgm:alg type="tx"/>
                                            <dgm:shape xmlns:r="http://schemas.openxmlformats.org/officeDocument/2006/relationships" type="roundRect" r:blip="" rot="4">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1" styleLbl="node1">
                                            <dgm:varLst>
                                              <dgm:bulletEnabled val="1"/>
                                            </dgm:varLst>
                                            <dgm:alg type="tx"/>
                                            <dgm:shape xmlns:r="http://schemas.openxmlformats.org/officeDocument/2006/relationships" type="roundRect" r:blip="" rot="4">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2" styleLbl="node1">
                                            <dgm:varLst>
                                              <dgm:bulletEnabled val="1"/>
                                            </dgm:varLst>
                                            <dgm:alg type="tx"/>
                                            <dgm:shape xmlns:r="http://schemas.openxmlformats.org/officeDocument/2006/relationships" type="roundRect" r:blip="" rot="4">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3" styleLbl="node1">
                                            <dgm:varLst>
                                              <dgm:bulletEnabled val="1"/>
                                            </dgm:varLst>
                                            <dgm:alg type="tx"/>
                                            <dgm:shape xmlns:r="http://schemas.openxmlformats.org/officeDocument/2006/relationships" type="roundRect" r:blip="" rot="4">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0"/>
                                      </dgm:choose>
                                    </dgm:else>
                                  </dgm:choose>
                                </dgm:else>
                              </dgm:choose>
                            </dgm:else>
                          </dgm:choose>
                        </dgm:else>
                      </dgm:choose>
                    </dgm:if>
                    <dgm:else name="Name71">
                      <dgm:choose name="Name72">
                        <dgm:if name="Name73" axis="ch ch" ptType="node node" st="1 1" cnt="1 0" func="cnt" op="gte" val="4">
                          <dgm:choose name="Name74">
                            <dgm:if name="Name75" axis="ch ch" ptType="node node" st="2 1" cnt="1 0" func="cnt" op="equ" val="0">
                              <dgm:layoutNode name="balance_40" styleLbl="alignAccFollowNode1">
                                <dgm:varLst>
                                  <dgm:bulletEnabled val="1"/>
                                </dgm:varLst>
                                <dgm:alg type="sp"/>
                                <dgm:shape xmlns:r="http://schemas.openxmlformats.org/officeDocument/2006/relationships" type="rect" r:blip="" rot="-4">
                                  <dgm:adjLst/>
                                </dgm:shape>
                                <dgm:presOf/>
                                <dgm:constrLst/>
                                <dgm:ruleLst/>
                              </dgm:layoutNode>
                              <dgm:layoutNode name="left_40_1" styleLbl="node1">
                                <dgm:varLst>
                                  <dgm:bulletEnabled val="1"/>
                                </dgm:varLst>
                                <dgm:alg type="tx"/>
                                <dgm:shape xmlns:r="http://schemas.openxmlformats.org/officeDocument/2006/relationships" type="roundRect" r:blip="" rot="-4">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2" styleLbl="node1">
                                <dgm:varLst>
                                  <dgm:bulletEnabled val="1"/>
                                </dgm:varLst>
                                <dgm:alg type="tx"/>
                                <dgm:shape xmlns:r="http://schemas.openxmlformats.org/officeDocument/2006/relationships" type="roundRect" r:blip="" rot="-4">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3" styleLbl="node1">
                                <dgm:varLst>
                                  <dgm:bulletEnabled val="1"/>
                                </dgm:varLst>
                                <dgm:alg type="tx"/>
                                <dgm:shape xmlns:r="http://schemas.openxmlformats.org/officeDocument/2006/relationships" type="roundRect" r:blip="" rot="-4">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4" styleLbl="node1">
                                <dgm:varLst>
                                  <dgm:bulletEnabled val="1"/>
                                </dgm:varLst>
                                <dgm:alg type="tx"/>
                                <dgm:shape xmlns:r="http://schemas.openxmlformats.org/officeDocument/2006/relationships" type="roundRect" r:blip="" rot="-4">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6">
                              <dgm:choose name="Name77">
                                <dgm:if name="Name78" axis="ch ch" ptType="node node" st="2 1" cnt="1 0" func="cnt" op="equ" val="1">
                                  <dgm:layoutNode name="balance_41" styleLbl="alignAccFollowNode1">
                                    <dgm:varLst>
                                      <dgm:bulletEnabled val="1"/>
                                    </dgm:varLst>
                                    <dgm:alg type="sp"/>
                                    <dgm:shape xmlns:r="http://schemas.openxmlformats.org/officeDocument/2006/relationships" type="rect" r:blip="" rot="-4">
                                      <dgm:adjLst/>
                                    </dgm:shape>
                                    <dgm:presOf/>
                                    <dgm:constrLst/>
                                    <dgm:ruleLst/>
                                  </dgm:layoutNode>
                                  <dgm:layoutNode name="left_41_1" styleLbl="node1">
                                    <dgm:varLst>
                                      <dgm:bulletEnabled val="1"/>
                                    </dgm:varLst>
                                    <dgm:alg type="tx"/>
                                    <dgm:shape xmlns:r="http://schemas.openxmlformats.org/officeDocument/2006/relationships" type="roundRect" r:blip="" rot="-4">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2" styleLbl="node1">
                                    <dgm:varLst>
                                      <dgm:bulletEnabled val="1"/>
                                    </dgm:varLst>
                                    <dgm:alg type="tx"/>
                                    <dgm:shape xmlns:r="http://schemas.openxmlformats.org/officeDocument/2006/relationships" type="roundRect" r:blip="" rot="-4">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3" styleLbl="node1">
                                    <dgm:varLst>
                                      <dgm:bulletEnabled val="1"/>
                                    </dgm:varLst>
                                    <dgm:alg type="tx"/>
                                    <dgm:shape xmlns:r="http://schemas.openxmlformats.org/officeDocument/2006/relationships" type="roundRect" r:blip="" rot="-4">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4" styleLbl="node1">
                                    <dgm:varLst>
                                      <dgm:bulletEnabled val="1"/>
                                    </dgm:varLst>
                                    <dgm:alg type="tx"/>
                                    <dgm:shape xmlns:r="http://schemas.openxmlformats.org/officeDocument/2006/relationships" type="roundRect" r:blip="" rot="-4">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1_1" styleLbl="node1">
                                    <dgm:varLst>
                                      <dgm:bulletEnabled val="1"/>
                                    </dgm:varLst>
                                    <dgm:alg type="tx"/>
                                    <dgm:shape xmlns:r="http://schemas.openxmlformats.org/officeDocument/2006/relationships" type="roundRect" r:blip="" rot="-4">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name="Name80">
                                    <dgm:if name="Name81" axis="ch ch" ptType="node node" st="2 1" cnt="1 0" func="cnt" op="equ" val="2">
                                      <dgm:layoutNode name="balance_42" styleLbl="alignAccFollowNode1">
                                        <dgm:varLst>
                                          <dgm:bulletEnabled val="1"/>
                                        </dgm:varLst>
                                        <dgm:alg type="sp"/>
                                        <dgm:shape xmlns:r="http://schemas.openxmlformats.org/officeDocument/2006/relationships" type="rect" r:blip="" rot="-4">
                                          <dgm:adjLst/>
                                        </dgm:shape>
                                        <dgm:presOf/>
                                        <dgm:constrLst/>
                                        <dgm:ruleLst/>
                                      </dgm:layoutNode>
                                      <dgm:layoutNode name="left_42_1" styleLbl="node1">
                                        <dgm:varLst>
                                          <dgm:bulletEnabled val="1"/>
                                        </dgm:varLst>
                                        <dgm:alg type="tx"/>
                                        <dgm:shape xmlns:r="http://schemas.openxmlformats.org/officeDocument/2006/relationships" type="roundRect" r:blip="" rot="-4">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2" styleLbl="node1">
                                        <dgm:varLst>
                                          <dgm:bulletEnabled val="1"/>
                                        </dgm:varLst>
                                        <dgm:alg type="tx"/>
                                        <dgm:shape xmlns:r="http://schemas.openxmlformats.org/officeDocument/2006/relationships" type="roundRect" r:blip="" rot="-4">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3" styleLbl="node1">
                                        <dgm:varLst>
                                          <dgm:bulletEnabled val="1"/>
                                        </dgm:varLst>
                                        <dgm:alg type="tx"/>
                                        <dgm:shape xmlns:r="http://schemas.openxmlformats.org/officeDocument/2006/relationships" type="roundRect" r:blip="" rot="-4">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4" styleLbl="node1">
                                        <dgm:varLst>
                                          <dgm:bulletEnabled val="1"/>
                                        </dgm:varLst>
                                        <dgm:alg type="tx"/>
                                        <dgm:shape xmlns:r="http://schemas.openxmlformats.org/officeDocument/2006/relationships" type="roundRect" r:blip="" rot="-4">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1" styleLbl="node1">
                                        <dgm:varLst>
                                          <dgm:bulletEnabled val="1"/>
                                        </dgm:varLst>
                                        <dgm:alg type="tx"/>
                                        <dgm:shape xmlns:r="http://schemas.openxmlformats.org/officeDocument/2006/relationships" type="roundRect" r:blip="" rot="-4">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2" styleLbl="node1">
                                        <dgm:varLst>
                                          <dgm:bulletEnabled val="1"/>
                                        </dgm:varLst>
                                        <dgm:alg type="tx"/>
                                        <dgm:shape xmlns:r="http://schemas.openxmlformats.org/officeDocument/2006/relationships" type="roundRect" r:blip="" rot="-4">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2">
                                      <dgm:choose name="Name83">
                                        <dgm:if name="Name84" axis="ch ch" ptType="node node" st="2 1" cnt="1 0" func="cnt" op="equ" val="3">
                                          <dgm:layoutNode name="balance_43" styleLbl="alignAccFollowNode1">
                                            <dgm:varLst>
                                              <dgm:bulletEnabled val="1"/>
                                            </dgm:varLst>
                                            <dgm:alg type="sp"/>
                                            <dgm:shape xmlns:r="http://schemas.openxmlformats.org/officeDocument/2006/relationships" type="rect" r:blip="" rot="-4">
                                              <dgm:adjLst/>
                                            </dgm:shape>
                                            <dgm:presOf/>
                                            <dgm:constrLst/>
                                            <dgm:ruleLst/>
                                          </dgm:layoutNode>
                                          <dgm:layoutNode name="left_43_1" styleLbl="node1">
                                            <dgm:varLst>
                                              <dgm:bulletEnabled val="1"/>
                                            </dgm:varLst>
                                            <dgm:alg type="tx"/>
                                            <dgm:shape xmlns:r="http://schemas.openxmlformats.org/officeDocument/2006/relationships" type="roundRect" r:blip="" rot="-4">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2" styleLbl="node1">
                                            <dgm:varLst>
                                              <dgm:bulletEnabled val="1"/>
                                            </dgm:varLst>
                                            <dgm:alg type="tx"/>
                                            <dgm:shape xmlns:r="http://schemas.openxmlformats.org/officeDocument/2006/relationships" type="roundRect" r:blip="" rot="-4">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3" styleLbl="node1">
                                            <dgm:varLst>
                                              <dgm:bulletEnabled val="1"/>
                                            </dgm:varLst>
                                            <dgm:alg type="tx"/>
                                            <dgm:shape xmlns:r="http://schemas.openxmlformats.org/officeDocument/2006/relationships" type="roundRect" r:blip="" rot="-4">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4" styleLbl="node1">
                                            <dgm:varLst>
                                              <dgm:bulletEnabled val="1"/>
                                            </dgm:varLst>
                                            <dgm:alg type="tx"/>
                                            <dgm:shape xmlns:r="http://schemas.openxmlformats.org/officeDocument/2006/relationships" type="roundRect" r:blip="" rot="-4">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1" styleLbl="node1">
                                            <dgm:varLst>
                                              <dgm:bulletEnabled val="1"/>
                                            </dgm:varLst>
                                            <dgm:alg type="tx"/>
                                            <dgm:shape xmlns:r="http://schemas.openxmlformats.org/officeDocument/2006/relationships" type="roundRect" r:blip="" rot="-4">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2" styleLbl="node1">
                                            <dgm:varLst>
                                              <dgm:bulletEnabled val="1"/>
                                            </dgm:varLst>
                                            <dgm:alg type="tx"/>
                                            <dgm:shape xmlns:r="http://schemas.openxmlformats.org/officeDocument/2006/relationships" type="roundRect" r:blip="" rot="-4">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3" styleLbl="node1">
                                            <dgm:varLst>
                                              <dgm:bulletEnabled val="1"/>
                                            </dgm:varLst>
                                            <dgm:alg type="tx"/>
                                            <dgm:shape xmlns:r="http://schemas.openxmlformats.org/officeDocument/2006/relationships" type="roundRect" r:blip="" rot="-4">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5">
                                          <dgm:choose name="Name86">
                                            <dgm:if name="Name87" axis="ch ch" ptType="node node" st="2 1" cnt="1 0" func="cnt" op="gte" val="4">
                                              <dgm:layoutNode name="balance_44" styleLbl="alignAccFollowNode1">
                                                <dgm:varLst>
                                                  <dgm:bulletEnabled val="1"/>
                                                </dgm:varLst>
                                                <dgm:alg type="sp"/>
                                                <dgm:shape xmlns:r="http://schemas.openxmlformats.org/officeDocument/2006/relationships" type="rect" r:blip="">
                                                  <dgm:adjLst/>
                                                </dgm:shape>
                                                <dgm:presOf/>
                                                <dgm:constrLst/>
                                                <dgm:ruleLst/>
                                              </dgm:layoutNode>
                                              <dgm:layoutNode name="right_44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4" styleLbl="node1">
                                                <dgm:varLst>
                                                  <dgm:bulletEnabled val="1"/>
                                                </dgm:varLst>
                                                <dgm:alg type="tx"/>
                                                <dgm:shape xmlns:r="http://schemas.openxmlformats.org/officeDocument/2006/relationships"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4" styleLbl="node1">
                                                <dgm:varLst>
                                                  <dgm:bulletEnabled val="1"/>
                                                </dgm:varLst>
                                                <dgm:alg type="tx"/>
                                                <dgm:shape xmlns:r="http://schemas.openxmlformats.org/officeDocument/2006/relationships"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8"/>
                                          </dgm:choose>
                                        </dgm:else>
                                      </dgm:choose>
                                    </dgm:else>
                                  </dgm:choose>
                                </dgm:else>
                              </dgm:choose>
                            </dgm:else>
                          </dgm:choose>
                        </dgm:if>
                        <dgm:else name="Name89"/>
                      </dgm:choose>
                    </dgm:else>
                  </dgm:choose>
                </dgm:else>
              </dgm:choose>
            </dgm:else>
          </dgm:choose>
        </dgm:else>
      </dgm:choose>
    </dgm:layoutNode>
  </dgm:layoutNode>
</dgm:layoutDef>
</file>

<file path=ppt/diagrams/layout16.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layout17.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dstNode" val="node"/>
                    <dgm:param type="begSty" val="noArr"/>
                    <dgm:param type="endSty" val="noArr"/>
                    <dgm:param type="connRout" val="curve"/>
                    <dgm:param type="begPts" val="ctr"/>
                    <dgm:param type="endPts" val="ctr"/>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srcNode" val="dummyConnPt"/>
                    <dgm:param type="dstNode" val="dummyConnPt"/>
                    <dgm:param type="begSty" val="noArr"/>
                    <dgm:param type="endSty" val="noArr"/>
                    <dgm:param type="connRout" val="longCurve"/>
                    <dgm:param type="begPts" val="bCtr"/>
                    <dgm:param type="endPts" val="tCtr"/>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type="chevron" r:blip="" rot="180">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type="chevron" r:blip="" rot="180">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9.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layout20.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dstNode" val="node"/>
                    <dgm:param type="begSty" val="noArr"/>
                    <dgm:param type="endSty" val="noArr"/>
                    <dgm:param type="connRout" val="curve"/>
                    <dgm:param type="begPts" val="ctr"/>
                    <dgm:param type="endPts" val="ctr"/>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srcNode" val="dummyConnPt"/>
                    <dgm:param type="dstNode" val="dummyConnPt"/>
                    <dgm:param type="begSty" val="noArr"/>
                    <dgm:param type="endSty" val="noArr"/>
                    <dgm:param type="connRout" val="longCurve"/>
                    <dgm:param type="begPts" val="bCtr"/>
                    <dgm:param type="endPts" val="tCtr"/>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2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image" Target="../media/image24.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9490" name="Rectangle 2"/>
          <p:cNvSpPr>
            <a:spLocks noGrp="1" noChangeArrowheads="1"/>
          </p:cNvSpPr>
          <p:nvPr>
            <p:ph type="hdr" sz="quarter"/>
          </p:nvPr>
        </p:nvSpPr>
        <p:spPr bwMode="auto">
          <a:xfrm>
            <a:off x="0" y="0"/>
            <a:ext cx="2890838" cy="496888"/>
          </a:xfrm>
          <a:prstGeom prst="rect">
            <a:avLst/>
          </a:prstGeom>
          <a:noFill/>
          <a:ln>
            <a:noFill/>
          </a:ln>
          <a:effectLst/>
        </p:spPr>
        <p:txBody>
          <a:bodyPr vert="horz" wrap="square" lIns="91989" tIns="45994" rIns="91989" bIns="45994" numCol="1" anchor="t" anchorCtr="0" compatLnSpc="1"/>
          <a:lstStyle>
            <a:lvl1pPr eaLnBrk="0" hangingPunct="0">
              <a:spcBef>
                <a:spcPct val="0"/>
              </a:spcBef>
              <a:defRPr sz="1200">
                <a:latin typeface="Futura Lt" pitchFamily="34" charset="0"/>
              </a:defRPr>
            </a:lvl1pPr>
          </a:lstStyle>
          <a:p>
            <a:pPr>
              <a:defRPr/>
            </a:pPr>
            <a:endParaRPr lang="en-US" altLang="zh-CN"/>
          </a:p>
        </p:txBody>
      </p:sp>
      <p:sp>
        <p:nvSpPr>
          <p:cNvPr id="319491" name="Rectangle 3"/>
          <p:cNvSpPr>
            <a:spLocks noGrp="1" noChangeArrowheads="1"/>
          </p:cNvSpPr>
          <p:nvPr>
            <p:ph type="dt" sz="quarter" idx="1"/>
          </p:nvPr>
        </p:nvSpPr>
        <p:spPr bwMode="auto">
          <a:xfrm>
            <a:off x="3778250" y="0"/>
            <a:ext cx="2890838" cy="496888"/>
          </a:xfrm>
          <a:prstGeom prst="rect">
            <a:avLst/>
          </a:prstGeom>
          <a:noFill/>
          <a:ln>
            <a:noFill/>
          </a:ln>
          <a:effectLst/>
        </p:spPr>
        <p:txBody>
          <a:bodyPr vert="horz" wrap="square" lIns="91989" tIns="45994" rIns="91989" bIns="45994" numCol="1" anchor="t" anchorCtr="0" compatLnSpc="1"/>
          <a:lstStyle>
            <a:lvl1pPr algn="r" eaLnBrk="0" hangingPunct="0">
              <a:spcBef>
                <a:spcPct val="0"/>
              </a:spcBef>
              <a:defRPr sz="1200">
                <a:latin typeface="Futura Lt" pitchFamily="34" charset="0"/>
              </a:defRPr>
            </a:lvl1pPr>
          </a:lstStyle>
          <a:p>
            <a:pPr>
              <a:defRPr/>
            </a:pPr>
            <a:endParaRPr lang="en-US" altLang="zh-CN"/>
          </a:p>
        </p:txBody>
      </p:sp>
      <p:sp>
        <p:nvSpPr>
          <p:cNvPr id="319492" name="Rectangle 4"/>
          <p:cNvSpPr>
            <a:spLocks noGrp="1" noChangeArrowheads="1"/>
          </p:cNvSpPr>
          <p:nvPr>
            <p:ph type="ftr" sz="quarter" idx="2"/>
          </p:nvPr>
        </p:nvSpPr>
        <p:spPr bwMode="auto">
          <a:xfrm>
            <a:off x="0" y="9429750"/>
            <a:ext cx="2890838" cy="496888"/>
          </a:xfrm>
          <a:prstGeom prst="rect">
            <a:avLst/>
          </a:prstGeom>
          <a:noFill/>
          <a:ln>
            <a:noFill/>
          </a:ln>
          <a:effectLst/>
        </p:spPr>
        <p:txBody>
          <a:bodyPr vert="horz" wrap="square" lIns="91989" tIns="45994" rIns="91989" bIns="45994" numCol="1" anchor="b" anchorCtr="0" compatLnSpc="1"/>
          <a:lstStyle>
            <a:lvl1pPr eaLnBrk="0" hangingPunct="0">
              <a:spcBef>
                <a:spcPct val="0"/>
              </a:spcBef>
              <a:defRPr sz="1200">
                <a:latin typeface="Futura Lt" pitchFamily="34" charset="0"/>
              </a:defRPr>
            </a:lvl1pPr>
          </a:lstStyle>
          <a:p>
            <a:pPr>
              <a:defRPr/>
            </a:pPr>
            <a:endParaRPr lang="en-US" altLang="zh-CN"/>
          </a:p>
        </p:txBody>
      </p:sp>
      <p:sp>
        <p:nvSpPr>
          <p:cNvPr id="319493" name="Rectangle 5"/>
          <p:cNvSpPr>
            <a:spLocks noGrp="1" noChangeArrowheads="1"/>
          </p:cNvSpPr>
          <p:nvPr>
            <p:ph type="sldNum" sz="quarter" idx="3"/>
          </p:nvPr>
        </p:nvSpPr>
        <p:spPr bwMode="auto">
          <a:xfrm>
            <a:off x="3778250" y="9429750"/>
            <a:ext cx="2890838" cy="496888"/>
          </a:xfrm>
          <a:prstGeom prst="rect">
            <a:avLst/>
          </a:prstGeom>
          <a:noFill/>
          <a:ln>
            <a:noFill/>
          </a:ln>
          <a:effectLst/>
        </p:spPr>
        <p:txBody>
          <a:bodyPr vert="horz" wrap="square" lIns="91989" tIns="45994" rIns="91989" bIns="45994" numCol="1" anchor="b" anchorCtr="0" compatLnSpc="1"/>
          <a:lstStyle>
            <a:lvl1pPr algn="r">
              <a:defRPr sz="1200" smtClean="0">
                <a:latin typeface="Futura Lt" pitchFamily="34" charset="0"/>
              </a:defRPr>
            </a:lvl1pPr>
          </a:lstStyle>
          <a:p>
            <a:pPr>
              <a:defRPr/>
            </a:pPr>
            <a:fld id="{70C151CA-741D-4EDD-8274-5D2537D14657}" type="slidenum">
              <a:rPr lang="zh-CN" altLang="en-US"/>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p:cNvSpPr>
            <a:spLocks noGrp="1" noChangeArrowheads="1"/>
          </p:cNvSpPr>
          <p:nvPr>
            <p:ph type="hdr" sz="quarter"/>
          </p:nvPr>
        </p:nvSpPr>
        <p:spPr bwMode="gray">
          <a:xfrm>
            <a:off x="0" y="0"/>
            <a:ext cx="2890838" cy="496888"/>
          </a:xfrm>
          <a:prstGeom prst="rect">
            <a:avLst/>
          </a:prstGeom>
          <a:noFill/>
          <a:ln>
            <a:noFill/>
          </a:ln>
          <a:effectLst/>
        </p:spPr>
        <p:txBody>
          <a:bodyPr vert="horz" wrap="none" lIns="91989" tIns="45994" rIns="91989" bIns="45994" numCol="1" anchor="ctr" anchorCtr="0" compatLnSpc="1"/>
          <a:lstStyle>
            <a:lvl1pPr eaLnBrk="0" hangingPunct="0">
              <a:spcBef>
                <a:spcPct val="0"/>
              </a:spcBef>
              <a:defRPr sz="1200"/>
            </a:lvl1pPr>
          </a:lstStyle>
          <a:p>
            <a:pPr>
              <a:defRPr/>
            </a:pPr>
            <a:endParaRPr lang="en-US" altLang="zh-CN"/>
          </a:p>
        </p:txBody>
      </p:sp>
      <p:sp>
        <p:nvSpPr>
          <p:cNvPr id="26627" name="Rectangle 3"/>
          <p:cNvSpPr>
            <a:spLocks noGrp="1" noChangeArrowheads="1"/>
          </p:cNvSpPr>
          <p:nvPr>
            <p:ph type="dt" idx="1"/>
          </p:nvPr>
        </p:nvSpPr>
        <p:spPr bwMode="gray">
          <a:xfrm>
            <a:off x="3778250" y="0"/>
            <a:ext cx="2890838" cy="496888"/>
          </a:xfrm>
          <a:prstGeom prst="rect">
            <a:avLst/>
          </a:prstGeom>
          <a:noFill/>
          <a:ln>
            <a:noFill/>
          </a:ln>
          <a:effectLst/>
        </p:spPr>
        <p:txBody>
          <a:bodyPr vert="horz" wrap="none" lIns="91989" tIns="45994" rIns="91989" bIns="45994" numCol="1" anchor="ctr" anchorCtr="0" compatLnSpc="1"/>
          <a:lstStyle>
            <a:lvl1pPr algn="r" eaLnBrk="0" hangingPunct="0">
              <a:spcBef>
                <a:spcPct val="0"/>
              </a:spcBef>
              <a:defRPr sz="1200"/>
            </a:lvl1pPr>
          </a:lstStyle>
          <a:p>
            <a:pPr>
              <a:defRPr/>
            </a:pPr>
            <a:endParaRPr lang="en-US" altLang="zh-CN"/>
          </a:p>
        </p:txBody>
      </p:sp>
      <p:sp>
        <p:nvSpPr>
          <p:cNvPr id="3076" name="Rectangle 4"/>
          <p:cNvSpPr>
            <a:spLocks noGrp="1" noRot="1" noChangeAspect="1" noChangeArrowheads="1" noTextEdit="1"/>
          </p:cNvSpPr>
          <p:nvPr>
            <p:ph type="sldImg" idx="2"/>
          </p:nvPr>
        </p:nvSpPr>
        <p:spPr bwMode="gray">
          <a:xfrm>
            <a:off x="647700" y="744538"/>
            <a:ext cx="5375275" cy="3722687"/>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6629" name="Rectangle 5"/>
          <p:cNvSpPr>
            <a:spLocks noGrp="1" noChangeArrowheads="1"/>
          </p:cNvSpPr>
          <p:nvPr>
            <p:ph type="body" sz="quarter" idx="3"/>
          </p:nvPr>
        </p:nvSpPr>
        <p:spPr bwMode="gray">
          <a:xfrm>
            <a:off x="890588" y="4714875"/>
            <a:ext cx="4887912" cy="4467225"/>
          </a:xfrm>
          <a:prstGeom prst="rect">
            <a:avLst/>
          </a:prstGeom>
          <a:noFill/>
          <a:ln>
            <a:noFill/>
          </a:ln>
          <a:effectLst/>
        </p:spPr>
        <p:txBody>
          <a:bodyPr vert="horz" wrap="square" lIns="91989" tIns="45994" rIns="91989" bIns="45994" numCol="1" anchor="t" anchorCtr="0" compatLnSpc="1"/>
          <a:lstStyle/>
          <a:p>
            <a:pPr lvl="0"/>
            <a:r>
              <a:rPr lang="en-US" altLang="zh-CN" noProof="0"/>
              <a:t>Click to edit Master text styles</a:t>
            </a:r>
            <a:endParaRPr lang="en-US" altLang="zh-CN" noProof="0"/>
          </a:p>
          <a:p>
            <a:pPr lvl="1"/>
            <a:r>
              <a:rPr lang="en-US" altLang="zh-CN" noProof="0"/>
              <a:t>Second level</a:t>
            </a:r>
            <a:endParaRPr lang="en-US" altLang="zh-CN" noProof="0"/>
          </a:p>
          <a:p>
            <a:pPr lvl="2"/>
            <a:r>
              <a:rPr lang="en-US" altLang="zh-CN" noProof="0"/>
              <a:t>Third level</a:t>
            </a:r>
            <a:endParaRPr lang="en-US" altLang="zh-CN" noProof="0"/>
          </a:p>
          <a:p>
            <a:pPr lvl="3"/>
            <a:r>
              <a:rPr lang="en-US" altLang="zh-CN" noProof="0"/>
              <a:t>Fourth level</a:t>
            </a:r>
            <a:endParaRPr lang="en-US" altLang="zh-CN" noProof="0"/>
          </a:p>
          <a:p>
            <a:pPr lvl="4"/>
            <a:r>
              <a:rPr lang="en-US" altLang="zh-CN" noProof="0"/>
              <a:t>Fifth level</a:t>
            </a:r>
            <a:endParaRPr lang="en-US" altLang="zh-CN" noProof="0"/>
          </a:p>
        </p:txBody>
      </p:sp>
      <p:sp>
        <p:nvSpPr>
          <p:cNvPr id="26630" name="Rectangle 6"/>
          <p:cNvSpPr>
            <a:spLocks noGrp="1" noChangeArrowheads="1"/>
          </p:cNvSpPr>
          <p:nvPr>
            <p:ph type="ftr" sz="quarter" idx="4"/>
          </p:nvPr>
        </p:nvSpPr>
        <p:spPr bwMode="gray">
          <a:xfrm>
            <a:off x="0" y="9429750"/>
            <a:ext cx="2890838" cy="496888"/>
          </a:xfrm>
          <a:prstGeom prst="rect">
            <a:avLst/>
          </a:prstGeom>
          <a:noFill/>
          <a:ln>
            <a:noFill/>
          </a:ln>
          <a:effectLst/>
        </p:spPr>
        <p:txBody>
          <a:bodyPr vert="horz" wrap="none" lIns="91989" tIns="45994" rIns="91989" bIns="45994" numCol="1" anchor="b" anchorCtr="0" compatLnSpc="1"/>
          <a:lstStyle>
            <a:lvl1pPr eaLnBrk="0" hangingPunct="0">
              <a:spcBef>
                <a:spcPct val="0"/>
              </a:spcBef>
              <a:defRPr sz="1200"/>
            </a:lvl1pPr>
          </a:lstStyle>
          <a:p>
            <a:pPr>
              <a:defRPr/>
            </a:pPr>
            <a:endParaRPr lang="en-US" altLang="zh-CN"/>
          </a:p>
        </p:txBody>
      </p:sp>
      <p:sp>
        <p:nvSpPr>
          <p:cNvPr id="26631" name="Rectangle 7"/>
          <p:cNvSpPr>
            <a:spLocks noGrp="1" noChangeArrowheads="1"/>
          </p:cNvSpPr>
          <p:nvPr>
            <p:ph type="sldNum" sz="quarter" idx="5"/>
          </p:nvPr>
        </p:nvSpPr>
        <p:spPr bwMode="gray">
          <a:xfrm>
            <a:off x="3778250" y="9429750"/>
            <a:ext cx="2890838" cy="496888"/>
          </a:xfrm>
          <a:prstGeom prst="rect">
            <a:avLst/>
          </a:prstGeom>
          <a:noFill/>
          <a:ln>
            <a:noFill/>
          </a:ln>
          <a:effectLst/>
        </p:spPr>
        <p:txBody>
          <a:bodyPr vert="horz" wrap="none" lIns="91989" tIns="45994" rIns="91989" bIns="45994" numCol="1" anchor="b" anchorCtr="0" compatLnSpc="1"/>
          <a:lstStyle>
            <a:lvl1pPr algn="r">
              <a:defRPr sz="1200" smtClean="0"/>
            </a:lvl1pPr>
          </a:lstStyle>
          <a:p>
            <a:pPr>
              <a:defRPr/>
            </a:pPr>
            <a:fld id="{C5B7699D-886D-4F4B-A5A1-A919EDAA6DE1}"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Futura Bk"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Futura Bk"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Futura Bk"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Futura Bk"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Futura Bk"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3.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4.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5.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6.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7.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8.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9.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0.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1.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2.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3.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6.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7.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8.xml"/></Relationships>
</file>

<file path=ppt/notesSlides/_rels/notesSlide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9.xml"/></Relationships>
</file>

<file path=ppt/notesSlides/_rels/notesSlide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0.xml"/></Relationships>
</file>

<file path=ppt/notesSlides/_rels/notesSlide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1.xml"/></Relationships>
</file>

<file path=ppt/notesSlides/_rels/notesSlide1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3.xml"/></Relationships>
</file>

<file path=ppt/notesSlides/_rels/notesSlide1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4.xml"/></Relationships>
</file>

<file path=ppt/notesSlides/_rels/notesSlide1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5.xml"/></Relationships>
</file>

<file path=ppt/notesSlides/_rels/notesSlide10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6125" indent="-287655">
              <a:defRPr sz="2400">
                <a:solidFill>
                  <a:schemeClr val="tx1"/>
                </a:solidFill>
                <a:latin typeface="Futura Bk" pitchFamily="34" charset="0"/>
                <a:ea typeface="宋体" panose="02010600030101010101" pitchFamily="2" charset="-122"/>
              </a:defRPr>
            </a:lvl2pPr>
            <a:lvl3pPr marL="1149350" indent="-228600">
              <a:defRPr sz="2400">
                <a:solidFill>
                  <a:schemeClr val="tx1"/>
                </a:solidFill>
                <a:latin typeface="Futura Bk" pitchFamily="34" charset="0"/>
                <a:ea typeface="宋体" panose="02010600030101010101" pitchFamily="2" charset="-122"/>
              </a:defRPr>
            </a:lvl3pPr>
            <a:lvl4pPr marL="1609725" indent="-228600">
              <a:defRPr sz="2400">
                <a:solidFill>
                  <a:schemeClr val="tx1"/>
                </a:solidFill>
                <a:latin typeface="Futura Bk" pitchFamily="34" charset="0"/>
                <a:ea typeface="宋体" panose="02010600030101010101" pitchFamily="2" charset="-122"/>
              </a:defRPr>
            </a:lvl4pPr>
            <a:lvl5pPr marL="2068830" indent="-228600">
              <a:defRPr sz="2400">
                <a:solidFill>
                  <a:schemeClr val="tx1"/>
                </a:solidFill>
                <a:latin typeface="Futura Bk" pitchFamily="34" charset="0"/>
                <a:ea typeface="宋体" panose="02010600030101010101" pitchFamily="2" charset="-122"/>
              </a:defRPr>
            </a:lvl5pPr>
            <a:lvl6pPr marL="25260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832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404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976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F70C6AD9-8203-4434-9EBA-3DDE5B3D463F}" type="slidenum">
              <a:rPr lang="zh-CN" altLang="en-US" sz="1200"/>
            </a:fld>
            <a:endParaRPr lang="en-US" altLang="zh-CN" sz="1200"/>
          </a:p>
        </p:txBody>
      </p:sp>
      <p:sp>
        <p:nvSpPr>
          <p:cNvPr id="6147" name="Rectangle 2"/>
          <p:cNvSpPr>
            <a:spLocks noGrp="1" noRot="1" noChangeAspect="1" noChangeArrowheads="1" noTextEdit="1"/>
          </p:cNvSpPr>
          <p:nvPr>
            <p:ph type="sldImg"/>
          </p:nvPr>
        </p:nvSpPr>
        <p:spPr>
          <a:xfrm>
            <a:off x="600075" y="893763"/>
            <a:ext cx="5489575" cy="3802062"/>
          </a:xfrm>
        </p:spPr>
      </p:sp>
      <p:sp>
        <p:nvSpPr>
          <p:cNvPr id="6148" name="Rectangle 3"/>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zh-CN"/>
              <a:t>Self introduction</a:t>
            </a:r>
            <a:endParaRPr lang="en-US" altLang="zh-CN"/>
          </a:p>
          <a:p>
            <a:r>
              <a:rPr lang="en-US" altLang="zh-CN"/>
              <a:t>Agenda, timing of 3 days</a:t>
            </a:r>
            <a:endParaRPr lang="en-US" altLang="zh-CN"/>
          </a:p>
          <a:p>
            <a:r>
              <a:rPr lang="en-US" altLang="zh-CN"/>
              <a:t>Students’ intro &amp; expectations</a:t>
            </a:r>
            <a:endParaRPr lang="en-US" altLang="zh-CN"/>
          </a:p>
          <a:p>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ChangeArrowheads="1" noTextEdit="1"/>
          </p:cNvSpPr>
          <p:nvPr>
            <p:ph type="sldImg"/>
          </p:nvPr>
        </p:nvSpPr>
        <p:spPr/>
      </p:sp>
      <p:sp>
        <p:nvSpPr>
          <p:cNvPr id="11267" name="备注占位符 2"/>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68" name="灯片编号占位符 3"/>
          <p:cNvSpPr>
            <a:spLocks noGrp="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3482AEB3-FEDE-4A84-AA43-C7BF579964F1}" type="slidenum">
              <a:rPr lang="zh-CN" altLang="en-US" sz="1200"/>
            </a:fld>
            <a:endParaRPr lang="en-US" altLang="zh-CN"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6125" indent="-287655">
              <a:defRPr sz="2400">
                <a:solidFill>
                  <a:schemeClr val="tx1"/>
                </a:solidFill>
                <a:latin typeface="Futura Bk" pitchFamily="34" charset="0"/>
                <a:ea typeface="宋体" panose="02010600030101010101" pitchFamily="2" charset="-122"/>
              </a:defRPr>
            </a:lvl2pPr>
            <a:lvl3pPr marL="1149350" indent="-228600">
              <a:defRPr sz="2400">
                <a:solidFill>
                  <a:schemeClr val="tx1"/>
                </a:solidFill>
                <a:latin typeface="Futura Bk" pitchFamily="34" charset="0"/>
                <a:ea typeface="宋体" panose="02010600030101010101" pitchFamily="2" charset="-122"/>
              </a:defRPr>
            </a:lvl3pPr>
            <a:lvl4pPr marL="1609725" indent="-228600">
              <a:defRPr sz="2400">
                <a:solidFill>
                  <a:schemeClr val="tx1"/>
                </a:solidFill>
                <a:latin typeface="Futura Bk" pitchFamily="34" charset="0"/>
                <a:ea typeface="宋体" panose="02010600030101010101" pitchFamily="2" charset="-122"/>
              </a:defRPr>
            </a:lvl4pPr>
            <a:lvl5pPr marL="2068830" indent="-228600">
              <a:defRPr sz="2400">
                <a:solidFill>
                  <a:schemeClr val="tx1"/>
                </a:solidFill>
                <a:latin typeface="Futura Bk" pitchFamily="34" charset="0"/>
                <a:ea typeface="宋体" panose="02010600030101010101" pitchFamily="2" charset="-122"/>
              </a:defRPr>
            </a:lvl5pPr>
            <a:lvl6pPr marL="25260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832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404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976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8AE2CD66-E0EB-4C77-A7EB-85EA94B13E41}" type="slidenum">
              <a:rPr lang="zh-CN" altLang="en-US" sz="1200"/>
            </a:fld>
            <a:endParaRPr lang="en-US" altLang="zh-CN" sz="1200"/>
          </a:p>
        </p:txBody>
      </p:sp>
      <p:sp>
        <p:nvSpPr>
          <p:cNvPr id="17411" name="Rectangle 2"/>
          <p:cNvSpPr>
            <a:spLocks noGrp="1" noRot="1" noChangeAspect="1" noChangeArrowheads="1" noTextEdit="1"/>
          </p:cNvSpPr>
          <p:nvPr>
            <p:ph type="sldImg"/>
          </p:nvPr>
        </p:nvSpPr>
        <p:spPr>
          <a:xfrm>
            <a:off x="600075" y="893763"/>
            <a:ext cx="5489575" cy="3802062"/>
          </a:xfrm>
        </p:spPr>
      </p:sp>
      <p:sp>
        <p:nvSpPr>
          <p:cNvPr id="17412" name="Rectangle 4"/>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zh-CN"/>
          </a:p>
          <a:p>
            <a:r>
              <a:rPr lang="en-US" altLang="en-US"/>
              <a:t>"ESA" stands for "Ethics, Standards and Accreditation", a report originally prepared back in 1982 by the</a:t>
            </a:r>
            <a:endParaRPr lang="en-US" altLang="en-US"/>
          </a:p>
          <a:p>
            <a:r>
              <a:rPr lang="en-US" altLang="en-US"/>
              <a:t>late Matt Parry, Past-president of the Project Management Institute, and his team of thirty-plus</a:t>
            </a:r>
            <a:endParaRPr lang="en-US" altLang="en-US"/>
          </a:p>
          <a:p>
            <a:r>
              <a:rPr lang="en-US" altLang="en-US"/>
              <a:t>volunteers. His report set out recommendations for these three arms of a professional organization. At</a:t>
            </a:r>
            <a:endParaRPr lang="en-US" altLang="en-US"/>
          </a:p>
          <a:p>
            <a:r>
              <a:rPr lang="en-US" altLang="en-US"/>
              <a:t>that time there were only six management topics: Human Resources; Cost; Time; Communication;</a:t>
            </a:r>
            <a:endParaRPr lang="en-US" altLang="en-US"/>
          </a:p>
          <a:p>
            <a:r>
              <a:rPr lang="en-US" altLang="en-US"/>
              <a:t>Scope; and Quality.</a:t>
            </a:r>
            <a:endParaRPr lang="en-US" altLang="en-US"/>
          </a:p>
          <a:p>
            <a:endParaRPr lang="en-US" altLang="zh-CN"/>
          </a:p>
          <a:p>
            <a:r>
              <a:rPr lang="en-US" altLang="zh-CN"/>
              <a:t>“PMI” stands for Project management Institute.</a:t>
            </a:r>
            <a:endParaRPr lang="en-US" altLang="zh-CN"/>
          </a:p>
          <a:p>
            <a:endParaRPr lang="en-US" altLang="zh-CN"/>
          </a:p>
          <a:p>
            <a:r>
              <a:rPr lang="en-US" altLang="zh-CN"/>
              <a:t>Established in 1969 and headquartered outside Philadelphia, Pennsylvania USA, the Project Management Institute (PMI) is the world’s leading not-for-profit project management professional association, with over 100,000 members worldwide.</a:t>
            </a:r>
            <a:br>
              <a:rPr lang="en-US" altLang="zh-CN"/>
            </a:br>
            <a:br>
              <a:rPr lang="en-US" altLang="zh-CN"/>
            </a:br>
            <a:r>
              <a:rPr lang="en-US" altLang="zh-CN" b="1"/>
              <a:t>History</a:t>
            </a:r>
            <a:br>
              <a:rPr lang="en-US" altLang="zh-CN"/>
            </a:br>
            <a:r>
              <a:rPr lang="en-US" altLang="zh-CN"/>
              <a:t>The Project Management Institute was founded in 1969 by five volunteers. The Commonwealth of Pennsylvania USA issued Articles of Incorporation for PMI which signified the official inception of the organization. During that same year, the first PMI Seminars &amp; Symposium was held in Atlanta, Georgia USA and had an attendance of 83 people.</a:t>
            </a:r>
            <a:br>
              <a:rPr lang="en-US" altLang="zh-CN"/>
            </a:br>
            <a:br>
              <a:rPr lang="en-US" altLang="zh-CN"/>
            </a:br>
            <a:r>
              <a:rPr lang="en-US" altLang="zh-CN"/>
              <a:t>In the 1970s the first issue of </a:t>
            </a:r>
            <a:r>
              <a:rPr lang="en-US" altLang="zh-CN" i="1"/>
              <a:t>Project Management Quarterly</a:t>
            </a:r>
            <a:r>
              <a:rPr lang="en-US" altLang="zh-CN"/>
              <a:t> (PMQ) was published and later renamed </a:t>
            </a:r>
            <a:r>
              <a:rPr lang="en-US" altLang="zh-CN" i="1"/>
              <a:t>Project Management Journal</a:t>
            </a:r>
            <a:r>
              <a:rPr lang="en-US" altLang="zh-CN"/>
              <a:t>® (PMJ). The first Annual Seminars &amp; Symposium was held outside of the USA, the first PMI Chapter was chartered and the PMI Professional Awards Program was established. By the end of the decade PMI membership totaled over 2,000 individuals worldwide.</a:t>
            </a:r>
            <a:br>
              <a:rPr lang="en-US" altLang="zh-CN"/>
            </a:br>
            <a:br>
              <a:rPr lang="en-US" altLang="zh-CN"/>
            </a:br>
            <a:r>
              <a:rPr lang="en-US" altLang="zh-CN"/>
              <a:t>During the 1980s, PMI’s membership, programs and services continued to grow. A Code of Ethics was adopted for the profession and the first Project Management Professional (PMP®) Certification examination was administered. The first PMI project management standard was published as the </a:t>
            </a:r>
            <a:r>
              <a:rPr lang="en-US" altLang="zh-CN" i="1"/>
              <a:t>PMQ Special Report on Ethics Standards and Accreditation</a:t>
            </a:r>
            <a:r>
              <a:rPr lang="en-US" altLang="zh-CN"/>
              <a:t>. PMI’s publishing products and services also grew rapidly during this decade. The first PMI book was co-published and </a:t>
            </a:r>
            <a:r>
              <a:rPr lang="en-US" altLang="zh-CN" i="1"/>
              <a:t>PM Network</a:t>
            </a:r>
            <a:r>
              <a:rPr lang="en-US" altLang="zh-CN"/>
              <a:t>®, PMI’s monthly magazine was born. Due to this growth, the PMI Publishing Division was established in North Carolina USA.</a:t>
            </a:r>
            <a:br>
              <a:rPr lang="en-US" altLang="zh-CN"/>
            </a:br>
            <a:br>
              <a:rPr lang="en-US" altLang="zh-CN"/>
            </a:br>
            <a:r>
              <a:rPr lang="en-US" altLang="zh-CN"/>
              <a:t>By 1990, PMI’s membership totaled over 8,500 and by 1993 the annual membership growth rate rose to over 20 percent per year. During the 1990s, Specific Interest Groups and Colleges were formed and Seminars USA, a series of educational programs on project management was initiated (later renamed SeminarsWorldsm). PMI also established a presence on the World Wide Web and published the project management standard, </a:t>
            </a:r>
            <a:r>
              <a:rPr lang="en-US" altLang="zh-CN" i="1"/>
              <a:t>A Guide to the Project Management Body of Knowledge (PMBOK® Guide). PMI Today</a:t>
            </a:r>
            <a:r>
              <a:rPr lang="en-US" altLang="zh-CN"/>
              <a:t>®, PMI’s monthly newsletter was printed for the first time and the Professional Development Program (PDP) was established for PMP certificate holders to maintain their credential.</a:t>
            </a:r>
            <a:br>
              <a:rPr lang="en-US" altLang="zh-CN"/>
            </a:br>
            <a:br>
              <a:rPr lang="en-US" altLang="zh-CN"/>
            </a:br>
            <a:r>
              <a:rPr lang="en-US" altLang="zh-CN"/>
              <a:t>By the beginning of the 21st century, PMI had over 50,000 members, over 10,000 certified Project Management Professionals and over 270,000 copies of the </a:t>
            </a:r>
            <a:r>
              <a:rPr lang="en-US" altLang="zh-CN" i="1"/>
              <a:t>PMBOK® Guide</a:t>
            </a:r>
            <a:r>
              <a:rPr lang="en-US" altLang="zh-CN"/>
              <a:t> in circulation.</a:t>
            </a:r>
            <a:br>
              <a:rPr lang="en-US" altLang="zh-CN"/>
            </a:br>
            <a:br>
              <a:rPr lang="en-US" altLang="zh-CN"/>
            </a:br>
            <a:r>
              <a:rPr lang="en-US" altLang="zh-CN" b="1"/>
              <a:t>Today</a:t>
            </a:r>
            <a:br>
              <a:rPr lang="en-US" altLang="zh-CN"/>
            </a:br>
            <a:r>
              <a:rPr lang="en-US" altLang="zh-CN"/>
              <a:t>Currently, PMI supports over 100,000 members in 125 countries worldwide. PMI members are individuals practicing and studying project management in many different industry areas, including aerospace, automotive, business management, construction, engineering, financial services, information technology, pharmaceuticals and telecommunications.</a:t>
            </a:r>
            <a:br>
              <a:rPr lang="en-US" altLang="zh-CN"/>
            </a:br>
            <a:br>
              <a:rPr lang="en-US" altLang="zh-CN"/>
            </a:br>
            <a:r>
              <a:rPr lang="en-US" altLang="zh-CN"/>
              <a:t>Over time, PMI has become, and continues to be, the leading professional association in project management. Members and project management stakeholders can take advantage of the extensive products and services offered through PMI. These products and services are described below and are explained in detail throughout the PMI Web site.</a:t>
            </a:r>
            <a:br>
              <a:rPr lang="en-US" altLang="zh-CN"/>
            </a:b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5B7699D-886D-4F4B-A5A1-A919EDAA6DE1}" type="slidenum">
              <a:rPr lang="zh-CN" altLang="en-US"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p:cNvSpPr>
            <a:spLocks noGrp="1" noRot="1" noChangeAspect="1" noChangeArrowheads="1" noTextEdit="1"/>
          </p:cNvSpPr>
          <p:nvPr>
            <p:ph type="sldImg"/>
          </p:nvPr>
        </p:nvSpPr>
        <p:spPr/>
      </p:sp>
      <p:sp>
        <p:nvSpPr>
          <p:cNvPr id="13315" name="备注占位符 2"/>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16" name="灯片编号占位符 3"/>
          <p:cNvSpPr>
            <a:spLocks noGrp="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812A48E1-A023-494B-A817-37917786E291}" type="slidenum">
              <a:rPr lang="zh-CN" altLang="en-US" sz="1200"/>
            </a:fld>
            <a:endParaRPr lang="en-US" altLang="zh-CN"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6125" indent="-287655">
              <a:defRPr sz="2400">
                <a:solidFill>
                  <a:schemeClr val="tx1"/>
                </a:solidFill>
                <a:latin typeface="Futura Bk" pitchFamily="34" charset="0"/>
                <a:ea typeface="宋体" panose="02010600030101010101" pitchFamily="2" charset="-122"/>
              </a:defRPr>
            </a:lvl2pPr>
            <a:lvl3pPr marL="1149350" indent="-228600">
              <a:defRPr sz="2400">
                <a:solidFill>
                  <a:schemeClr val="tx1"/>
                </a:solidFill>
                <a:latin typeface="Futura Bk" pitchFamily="34" charset="0"/>
                <a:ea typeface="宋体" panose="02010600030101010101" pitchFamily="2" charset="-122"/>
              </a:defRPr>
            </a:lvl3pPr>
            <a:lvl4pPr marL="1609725" indent="-228600">
              <a:defRPr sz="2400">
                <a:solidFill>
                  <a:schemeClr val="tx1"/>
                </a:solidFill>
                <a:latin typeface="Futura Bk" pitchFamily="34" charset="0"/>
                <a:ea typeface="宋体" panose="02010600030101010101" pitchFamily="2" charset="-122"/>
              </a:defRPr>
            </a:lvl4pPr>
            <a:lvl5pPr marL="2068830" indent="-228600">
              <a:defRPr sz="2400">
                <a:solidFill>
                  <a:schemeClr val="tx1"/>
                </a:solidFill>
                <a:latin typeface="Futura Bk" pitchFamily="34" charset="0"/>
                <a:ea typeface="宋体" panose="02010600030101010101" pitchFamily="2" charset="-122"/>
              </a:defRPr>
            </a:lvl5pPr>
            <a:lvl6pPr marL="25260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832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404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976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6E75AE66-3FD5-4892-A2EB-39782A9A1340}" type="slidenum">
              <a:rPr lang="zh-CN" altLang="en-US" sz="1200"/>
            </a:fld>
            <a:endParaRPr lang="en-US" altLang="zh-CN" sz="1200"/>
          </a:p>
        </p:txBody>
      </p:sp>
      <p:sp>
        <p:nvSpPr>
          <p:cNvPr id="19459" name="Rectangle 2"/>
          <p:cNvSpPr>
            <a:spLocks noGrp="1" noRot="1" noChangeAspect="1" noChangeArrowheads="1" noTextEdit="1"/>
          </p:cNvSpPr>
          <p:nvPr>
            <p:ph type="sldImg"/>
          </p:nvPr>
        </p:nvSpPr>
        <p:spPr>
          <a:xfrm>
            <a:off x="600075" y="893763"/>
            <a:ext cx="5489575" cy="3802062"/>
          </a:xfrm>
        </p:spPr>
      </p:sp>
      <p:sp>
        <p:nvSpPr>
          <p:cNvPr id="19460" name="Text Box 3"/>
          <p:cNvSpPr txBox="1">
            <a:spLocks noChangeArrowheads="1"/>
          </p:cNvSpPr>
          <p:nvPr/>
        </p:nvSpPr>
        <p:spPr bwMode="auto">
          <a:xfrm>
            <a:off x="1387475" y="5438775"/>
            <a:ext cx="184150" cy="371475"/>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989" tIns="45994" rIns="91989" bIns="45994"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endParaRPr lang="zh-CN" altLang="en-US" sz="1800">
              <a:latin typeface="Futura Lt" pitchFamily="34" charset="0"/>
              <a:ea typeface="仿宋_GB2312" pitchFamily="49" charset="-122"/>
            </a:endParaRPr>
          </a:p>
        </p:txBody>
      </p:sp>
      <p:sp>
        <p:nvSpPr>
          <p:cNvPr id="19461" name="Rectangle 4"/>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zh-CN" dirty="0"/>
              <a:t>10m</a:t>
            </a:r>
            <a:endParaRPr lang="en-US" altLang="zh-CN" dirty="0"/>
          </a:p>
          <a:p>
            <a:r>
              <a:rPr lang="en-US" altLang="zh-CN" dirty="0"/>
              <a:t>Before Slide:</a:t>
            </a:r>
            <a:endParaRPr lang="en-US" altLang="zh-CN" dirty="0"/>
          </a:p>
          <a:p>
            <a:r>
              <a:rPr lang="zh-CN" altLang="en-US" dirty="0"/>
              <a:t>请描述你做的一个项目？</a:t>
            </a:r>
            <a:endParaRPr lang="zh-CN" altLang="en-US" dirty="0"/>
          </a:p>
          <a:p>
            <a:endParaRPr lang="zh-CN" altLang="en-US" dirty="0"/>
          </a:p>
          <a:p>
            <a:r>
              <a:rPr lang="en-US" altLang="zh-CN" dirty="0"/>
              <a:t>Show PMI’s definition</a:t>
            </a:r>
            <a:endParaRPr lang="en-US"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6125" indent="-287655">
              <a:defRPr sz="2400">
                <a:solidFill>
                  <a:schemeClr val="tx1"/>
                </a:solidFill>
                <a:latin typeface="Futura Bk" pitchFamily="34" charset="0"/>
                <a:ea typeface="宋体" panose="02010600030101010101" pitchFamily="2" charset="-122"/>
              </a:defRPr>
            </a:lvl2pPr>
            <a:lvl3pPr marL="1149350" indent="-228600">
              <a:defRPr sz="2400">
                <a:solidFill>
                  <a:schemeClr val="tx1"/>
                </a:solidFill>
                <a:latin typeface="Futura Bk" pitchFamily="34" charset="0"/>
                <a:ea typeface="宋体" panose="02010600030101010101" pitchFamily="2" charset="-122"/>
              </a:defRPr>
            </a:lvl3pPr>
            <a:lvl4pPr marL="1609725" indent="-228600">
              <a:defRPr sz="2400">
                <a:solidFill>
                  <a:schemeClr val="tx1"/>
                </a:solidFill>
                <a:latin typeface="Futura Bk" pitchFamily="34" charset="0"/>
                <a:ea typeface="宋体" panose="02010600030101010101" pitchFamily="2" charset="-122"/>
              </a:defRPr>
            </a:lvl4pPr>
            <a:lvl5pPr marL="2068830" indent="-228600">
              <a:defRPr sz="2400">
                <a:solidFill>
                  <a:schemeClr val="tx1"/>
                </a:solidFill>
                <a:latin typeface="Futura Bk" pitchFamily="34" charset="0"/>
                <a:ea typeface="宋体" panose="02010600030101010101" pitchFamily="2" charset="-122"/>
              </a:defRPr>
            </a:lvl5pPr>
            <a:lvl6pPr marL="25260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832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404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976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CFECF506-8E38-4DBF-8E19-55E56A4FDEF5}" type="slidenum">
              <a:rPr lang="zh-CN" altLang="en-US" sz="1200"/>
            </a:fld>
            <a:endParaRPr lang="en-US" altLang="zh-CN" sz="1200"/>
          </a:p>
        </p:txBody>
      </p:sp>
      <p:sp>
        <p:nvSpPr>
          <p:cNvPr id="22531" name="Rectangle 2"/>
          <p:cNvSpPr>
            <a:spLocks noGrp="1" noRot="1" noChangeAspect="1" noChangeArrowheads="1" noTextEdit="1"/>
          </p:cNvSpPr>
          <p:nvPr>
            <p:ph type="sldImg"/>
          </p:nvPr>
        </p:nvSpPr>
        <p:spPr>
          <a:xfrm>
            <a:off x="600075" y="893763"/>
            <a:ext cx="5489575" cy="3802062"/>
          </a:xfrm>
        </p:spPr>
      </p:sp>
      <p:sp>
        <p:nvSpPr>
          <p:cNvPr id="22532" name="Text Box 3"/>
          <p:cNvSpPr txBox="1">
            <a:spLocks noChangeArrowheads="1"/>
          </p:cNvSpPr>
          <p:nvPr/>
        </p:nvSpPr>
        <p:spPr bwMode="gray">
          <a:xfrm>
            <a:off x="890588" y="7032625"/>
            <a:ext cx="1841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989" tIns="45994" rIns="91989" bIns="45994"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endParaRPr lang="en-US" altLang="zh-CN" sz="1800">
              <a:latin typeface="Futura Lt" pitchFamily="34" charset="0"/>
            </a:endParaRPr>
          </a:p>
        </p:txBody>
      </p:sp>
      <p:sp>
        <p:nvSpPr>
          <p:cNvPr id="22533" name="Rectangle 4"/>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dirty="0"/>
              <a:t>项目中主要的</a:t>
            </a:r>
            <a:r>
              <a:rPr lang="en-US" altLang="zh-CN" dirty="0"/>
              <a:t>stakeholder</a:t>
            </a:r>
            <a:endParaRPr lang="en-US" altLang="zh-CN" dirty="0"/>
          </a:p>
          <a:p>
            <a:r>
              <a:rPr lang="en-US" altLang="zh-CN" dirty="0"/>
              <a:t>stakeholders</a:t>
            </a:r>
            <a:r>
              <a:rPr lang="zh-CN" altLang="en-US" dirty="0"/>
              <a:t>分析</a:t>
            </a:r>
            <a:endParaRPr lang="zh-CN" altLang="en-US" dirty="0"/>
          </a:p>
          <a:p>
            <a:r>
              <a:rPr lang="zh-CN" altLang="en-US" dirty="0"/>
              <a:t>结合现有组织机构的现状</a:t>
            </a:r>
            <a:endParaRPr lang="en-US" altLang="zh-CN" dirty="0"/>
          </a:p>
          <a:p>
            <a:endParaRPr lang="en-US" altLang="zh-CN" dirty="0"/>
          </a:p>
          <a:p>
            <a:pPr algn="l"/>
            <a:br>
              <a:rPr lang="zh-CN" altLang="en-US" b="0" i="0" dirty="0">
                <a:solidFill>
                  <a:srgbClr val="060607"/>
                </a:solidFill>
                <a:effectLst/>
                <a:highlight>
                  <a:srgbClr val="FFFFFF"/>
                </a:highlight>
                <a:latin typeface="-apple-system"/>
              </a:rPr>
            </a:br>
            <a:r>
              <a:rPr lang="en-US" altLang="zh-CN" b="0" i="0" dirty="0">
                <a:solidFill>
                  <a:srgbClr val="060607"/>
                </a:solidFill>
                <a:effectLst/>
                <a:highlight>
                  <a:srgbClr val="FFFFFF"/>
                </a:highlight>
                <a:latin typeface="-apple-system"/>
              </a:rPr>
              <a:t>《</a:t>
            </a:r>
            <a:r>
              <a:rPr lang="zh-CN" altLang="en-US" b="0" i="0" dirty="0">
                <a:solidFill>
                  <a:srgbClr val="060607"/>
                </a:solidFill>
                <a:effectLst/>
                <a:highlight>
                  <a:srgbClr val="FFFFFF"/>
                </a:highlight>
                <a:latin typeface="-apple-system"/>
              </a:rPr>
              <a:t>人类简史</a:t>
            </a:r>
            <a:r>
              <a:rPr lang="en-US" altLang="zh-CN" b="0" i="0" dirty="0">
                <a:solidFill>
                  <a:srgbClr val="060607"/>
                </a:solidFill>
                <a:effectLst/>
                <a:highlight>
                  <a:srgbClr val="FFFFFF"/>
                </a:highlight>
                <a:latin typeface="-apple-system"/>
              </a:rPr>
              <a:t>》</a:t>
            </a:r>
            <a:r>
              <a:rPr lang="zh-CN" altLang="en-US" b="0" i="0" dirty="0">
                <a:solidFill>
                  <a:srgbClr val="060607"/>
                </a:solidFill>
                <a:effectLst/>
                <a:highlight>
                  <a:srgbClr val="FFFFFF"/>
                </a:highlight>
                <a:latin typeface="-apple-system"/>
              </a:rPr>
              <a:t>是由以色列历史学家尤瓦尔</a:t>
            </a:r>
            <a:r>
              <a:rPr lang="en-US" altLang="zh-CN" b="0" i="0" dirty="0">
                <a:solidFill>
                  <a:srgbClr val="060607"/>
                </a:solidFill>
                <a:effectLst/>
                <a:highlight>
                  <a:srgbClr val="FFFFFF"/>
                </a:highlight>
                <a:latin typeface="-apple-system"/>
              </a:rPr>
              <a:t>·</a:t>
            </a:r>
            <a:r>
              <a:rPr lang="zh-CN" altLang="en-US" b="0" i="0" dirty="0">
                <a:solidFill>
                  <a:srgbClr val="060607"/>
                </a:solidFill>
                <a:effectLst/>
                <a:highlight>
                  <a:srgbClr val="FFFFFF"/>
                </a:highlight>
                <a:latin typeface="-apple-system"/>
              </a:rPr>
              <a:t>赫拉利撰写的一部作品，它概述了人类历史的主要转折点和发展趋势。书中的核心观点可以概括如下：</a:t>
            </a:r>
            <a:endParaRPr lang="zh-CN" altLang="en-US" b="0" i="0" dirty="0">
              <a:solidFill>
                <a:srgbClr val="060607"/>
              </a:solidFill>
              <a:effectLst/>
              <a:highlight>
                <a:srgbClr val="FFFFFF"/>
              </a:highlight>
              <a:latin typeface="-apple-system"/>
            </a:endParaRPr>
          </a:p>
          <a:p>
            <a:pPr algn="l">
              <a:buFont typeface="+mj-lt"/>
              <a:buAutoNum type="arabicPeriod"/>
            </a:pPr>
            <a:r>
              <a:rPr lang="zh-CN" altLang="en-US" b="1" i="0" dirty="0">
                <a:solidFill>
                  <a:srgbClr val="060607"/>
                </a:solidFill>
                <a:effectLst/>
                <a:highlight>
                  <a:srgbClr val="FFFFFF"/>
                </a:highlight>
                <a:latin typeface="-apple-system"/>
              </a:rPr>
              <a:t>认知革命</a:t>
            </a:r>
            <a:r>
              <a:rPr lang="zh-CN" altLang="en-US" b="0" i="0" dirty="0">
                <a:solidFill>
                  <a:srgbClr val="060607"/>
                </a:solidFill>
                <a:effectLst/>
                <a:highlight>
                  <a:srgbClr val="FFFFFF"/>
                </a:highlight>
                <a:latin typeface="-apple-system"/>
              </a:rPr>
              <a:t>：约</a:t>
            </a:r>
            <a:r>
              <a:rPr lang="en-US" altLang="zh-CN" b="0" i="0" dirty="0">
                <a:solidFill>
                  <a:srgbClr val="060607"/>
                </a:solidFill>
                <a:effectLst/>
                <a:highlight>
                  <a:srgbClr val="FFFFFF"/>
                </a:highlight>
                <a:latin typeface="-apple-system"/>
              </a:rPr>
              <a:t>7</a:t>
            </a:r>
            <a:r>
              <a:rPr lang="zh-CN" altLang="en-US" b="0" i="0" dirty="0">
                <a:solidFill>
                  <a:srgbClr val="060607"/>
                </a:solidFill>
                <a:effectLst/>
                <a:highlight>
                  <a:srgbClr val="FFFFFF"/>
                </a:highlight>
                <a:latin typeface="-apple-system"/>
              </a:rPr>
              <a:t>万年前，智人（</a:t>
            </a:r>
            <a:r>
              <a:rPr lang="en-US" altLang="zh-CN" b="0" i="0" dirty="0">
                <a:solidFill>
                  <a:srgbClr val="060607"/>
                </a:solidFill>
                <a:effectLst/>
                <a:highlight>
                  <a:srgbClr val="FFFFFF"/>
                </a:highlight>
                <a:latin typeface="-apple-system"/>
              </a:rPr>
              <a:t>Homo sapiens</a:t>
            </a:r>
            <a:r>
              <a:rPr lang="zh-CN" altLang="en-US" b="0" i="0" dirty="0">
                <a:solidFill>
                  <a:srgbClr val="060607"/>
                </a:solidFill>
                <a:effectLst/>
                <a:highlight>
                  <a:srgbClr val="FFFFFF"/>
                </a:highlight>
                <a:latin typeface="-apple-system"/>
              </a:rPr>
              <a:t>）经历了一次认知革命，这使得他们能够创造和传播复杂的思想，如宗教、神话和社会结构。这一革命是智人能够形成大型社会集团并最终征服世界的关键。</a:t>
            </a:r>
            <a:endParaRPr lang="zh-CN" altLang="en-US" b="0" i="0" dirty="0">
              <a:solidFill>
                <a:srgbClr val="060607"/>
              </a:solidFill>
              <a:effectLst/>
              <a:highlight>
                <a:srgbClr val="FFFFFF"/>
              </a:highlight>
              <a:latin typeface="-apple-system"/>
            </a:endParaRPr>
          </a:p>
          <a:p>
            <a:pPr algn="l">
              <a:buFont typeface="+mj-lt"/>
              <a:buAutoNum type="arabicPeriod"/>
            </a:pPr>
            <a:r>
              <a:rPr lang="zh-CN" altLang="en-US" b="1" i="0" dirty="0">
                <a:solidFill>
                  <a:srgbClr val="060607"/>
                </a:solidFill>
                <a:effectLst/>
                <a:highlight>
                  <a:srgbClr val="FFFFFF"/>
                </a:highlight>
                <a:latin typeface="-apple-system"/>
              </a:rPr>
              <a:t>农业革命</a:t>
            </a:r>
            <a:r>
              <a:rPr lang="zh-CN" altLang="en-US" b="0" i="0" dirty="0">
                <a:solidFill>
                  <a:srgbClr val="060607"/>
                </a:solidFill>
                <a:effectLst/>
                <a:highlight>
                  <a:srgbClr val="FFFFFF"/>
                </a:highlight>
                <a:latin typeface="-apple-system"/>
              </a:rPr>
              <a:t>：约</a:t>
            </a:r>
            <a:r>
              <a:rPr lang="en-US" altLang="zh-CN" b="0" i="0" dirty="0">
                <a:solidFill>
                  <a:srgbClr val="060607"/>
                </a:solidFill>
                <a:effectLst/>
                <a:highlight>
                  <a:srgbClr val="FFFFFF"/>
                </a:highlight>
                <a:latin typeface="-apple-system"/>
              </a:rPr>
              <a:t>1.2</a:t>
            </a:r>
            <a:r>
              <a:rPr lang="zh-CN" altLang="en-US" b="0" i="0" dirty="0">
                <a:solidFill>
                  <a:srgbClr val="060607"/>
                </a:solidFill>
                <a:effectLst/>
                <a:highlight>
                  <a:srgbClr val="FFFFFF"/>
                </a:highlight>
                <a:latin typeface="-apple-system"/>
              </a:rPr>
              <a:t>万年前，人类开始从狩猎采集生活方式转向农业生产，这导致了人口的增长、城市的发展和社会分层的出现。农业革命虽然增加了食物的产量，但也带来了疾病、社会不平等和个人自由的减少。</a:t>
            </a:r>
            <a:endParaRPr lang="zh-CN" altLang="en-US" b="0" i="0" dirty="0">
              <a:solidFill>
                <a:srgbClr val="060607"/>
              </a:solidFill>
              <a:effectLst/>
              <a:highlight>
                <a:srgbClr val="FFFFFF"/>
              </a:highlight>
              <a:latin typeface="-apple-system"/>
            </a:endParaRPr>
          </a:p>
          <a:p>
            <a:pPr algn="l">
              <a:buFont typeface="+mj-lt"/>
              <a:buAutoNum type="arabicPeriod"/>
            </a:pPr>
            <a:r>
              <a:rPr lang="zh-CN" altLang="en-US" b="1" i="0" dirty="0">
                <a:solidFill>
                  <a:srgbClr val="060607"/>
                </a:solidFill>
                <a:effectLst/>
                <a:highlight>
                  <a:srgbClr val="FFFFFF"/>
                </a:highlight>
                <a:latin typeface="-apple-system"/>
              </a:rPr>
              <a:t>统一的秩序</a:t>
            </a:r>
            <a:r>
              <a:rPr lang="zh-CN" altLang="en-US" b="0" i="0" dirty="0">
                <a:solidFill>
                  <a:srgbClr val="060607"/>
                </a:solidFill>
                <a:effectLst/>
                <a:highlight>
                  <a:srgbClr val="FFFFFF"/>
                </a:highlight>
                <a:latin typeface="-apple-system"/>
              </a:rPr>
              <a:t>：赫拉利认为，人类社会的统一和合作建立在共同的“虚构故事”之上，如货币、国家、宗教和法律等。这些共同的信念使大量互不相识的人能够合作，形成复杂的社会结构。</a:t>
            </a:r>
            <a:endParaRPr lang="zh-CN" altLang="en-US" b="0" i="0" dirty="0">
              <a:solidFill>
                <a:srgbClr val="060607"/>
              </a:solidFill>
              <a:effectLst/>
              <a:highlight>
                <a:srgbClr val="FFFFFF"/>
              </a:highlight>
              <a:latin typeface="-apple-system"/>
            </a:endParaRPr>
          </a:p>
          <a:p>
            <a:pPr algn="l">
              <a:buFont typeface="+mj-lt"/>
              <a:buAutoNum type="arabicPeriod"/>
            </a:pPr>
            <a:r>
              <a:rPr lang="zh-CN" altLang="en-US" b="1" i="0" dirty="0">
                <a:solidFill>
                  <a:srgbClr val="060607"/>
                </a:solidFill>
                <a:effectLst/>
                <a:highlight>
                  <a:srgbClr val="FFFFFF"/>
                </a:highlight>
                <a:latin typeface="-apple-system"/>
              </a:rPr>
              <a:t>科学革命</a:t>
            </a:r>
            <a:r>
              <a:rPr lang="zh-CN" altLang="en-US" b="0" i="0" dirty="0">
                <a:solidFill>
                  <a:srgbClr val="060607"/>
                </a:solidFill>
                <a:effectLst/>
                <a:highlight>
                  <a:srgbClr val="FFFFFF"/>
                </a:highlight>
                <a:latin typeface="-apple-system"/>
              </a:rPr>
              <a:t>：大约</a:t>
            </a:r>
            <a:r>
              <a:rPr lang="en-US" altLang="zh-CN" b="0" i="0" dirty="0">
                <a:solidFill>
                  <a:srgbClr val="060607"/>
                </a:solidFill>
                <a:effectLst/>
                <a:highlight>
                  <a:srgbClr val="FFFFFF"/>
                </a:highlight>
                <a:latin typeface="-apple-system"/>
              </a:rPr>
              <a:t>500</a:t>
            </a:r>
            <a:r>
              <a:rPr lang="zh-CN" altLang="en-US" b="0" i="0" dirty="0">
                <a:solidFill>
                  <a:srgbClr val="060607"/>
                </a:solidFill>
                <a:effectLst/>
                <a:highlight>
                  <a:srgbClr val="FFFFFF"/>
                </a:highlight>
                <a:latin typeface="-apple-system"/>
              </a:rPr>
              <a:t>年前，科学革命开始改变人类对世界的理解，并推动了技术和社会的快速发展。科学方法的应用使得人类能够创造强大的工具和机器，极大地提高了生产力和生活水平。</a:t>
            </a:r>
            <a:endParaRPr lang="zh-CN" altLang="en-US" b="0" i="0" dirty="0">
              <a:solidFill>
                <a:srgbClr val="060607"/>
              </a:solidFill>
              <a:effectLst/>
              <a:highlight>
                <a:srgbClr val="FFFFFF"/>
              </a:highlight>
              <a:latin typeface="-apple-system"/>
            </a:endParaRPr>
          </a:p>
          <a:p>
            <a:pPr algn="l">
              <a:buFont typeface="+mj-lt"/>
              <a:buAutoNum type="arabicPeriod"/>
            </a:pPr>
            <a:r>
              <a:rPr lang="zh-CN" altLang="en-US" b="1" i="0" dirty="0">
                <a:solidFill>
                  <a:srgbClr val="060607"/>
                </a:solidFill>
                <a:effectLst/>
                <a:highlight>
                  <a:srgbClr val="FFFFFF"/>
                </a:highlight>
                <a:latin typeface="-apple-system"/>
              </a:rPr>
              <a:t>工业革命</a:t>
            </a:r>
            <a:r>
              <a:rPr lang="zh-CN" altLang="en-US" b="0" i="0" dirty="0">
                <a:solidFill>
                  <a:srgbClr val="060607"/>
                </a:solidFill>
                <a:effectLst/>
                <a:highlight>
                  <a:srgbClr val="FFFFFF"/>
                </a:highlight>
                <a:latin typeface="-apple-system"/>
              </a:rPr>
              <a:t>：</a:t>
            </a:r>
            <a:r>
              <a:rPr lang="en-US" altLang="zh-CN" b="0" i="0" dirty="0">
                <a:solidFill>
                  <a:srgbClr val="060607"/>
                </a:solidFill>
                <a:effectLst/>
                <a:highlight>
                  <a:srgbClr val="FFFFFF"/>
                </a:highlight>
                <a:latin typeface="-apple-system"/>
              </a:rPr>
              <a:t>18</a:t>
            </a:r>
            <a:r>
              <a:rPr lang="zh-CN" altLang="en-US" b="0" i="0" dirty="0">
                <a:solidFill>
                  <a:srgbClr val="060607"/>
                </a:solidFill>
                <a:effectLst/>
                <a:highlight>
                  <a:srgbClr val="FFFFFF"/>
                </a:highlight>
                <a:latin typeface="-apple-system"/>
              </a:rPr>
              <a:t>世纪末至</a:t>
            </a:r>
            <a:r>
              <a:rPr lang="en-US" altLang="zh-CN" b="0" i="0" dirty="0">
                <a:solidFill>
                  <a:srgbClr val="060607"/>
                </a:solidFill>
                <a:effectLst/>
                <a:highlight>
                  <a:srgbClr val="FFFFFF"/>
                </a:highlight>
                <a:latin typeface="-apple-system"/>
              </a:rPr>
              <a:t>19</a:t>
            </a:r>
            <a:r>
              <a:rPr lang="zh-CN" altLang="en-US" b="0" i="0" dirty="0">
                <a:solidFill>
                  <a:srgbClr val="060607"/>
                </a:solidFill>
                <a:effectLst/>
                <a:highlight>
                  <a:srgbClr val="FFFFFF"/>
                </a:highlight>
                <a:latin typeface="-apple-system"/>
              </a:rPr>
              <a:t>世纪的工业革命进一步加速了技术进步，导致了现代社会的形成。工业化带来了大规模生产、城市化和资本主义经济的兴起，同时也带来了环境问题和社会冲突。</a:t>
            </a:r>
            <a:endParaRPr lang="zh-CN" altLang="en-US" b="0" i="0" dirty="0">
              <a:solidFill>
                <a:srgbClr val="060607"/>
              </a:solidFill>
              <a:effectLst/>
              <a:highlight>
                <a:srgbClr val="FFFFFF"/>
              </a:highlight>
              <a:latin typeface="-apple-system"/>
            </a:endParaRPr>
          </a:p>
          <a:p>
            <a:pPr algn="l">
              <a:buFont typeface="+mj-lt"/>
              <a:buAutoNum type="arabicPeriod"/>
            </a:pPr>
            <a:r>
              <a:rPr lang="zh-CN" altLang="en-US" b="1" i="0" dirty="0">
                <a:solidFill>
                  <a:srgbClr val="060607"/>
                </a:solidFill>
                <a:effectLst/>
                <a:highlight>
                  <a:srgbClr val="FFFFFF"/>
                </a:highlight>
                <a:latin typeface="-apple-system"/>
              </a:rPr>
              <a:t>生物技术革命</a:t>
            </a:r>
            <a:r>
              <a:rPr lang="zh-CN" altLang="en-US" b="0" i="0" dirty="0">
                <a:solidFill>
                  <a:srgbClr val="060607"/>
                </a:solidFill>
                <a:effectLst/>
                <a:highlight>
                  <a:srgbClr val="FFFFFF"/>
                </a:highlight>
                <a:latin typeface="-apple-system"/>
              </a:rPr>
              <a:t>：赫拉利预测，未来的生物技术革命可能会改变人类的本质，包括通过基因工程和其他技术手段来改造我们的身体和心智。这可能会导致人类社会和身份认同的根本变化。</a:t>
            </a:r>
            <a:endParaRPr lang="zh-CN" altLang="en-US" b="0" i="0" dirty="0">
              <a:solidFill>
                <a:srgbClr val="060607"/>
              </a:solidFill>
              <a:effectLst/>
              <a:highlight>
                <a:srgbClr val="FFFFFF"/>
              </a:highlight>
              <a:latin typeface="-apple-system"/>
            </a:endParaRPr>
          </a:p>
          <a:p>
            <a:pPr algn="l">
              <a:buFont typeface="+mj-lt"/>
              <a:buAutoNum type="arabicPeriod"/>
            </a:pPr>
            <a:r>
              <a:rPr lang="zh-CN" altLang="en-US" b="1" i="0" dirty="0">
                <a:solidFill>
                  <a:srgbClr val="060607"/>
                </a:solidFill>
                <a:effectLst/>
                <a:highlight>
                  <a:srgbClr val="FFFFFF"/>
                </a:highlight>
                <a:latin typeface="-apple-system"/>
              </a:rPr>
              <a:t>人类未来</a:t>
            </a:r>
            <a:r>
              <a:rPr lang="zh-CN" altLang="en-US" b="0" i="0" dirty="0">
                <a:solidFill>
                  <a:srgbClr val="060607"/>
                </a:solidFill>
                <a:effectLst/>
                <a:highlight>
                  <a:srgbClr val="FFFFFF"/>
                </a:highlight>
                <a:latin typeface="-apple-system"/>
              </a:rPr>
              <a:t>：书中对人类的未来提出了一些思考，包括生态危机、核战争、生物恐怖主义等潜在威胁，以及人工智能和自动化可能对人类社会和工作的影响。</a:t>
            </a:r>
            <a:endParaRPr lang="zh-CN" altLang="en-US" b="0" i="0" dirty="0">
              <a:solidFill>
                <a:srgbClr val="060607"/>
              </a:solidFill>
              <a:effectLst/>
              <a:highlight>
                <a:srgbClr val="FFFFFF"/>
              </a:highlight>
              <a:latin typeface="-apple-system"/>
            </a:endParaRPr>
          </a:p>
          <a:p>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6125" indent="-287655">
              <a:defRPr sz="2400">
                <a:solidFill>
                  <a:schemeClr val="tx1"/>
                </a:solidFill>
                <a:latin typeface="Futura Bk" pitchFamily="34" charset="0"/>
                <a:ea typeface="宋体" panose="02010600030101010101" pitchFamily="2" charset="-122"/>
              </a:defRPr>
            </a:lvl2pPr>
            <a:lvl3pPr marL="1149350" indent="-228600">
              <a:defRPr sz="2400">
                <a:solidFill>
                  <a:schemeClr val="tx1"/>
                </a:solidFill>
                <a:latin typeface="Futura Bk" pitchFamily="34" charset="0"/>
                <a:ea typeface="宋体" panose="02010600030101010101" pitchFamily="2" charset="-122"/>
              </a:defRPr>
            </a:lvl3pPr>
            <a:lvl4pPr marL="1609725" indent="-228600">
              <a:defRPr sz="2400">
                <a:solidFill>
                  <a:schemeClr val="tx1"/>
                </a:solidFill>
                <a:latin typeface="Futura Bk" pitchFamily="34" charset="0"/>
                <a:ea typeface="宋体" panose="02010600030101010101" pitchFamily="2" charset="-122"/>
              </a:defRPr>
            </a:lvl4pPr>
            <a:lvl5pPr marL="2068830" indent="-228600">
              <a:defRPr sz="2400">
                <a:solidFill>
                  <a:schemeClr val="tx1"/>
                </a:solidFill>
                <a:latin typeface="Futura Bk" pitchFamily="34" charset="0"/>
                <a:ea typeface="宋体" panose="02010600030101010101" pitchFamily="2" charset="-122"/>
              </a:defRPr>
            </a:lvl5pPr>
            <a:lvl6pPr marL="25260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832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404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976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B2CED58B-785F-47D5-B826-A0CDB72E21F4}" type="slidenum">
              <a:rPr lang="zh-CN" altLang="en-US" sz="1200"/>
            </a:fld>
            <a:endParaRPr lang="en-US" altLang="zh-CN" sz="1200"/>
          </a:p>
        </p:txBody>
      </p:sp>
      <p:sp>
        <p:nvSpPr>
          <p:cNvPr id="28675" name="Rectangle 2"/>
          <p:cNvSpPr>
            <a:spLocks noGrp="1" noRot="1" noChangeAspect="1" noChangeArrowheads="1" noTextEdit="1"/>
          </p:cNvSpPr>
          <p:nvPr>
            <p:ph type="sldImg"/>
          </p:nvPr>
        </p:nvSpPr>
        <p:spPr/>
      </p:sp>
      <p:sp>
        <p:nvSpPr>
          <p:cNvPr id="28676" name="Rectangle 3"/>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zh-CN" dirty="0"/>
              <a:t>‘Project triangle’: scope, cost/resources, schedule</a:t>
            </a:r>
            <a:endParaRPr lang="en-US"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6125" indent="-287655">
              <a:defRPr sz="2400">
                <a:solidFill>
                  <a:schemeClr val="tx1"/>
                </a:solidFill>
                <a:latin typeface="Futura Bk" pitchFamily="34" charset="0"/>
                <a:ea typeface="宋体" panose="02010600030101010101" pitchFamily="2" charset="-122"/>
              </a:defRPr>
            </a:lvl2pPr>
            <a:lvl3pPr marL="1149350" indent="-228600">
              <a:defRPr sz="2400">
                <a:solidFill>
                  <a:schemeClr val="tx1"/>
                </a:solidFill>
                <a:latin typeface="Futura Bk" pitchFamily="34" charset="0"/>
                <a:ea typeface="宋体" panose="02010600030101010101" pitchFamily="2" charset="-122"/>
              </a:defRPr>
            </a:lvl3pPr>
            <a:lvl4pPr marL="1609725" indent="-228600">
              <a:defRPr sz="2400">
                <a:solidFill>
                  <a:schemeClr val="tx1"/>
                </a:solidFill>
                <a:latin typeface="Futura Bk" pitchFamily="34" charset="0"/>
                <a:ea typeface="宋体" panose="02010600030101010101" pitchFamily="2" charset="-122"/>
              </a:defRPr>
            </a:lvl4pPr>
            <a:lvl5pPr marL="2068830" indent="-228600">
              <a:defRPr sz="2400">
                <a:solidFill>
                  <a:schemeClr val="tx1"/>
                </a:solidFill>
                <a:latin typeface="Futura Bk" pitchFamily="34" charset="0"/>
                <a:ea typeface="宋体" panose="02010600030101010101" pitchFamily="2" charset="-122"/>
              </a:defRPr>
            </a:lvl5pPr>
            <a:lvl6pPr marL="25260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832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404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976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E136E3DB-187C-4EC6-BEC0-4BB157D3BB8C}" type="slidenum">
              <a:rPr lang="zh-CN" altLang="en-US" sz="1200"/>
            </a:fld>
            <a:endParaRPr lang="en-US" altLang="zh-CN" sz="1200"/>
          </a:p>
        </p:txBody>
      </p:sp>
      <p:sp>
        <p:nvSpPr>
          <p:cNvPr id="24579" name="Rectangle 2"/>
          <p:cNvSpPr>
            <a:spLocks noGrp="1" noRot="1" noChangeAspect="1" noChangeArrowheads="1" noTextEdit="1"/>
          </p:cNvSpPr>
          <p:nvPr>
            <p:ph type="sldImg"/>
          </p:nvPr>
        </p:nvSpPr>
        <p:spPr>
          <a:xfrm>
            <a:off x="646113" y="742950"/>
            <a:ext cx="5380037" cy="3725863"/>
          </a:xfrm>
        </p:spPr>
      </p:sp>
      <p:sp>
        <p:nvSpPr>
          <p:cNvPr id="24580" name="Rectangle 3"/>
          <p:cNvSpPr>
            <a:spLocks noGrp="1" noChangeArrowheads="1"/>
          </p:cNvSpPr>
          <p:nvPr>
            <p:ph type="body" idx="1"/>
          </p:nvPr>
        </p:nvSpPr>
        <p:spPr>
          <a:xfrm>
            <a:off x="889000" y="4714875"/>
            <a:ext cx="4891088" cy="273050"/>
          </a:xfrm>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t>矛盾的解决原则：对用户有利</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ChangeArrowheads="1" noTextEdit="1"/>
          </p:cNvSpPr>
          <p:nvPr>
            <p:ph type="sldImg"/>
          </p:nvPr>
        </p:nvSpPr>
        <p:spPr/>
      </p:sp>
      <p:sp>
        <p:nvSpPr>
          <p:cNvPr id="26627" name="备注占位符 2"/>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628" name="灯片编号占位符 3"/>
          <p:cNvSpPr>
            <a:spLocks noGrp="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FD7E9C22-DE59-48D2-A5B4-7FB0DED7E94B}" type="slidenum">
              <a:rPr lang="zh-CN" altLang="en-US" sz="1200"/>
            </a:fld>
            <a:endParaRPr lang="en-US" altLang="zh-CN"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6125" indent="-287655">
              <a:defRPr sz="2400">
                <a:solidFill>
                  <a:schemeClr val="tx1"/>
                </a:solidFill>
                <a:latin typeface="Futura Bk" pitchFamily="34" charset="0"/>
                <a:ea typeface="宋体" panose="02010600030101010101" pitchFamily="2" charset="-122"/>
              </a:defRPr>
            </a:lvl2pPr>
            <a:lvl3pPr marL="1149350" indent="-228600">
              <a:defRPr sz="2400">
                <a:solidFill>
                  <a:schemeClr val="tx1"/>
                </a:solidFill>
                <a:latin typeface="Futura Bk" pitchFamily="34" charset="0"/>
                <a:ea typeface="宋体" panose="02010600030101010101" pitchFamily="2" charset="-122"/>
              </a:defRPr>
            </a:lvl3pPr>
            <a:lvl4pPr marL="1609725" indent="-228600">
              <a:defRPr sz="2400">
                <a:solidFill>
                  <a:schemeClr val="tx1"/>
                </a:solidFill>
                <a:latin typeface="Futura Bk" pitchFamily="34" charset="0"/>
                <a:ea typeface="宋体" panose="02010600030101010101" pitchFamily="2" charset="-122"/>
              </a:defRPr>
            </a:lvl4pPr>
            <a:lvl5pPr marL="2068830" indent="-228600">
              <a:defRPr sz="2400">
                <a:solidFill>
                  <a:schemeClr val="tx1"/>
                </a:solidFill>
                <a:latin typeface="Futura Bk" pitchFamily="34" charset="0"/>
                <a:ea typeface="宋体" panose="02010600030101010101" pitchFamily="2" charset="-122"/>
              </a:defRPr>
            </a:lvl5pPr>
            <a:lvl6pPr marL="25260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832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404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976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C3A6C3A3-A19B-4BA3-BD53-3FA82DA33D30}" type="slidenum">
              <a:rPr lang="zh-CN" altLang="en-US" sz="1200"/>
            </a:fld>
            <a:endParaRPr lang="en-US" altLang="zh-CN" sz="1200"/>
          </a:p>
        </p:txBody>
      </p:sp>
      <p:sp>
        <p:nvSpPr>
          <p:cNvPr id="30723" name="Rectangle 2"/>
          <p:cNvSpPr>
            <a:spLocks noGrp="1" noRot="1" noChangeAspect="1" noChangeArrowheads="1" noTextEdit="1"/>
          </p:cNvSpPr>
          <p:nvPr>
            <p:ph type="sldImg"/>
          </p:nvPr>
        </p:nvSpPr>
        <p:spPr/>
      </p:sp>
      <p:sp>
        <p:nvSpPr>
          <p:cNvPr id="30724" name="Rectangle 3"/>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sz="1400"/>
              <a:t>同行是对手或伙伴</a:t>
            </a:r>
            <a:endParaRPr lang="zh-CN" altLang="en-US" sz="1400"/>
          </a:p>
          <a:p>
            <a:r>
              <a:rPr lang="zh-CN" altLang="en-US" sz="1400"/>
              <a:t>同事有诸多部门，不同类型的人</a:t>
            </a:r>
            <a:endParaRPr lang="zh-CN" altLang="en-US" sz="14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6125" indent="-287655">
              <a:defRPr sz="2400">
                <a:solidFill>
                  <a:schemeClr val="tx1"/>
                </a:solidFill>
                <a:latin typeface="Futura Bk" pitchFamily="34" charset="0"/>
                <a:ea typeface="宋体" panose="02010600030101010101" pitchFamily="2" charset="-122"/>
              </a:defRPr>
            </a:lvl2pPr>
            <a:lvl3pPr marL="1149350" indent="-228600">
              <a:defRPr sz="2400">
                <a:solidFill>
                  <a:schemeClr val="tx1"/>
                </a:solidFill>
                <a:latin typeface="Futura Bk" pitchFamily="34" charset="0"/>
                <a:ea typeface="宋体" panose="02010600030101010101" pitchFamily="2" charset="-122"/>
              </a:defRPr>
            </a:lvl3pPr>
            <a:lvl4pPr marL="1609725" indent="-228600">
              <a:defRPr sz="2400">
                <a:solidFill>
                  <a:schemeClr val="tx1"/>
                </a:solidFill>
                <a:latin typeface="Futura Bk" pitchFamily="34" charset="0"/>
                <a:ea typeface="宋体" panose="02010600030101010101" pitchFamily="2" charset="-122"/>
              </a:defRPr>
            </a:lvl4pPr>
            <a:lvl5pPr marL="2068830" indent="-228600">
              <a:defRPr sz="2400">
                <a:solidFill>
                  <a:schemeClr val="tx1"/>
                </a:solidFill>
                <a:latin typeface="Futura Bk" pitchFamily="34" charset="0"/>
                <a:ea typeface="宋体" panose="02010600030101010101" pitchFamily="2" charset="-122"/>
              </a:defRPr>
            </a:lvl5pPr>
            <a:lvl6pPr marL="25260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832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404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976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BD08BD3A-77BB-4517-8506-CDB1F94990AB}" type="slidenum">
              <a:rPr lang="zh-CN" altLang="en-US" sz="1200"/>
            </a:fld>
            <a:endParaRPr lang="en-US" altLang="zh-CN" sz="1200"/>
          </a:p>
        </p:txBody>
      </p:sp>
      <p:sp>
        <p:nvSpPr>
          <p:cNvPr id="32771" name="Rectangle 2"/>
          <p:cNvSpPr>
            <a:spLocks noGrp="1" noRot="1" noChangeAspect="1" noChangeArrowheads="1" noTextEdit="1"/>
          </p:cNvSpPr>
          <p:nvPr>
            <p:ph type="sldImg"/>
          </p:nvPr>
        </p:nvSpPr>
        <p:spPr>
          <a:xfrm>
            <a:off x="600075" y="893763"/>
            <a:ext cx="5489575" cy="3802062"/>
          </a:xfrm>
        </p:spPr>
      </p:sp>
      <p:sp>
        <p:nvSpPr>
          <p:cNvPr id="32772" name="Text Box 3"/>
          <p:cNvSpPr txBox="1">
            <a:spLocks noChangeArrowheads="1"/>
          </p:cNvSpPr>
          <p:nvPr/>
        </p:nvSpPr>
        <p:spPr bwMode="gray">
          <a:xfrm>
            <a:off x="890588" y="5634038"/>
            <a:ext cx="18415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989" tIns="45994" rIns="91989" bIns="45994"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spcBef>
                <a:spcPct val="50000"/>
              </a:spcBef>
            </a:pPr>
            <a:endParaRPr lang="zh-CN" altLang="en-US" sz="1400">
              <a:solidFill>
                <a:srgbClr val="000000"/>
              </a:solidFill>
              <a:latin typeface="楷体" panose="02010609060101010101" pitchFamily="49" charset="-122"/>
              <a:ea typeface="楷体" panose="02010609060101010101" pitchFamily="49" charset="-122"/>
            </a:endParaRPr>
          </a:p>
        </p:txBody>
      </p:sp>
      <p:sp>
        <p:nvSpPr>
          <p:cNvPr id="32773" name="Rectangle 4"/>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dirty="0">
                <a:solidFill>
                  <a:srgbClr val="000000"/>
                </a:solidFill>
              </a:rPr>
              <a:t>   项目管理的技巧		</a:t>
            </a:r>
            <a:r>
              <a:rPr lang="en-US" altLang="zh-CN" dirty="0">
                <a:solidFill>
                  <a:srgbClr val="000000"/>
                </a:solidFill>
              </a:rPr>
              <a:t>hard skills</a:t>
            </a:r>
            <a:endParaRPr lang="en-US" altLang="zh-CN" dirty="0">
              <a:solidFill>
                <a:srgbClr val="000000"/>
              </a:solidFill>
            </a:endParaRPr>
          </a:p>
          <a:p>
            <a:r>
              <a:rPr lang="zh-CN" altLang="en-US" dirty="0">
                <a:solidFill>
                  <a:srgbClr val="000000"/>
                </a:solidFill>
              </a:rPr>
              <a:t>   人员管理的技巧		</a:t>
            </a:r>
            <a:r>
              <a:rPr lang="en-US" altLang="zh-CN" dirty="0">
                <a:solidFill>
                  <a:srgbClr val="000000"/>
                </a:solidFill>
              </a:rPr>
              <a:t>internal team</a:t>
            </a:r>
            <a:endParaRPr lang="en-US" altLang="zh-CN" dirty="0">
              <a:solidFill>
                <a:srgbClr val="000000"/>
              </a:solidFill>
            </a:endParaRPr>
          </a:p>
          <a:p>
            <a:r>
              <a:rPr lang="zh-CN" altLang="en-US" dirty="0">
                <a:solidFill>
                  <a:srgbClr val="000000"/>
                </a:solidFill>
              </a:rPr>
              <a:t>   良好的人际关系		</a:t>
            </a:r>
            <a:r>
              <a:rPr lang="en-US" altLang="zh-CN" dirty="0">
                <a:solidFill>
                  <a:srgbClr val="000000"/>
                </a:solidFill>
              </a:rPr>
              <a:t>external</a:t>
            </a:r>
            <a:endParaRPr lang="en-US" altLang="zh-CN" dirty="0">
              <a:solidFill>
                <a:srgbClr val="000000"/>
              </a:solidFill>
            </a:endParaRPr>
          </a:p>
          <a:p>
            <a:r>
              <a:rPr lang="zh-CN" altLang="en-US" dirty="0">
                <a:solidFill>
                  <a:srgbClr val="000000"/>
                </a:solidFill>
              </a:rPr>
              <a:t>   有高层管理的支持</a:t>
            </a:r>
            <a:endParaRPr lang="zh-CN" altLang="en-US" dirty="0">
              <a:solidFill>
                <a:srgbClr val="000000"/>
              </a:solidFill>
            </a:endParaRPr>
          </a:p>
          <a:p>
            <a:r>
              <a:rPr lang="zh-CN" altLang="en-US" dirty="0">
                <a:solidFill>
                  <a:srgbClr val="000000"/>
                </a:solidFill>
              </a:rPr>
              <a:t>   有时间投入</a:t>
            </a:r>
            <a:endParaRPr lang="zh-CN" altLang="en-US" dirty="0">
              <a:solidFill>
                <a:srgbClr val="000000"/>
              </a:solidFill>
            </a:endParaRPr>
          </a:p>
          <a:p>
            <a:endParaRPr lang="zh-CN" altLang="en-US" dirty="0"/>
          </a:p>
          <a:p>
            <a:r>
              <a:rPr lang="en-US" altLang="zh-CN" dirty="0"/>
              <a:t>Question: is a VP suitable for PM?</a:t>
            </a:r>
            <a:endParaRPr lang="en-US" altLang="zh-CN" dirty="0"/>
          </a:p>
          <a:p>
            <a:endParaRPr lang="en-US" altLang="zh-CN" dirty="0"/>
          </a:p>
          <a:p>
            <a:r>
              <a:rPr lang="zh-CN" altLang="en-US" dirty="0"/>
              <a:t>承诺是双向的：</a:t>
            </a:r>
            <a:endParaRPr lang="zh-CN" altLang="en-US" dirty="0"/>
          </a:p>
          <a:p>
            <a:r>
              <a:rPr lang="en-US" altLang="zh-CN" dirty="0"/>
              <a:t>PM </a:t>
            </a:r>
            <a:r>
              <a:rPr lang="en-US" altLang="zh-CN" dirty="0">
                <a:sym typeface="Wingdings" panose="05000000000000000000" pitchFamily="2" charset="2"/>
              </a:rPr>
              <a:t> Sponsor</a:t>
            </a:r>
            <a:endParaRPr lang="en-US" altLang="zh-CN" dirty="0">
              <a:sym typeface="Wingdings" panose="05000000000000000000" pitchFamily="2" charset="2"/>
            </a:endParaRPr>
          </a:p>
          <a:p>
            <a:r>
              <a:rPr lang="en-US" altLang="zh-CN" dirty="0">
                <a:sym typeface="Wingdings" panose="05000000000000000000" pitchFamily="2" charset="2"/>
              </a:rPr>
              <a:t>PM  Team</a:t>
            </a:r>
            <a:endParaRPr lang="en-US" altLang="zh-CN" dirty="0">
              <a:sym typeface="Wingdings" panose="05000000000000000000" pitchFamily="2" charset="2"/>
            </a:endParaRPr>
          </a:p>
          <a:p>
            <a:endParaRPr lang="en-US" altLang="zh-CN" dirty="0"/>
          </a:p>
          <a:p>
            <a:r>
              <a:rPr lang="en-US" altLang="zh-CN" dirty="0"/>
              <a:t>T-shape, simple project ‘|’ preferred, complex project ‘_’ preferred</a:t>
            </a:r>
            <a:endParaRPr lang="en-US" altLang="zh-CN" dirty="0"/>
          </a:p>
          <a:p>
            <a:endParaRPr lang="en-US" altLang="zh-CN" dirty="0"/>
          </a:p>
          <a:p>
            <a:r>
              <a:rPr lang="en-US" altLang="zh-CN" dirty="0"/>
              <a:t>Sample: job description of a ‘Project Manager’</a:t>
            </a:r>
            <a:endParaRPr lang="en-US" altLang="zh-CN" dirty="0"/>
          </a:p>
          <a:p>
            <a:endParaRPr lang="en-US" altLang="zh-CN" dirty="0"/>
          </a:p>
          <a:p>
            <a:pPr algn="l"/>
            <a:r>
              <a:rPr lang="zh-CN" altLang="en-US" b="0" i="0" dirty="0">
                <a:solidFill>
                  <a:srgbClr val="191B1F"/>
                </a:solidFill>
                <a:effectLst/>
                <a:highlight>
                  <a:srgbClr val="FFFFFF"/>
                </a:highlight>
                <a:latin typeface="-apple-system"/>
              </a:rPr>
              <a:t>农村里，有个人出门，看到在一条很窄的田埂上，俩人顶上了，谁也不让谁，谁也过不去。为什么不让呢？因为俩人都挑着很沉的担子，路太窄了，谁要让，谁就得从田埂上下去，站到水田里，沾一脚泥。</a:t>
            </a:r>
            <a:endParaRPr lang="zh-CN" altLang="en-US" b="0" i="0" dirty="0">
              <a:solidFill>
                <a:srgbClr val="191B1F"/>
              </a:solidFill>
              <a:effectLst/>
              <a:highlight>
                <a:srgbClr val="FFFFFF"/>
              </a:highlight>
              <a:latin typeface="-apple-system"/>
            </a:endParaRPr>
          </a:p>
          <a:p>
            <a:pPr algn="l"/>
            <a:r>
              <a:rPr lang="zh-CN" altLang="en-US" b="0" i="0" dirty="0">
                <a:solidFill>
                  <a:srgbClr val="191B1F"/>
                </a:solidFill>
                <a:effectLst/>
                <a:highlight>
                  <a:srgbClr val="FFFFFF"/>
                </a:highlight>
                <a:latin typeface="-apple-system"/>
              </a:rPr>
              <a:t>你作为一个旁观者，想上去劝，咋劝呢？</a:t>
            </a:r>
            <a:endParaRPr lang="zh-CN" altLang="en-US" b="0" i="0" dirty="0">
              <a:solidFill>
                <a:srgbClr val="191B1F"/>
              </a:solidFill>
              <a:effectLst/>
              <a:highlight>
                <a:srgbClr val="FFFFFF"/>
              </a:highlight>
              <a:latin typeface="-apple-system"/>
            </a:endParaRPr>
          </a:p>
          <a:p>
            <a:pPr algn="l"/>
            <a:r>
              <a:rPr lang="zh-CN" altLang="en-US" b="0" i="0" dirty="0">
                <a:solidFill>
                  <a:srgbClr val="191B1F"/>
                </a:solidFill>
                <a:effectLst/>
                <a:highlight>
                  <a:srgbClr val="FFFFFF"/>
                </a:highlight>
                <a:latin typeface="-apple-system"/>
              </a:rPr>
              <a:t>你说，这位年纪大，你下去，让他先过。他会说，凭啥。</a:t>
            </a:r>
            <a:endParaRPr lang="zh-CN" altLang="en-US" b="0" i="0" dirty="0">
              <a:solidFill>
                <a:srgbClr val="191B1F"/>
              </a:solidFill>
              <a:effectLst/>
              <a:highlight>
                <a:srgbClr val="FFFFFF"/>
              </a:highlight>
              <a:latin typeface="-apple-system"/>
            </a:endParaRPr>
          </a:p>
          <a:p>
            <a:pPr algn="l"/>
            <a:r>
              <a:rPr lang="zh-CN" altLang="en-US" b="0" i="0" dirty="0">
                <a:solidFill>
                  <a:srgbClr val="191B1F"/>
                </a:solidFill>
                <a:effectLst/>
                <a:highlight>
                  <a:srgbClr val="FFFFFF"/>
                </a:highlight>
                <a:latin typeface="-apple-system"/>
              </a:rPr>
              <a:t>你说，这位身上的担子重，你下去，让他先过。他还会说，凭啥。</a:t>
            </a:r>
            <a:endParaRPr lang="zh-CN" altLang="en-US" b="0" i="0" dirty="0">
              <a:solidFill>
                <a:srgbClr val="191B1F"/>
              </a:solidFill>
              <a:effectLst/>
              <a:highlight>
                <a:srgbClr val="FFFFFF"/>
              </a:highlight>
              <a:latin typeface="-apple-system"/>
            </a:endParaRPr>
          </a:p>
          <a:p>
            <a:pPr algn="l"/>
            <a:r>
              <a:rPr lang="zh-CN" altLang="en-US" b="0" i="0" dirty="0">
                <a:solidFill>
                  <a:srgbClr val="191B1F"/>
                </a:solidFill>
                <a:effectLst/>
                <a:highlight>
                  <a:srgbClr val="FFFFFF"/>
                </a:highlight>
                <a:latin typeface="-apple-system"/>
              </a:rPr>
              <a:t>你看，这不就顶死了吗？</a:t>
            </a:r>
            <a:endParaRPr lang="zh-CN" altLang="en-US" b="0" i="0" dirty="0">
              <a:solidFill>
                <a:srgbClr val="191B1F"/>
              </a:solidFill>
              <a:effectLst/>
              <a:highlight>
                <a:srgbClr val="FFFFFF"/>
              </a:highlight>
              <a:latin typeface="-apple-system"/>
            </a:endParaRPr>
          </a:p>
          <a:p>
            <a:pPr algn="l"/>
            <a:r>
              <a:rPr lang="zh-CN" altLang="en-US" b="0" i="0" dirty="0">
                <a:solidFill>
                  <a:srgbClr val="191B1F"/>
                </a:solidFill>
                <a:effectLst/>
                <a:highlight>
                  <a:srgbClr val="FFFFFF"/>
                </a:highlight>
                <a:latin typeface="-apple-system"/>
              </a:rPr>
              <a:t>那这个旁观者是怎么做的呢？</a:t>
            </a:r>
            <a:endParaRPr lang="zh-CN" altLang="en-US" b="0" i="0" dirty="0">
              <a:solidFill>
                <a:srgbClr val="191B1F"/>
              </a:solidFill>
              <a:effectLst/>
              <a:highlight>
                <a:srgbClr val="FFFFFF"/>
              </a:highlight>
              <a:latin typeface="-apple-system"/>
            </a:endParaRPr>
          </a:p>
          <a:p>
            <a:pPr algn="l"/>
            <a:r>
              <a:rPr lang="zh-CN" altLang="en-US" b="0" i="0" dirty="0">
                <a:solidFill>
                  <a:srgbClr val="191B1F"/>
                </a:solidFill>
                <a:effectLst/>
                <a:highlight>
                  <a:srgbClr val="FFFFFF"/>
                </a:highlight>
                <a:latin typeface="-apple-system"/>
              </a:rPr>
              <a:t>他走上前去说，来来来，我下到田里，你把担子交给我，我替你挑会儿，你这一侧身，不就过去了吗？</a:t>
            </a:r>
            <a:endParaRPr lang="zh-CN" altLang="en-US" b="0" i="0" dirty="0">
              <a:solidFill>
                <a:srgbClr val="191B1F"/>
              </a:solidFill>
              <a:effectLst/>
              <a:highlight>
                <a:srgbClr val="FFFFFF"/>
              </a:highlight>
              <a:latin typeface="-apple-system"/>
            </a:endParaRPr>
          </a:p>
          <a:p>
            <a:pPr algn="l"/>
            <a:r>
              <a:rPr lang="zh-CN" altLang="en-US" b="0" i="0" dirty="0">
                <a:solidFill>
                  <a:srgbClr val="191B1F"/>
                </a:solidFill>
                <a:effectLst/>
                <a:highlight>
                  <a:srgbClr val="FFFFFF"/>
                </a:highlight>
                <a:latin typeface="-apple-system"/>
              </a:rPr>
              <a:t>你看，只要你的身份稍稍转换一点，从一个旁观者，变成一个置身其中的人，把自己放进去，是不是一个看似无解的事，就有了答案？</a:t>
            </a:r>
            <a:endParaRPr lang="zh-CN" altLang="en-US" b="0" i="0" dirty="0">
              <a:solidFill>
                <a:srgbClr val="191B1F"/>
              </a:solidFill>
              <a:effectLst/>
              <a:highlight>
                <a:srgbClr val="FFFFFF"/>
              </a:highlight>
              <a:latin typeface="-apple-system"/>
            </a:endParaRPr>
          </a:p>
          <a:p>
            <a:br>
              <a:rPr lang="zh-CN" altLang="en-US" dirty="0"/>
            </a:br>
            <a:endParaRPr lang="en-US" alt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幻灯片图像占位符 1"/>
          <p:cNvSpPr>
            <a:spLocks noGrp="1" noRot="1" noChangeAspect="1" noChangeArrowheads="1" noTextEdit="1"/>
          </p:cNvSpPr>
          <p:nvPr>
            <p:ph type="sldImg"/>
          </p:nvPr>
        </p:nvSpPr>
        <p:spPr/>
      </p:sp>
      <p:sp>
        <p:nvSpPr>
          <p:cNvPr id="34819" name="备注占位符 2"/>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20" name="灯片编号占位符 3"/>
          <p:cNvSpPr>
            <a:spLocks noGrp="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9283AF37-EA91-4C2C-8912-C5C3C3B55D80}" type="slidenum">
              <a:rPr lang="zh-CN" altLang="en-US" sz="1200"/>
            </a:fld>
            <a:endParaRPr lang="en-US" altLang="zh-CN"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000000"/>
                </a:solidFill>
                <a:effectLst/>
                <a:highlight>
                  <a:srgbClr val="FFFFFF"/>
                </a:highlight>
                <a:latin typeface="-apple-system"/>
              </a:rPr>
              <a:t>在第一个原子弹项目，即曼哈顿计划中，朱利叶斯</a:t>
            </a:r>
            <a:r>
              <a:rPr lang="en-US" altLang="zh-CN" b="0" i="0" dirty="0">
                <a:solidFill>
                  <a:srgbClr val="000000"/>
                </a:solidFill>
                <a:effectLst/>
                <a:highlight>
                  <a:srgbClr val="FFFFFF"/>
                </a:highlight>
                <a:latin typeface="-apple-system"/>
              </a:rPr>
              <a:t>·</a:t>
            </a:r>
            <a:r>
              <a:rPr lang="zh-CN" altLang="en-US" b="0" i="0" dirty="0">
                <a:solidFill>
                  <a:srgbClr val="000000"/>
                </a:solidFill>
                <a:effectLst/>
                <a:highlight>
                  <a:srgbClr val="FFFFFF"/>
                </a:highlight>
                <a:latin typeface="-apple-system"/>
              </a:rPr>
              <a:t>罗伯特</a:t>
            </a:r>
            <a:r>
              <a:rPr lang="en-US" altLang="zh-CN" b="0" i="0" dirty="0">
                <a:solidFill>
                  <a:srgbClr val="000000"/>
                </a:solidFill>
                <a:effectLst/>
                <a:highlight>
                  <a:srgbClr val="FFFFFF"/>
                </a:highlight>
                <a:latin typeface="-apple-system"/>
              </a:rPr>
              <a:t>·</a:t>
            </a:r>
            <a:r>
              <a:rPr lang="zh-CN" altLang="en-US" b="0" i="0" dirty="0">
                <a:solidFill>
                  <a:srgbClr val="000000"/>
                </a:solidFill>
                <a:effectLst/>
                <a:highlight>
                  <a:srgbClr val="FFFFFF"/>
                </a:highlight>
                <a:latin typeface="-apple-system"/>
              </a:rPr>
              <a:t>奥本海默（</a:t>
            </a:r>
            <a:r>
              <a:rPr lang="en-US" altLang="zh-CN" b="0" i="0" dirty="0">
                <a:solidFill>
                  <a:srgbClr val="000000"/>
                </a:solidFill>
                <a:effectLst/>
                <a:highlight>
                  <a:srgbClr val="FFFFFF"/>
                </a:highlight>
                <a:latin typeface="-apple-system"/>
              </a:rPr>
              <a:t>J. Robert Oppenheimer</a:t>
            </a:r>
            <a:r>
              <a:rPr lang="zh-CN" altLang="en-US" b="0" i="0" dirty="0">
                <a:solidFill>
                  <a:srgbClr val="000000"/>
                </a:solidFill>
                <a:effectLst/>
                <a:highlight>
                  <a:srgbClr val="FFFFFF"/>
                </a:highlight>
                <a:latin typeface="-apple-system"/>
              </a:rPr>
              <a:t>）通常被认为是科学研究的负责人，他的角色类似于今天所说的“首席科学家”或“技术负责人”，负责核武器的设计和科学问题的解决方案。在此类比下，他的作用与现在所说的“解决方案架构师”有一定的相似性，因为他负责确保科学和技术设计符合项目需求。</a:t>
            </a:r>
            <a:endParaRPr lang="en-US" altLang="zh-CN" b="0" i="0" dirty="0">
              <a:solidFill>
                <a:srgbClr val="000000"/>
              </a:solidFill>
              <a:effectLst/>
              <a:highlight>
                <a:srgbClr val="FFFFFF"/>
              </a:highlight>
              <a:latin typeface="-apple-system"/>
            </a:endParaRPr>
          </a:p>
          <a:p>
            <a:pPr algn="l"/>
            <a:endParaRPr lang="zh-CN" altLang="en-US" b="0" i="0" dirty="0">
              <a:solidFill>
                <a:srgbClr val="000000"/>
              </a:solidFill>
              <a:effectLst/>
              <a:highlight>
                <a:srgbClr val="FFFFFF"/>
              </a:highlight>
              <a:latin typeface="-apple-system"/>
            </a:endParaRPr>
          </a:p>
          <a:p>
            <a:pPr algn="l"/>
            <a:r>
              <a:rPr lang="zh-CN" altLang="en-US" b="0" i="0" dirty="0">
                <a:solidFill>
                  <a:srgbClr val="000000"/>
                </a:solidFill>
                <a:effectLst/>
                <a:highlight>
                  <a:srgbClr val="FFFFFF"/>
                </a:highlight>
                <a:latin typeface="-apple-system"/>
              </a:rPr>
              <a:t>曼哈顿计划的项目经理是美国陆军中将莱斯利</a:t>
            </a:r>
            <a:r>
              <a:rPr lang="en-US" altLang="zh-CN" b="0" i="0" dirty="0">
                <a:solidFill>
                  <a:srgbClr val="000000"/>
                </a:solidFill>
                <a:effectLst/>
                <a:highlight>
                  <a:srgbClr val="FFFFFF"/>
                </a:highlight>
                <a:latin typeface="-apple-system"/>
              </a:rPr>
              <a:t>·</a:t>
            </a:r>
            <a:r>
              <a:rPr lang="zh-CN" altLang="en-US" b="0" i="0" dirty="0">
                <a:solidFill>
                  <a:srgbClr val="000000"/>
                </a:solidFill>
                <a:effectLst/>
                <a:highlight>
                  <a:srgbClr val="FFFFFF"/>
                </a:highlight>
                <a:latin typeface="-apple-system"/>
              </a:rPr>
              <a:t>格罗夫斯（</a:t>
            </a:r>
            <a:r>
              <a:rPr lang="en-US" altLang="zh-CN" b="0" i="0" dirty="0">
                <a:solidFill>
                  <a:srgbClr val="000000"/>
                </a:solidFill>
                <a:effectLst/>
                <a:highlight>
                  <a:srgbClr val="FFFFFF"/>
                </a:highlight>
                <a:latin typeface="-apple-system"/>
              </a:rPr>
              <a:t>Leslie R. Groves</a:t>
            </a:r>
            <a:r>
              <a:rPr lang="zh-CN" altLang="en-US" b="0" i="0" dirty="0">
                <a:solidFill>
                  <a:srgbClr val="000000"/>
                </a:solidFill>
                <a:effectLst/>
                <a:highlight>
                  <a:srgbClr val="FFFFFF"/>
                </a:highlight>
                <a:latin typeface="-apple-system"/>
              </a:rPr>
              <a:t>），他被任命为该项目的军事负责人。格罗夫斯将军负责整个项目的管理和行政工作，确保资源（包括资金和人力资源）的分配、项目进度以及与政府和军方的协调。他的角色更符合传统意义上的项目经理，负责确保项目的按时完成和成功。</a:t>
            </a:r>
            <a:endParaRPr lang="zh-CN" altLang="en-US" b="0" i="0" dirty="0">
              <a:solidFill>
                <a:srgbClr val="000000"/>
              </a:solidFill>
              <a:effectLst/>
              <a:highlight>
                <a:srgbClr val="FFFFFF"/>
              </a:highlight>
              <a:latin typeface="-apple-system"/>
            </a:endParaRPr>
          </a:p>
          <a:p>
            <a:br>
              <a:rPr lang="zh-CN" altLang="en-US" dirty="0"/>
            </a:br>
            <a:endParaRPr lang="zh-CN" altLang="en-US" dirty="0"/>
          </a:p>
        </p:txBody>
      </p:sp>
      <p:sp>
        <p:nvSpPr>
          <p:cNvPr id="4" name="灯片编号占位符 3"/>
          <p:cNvSpPr>
            <a:spLocks noGrp="1"/>
          </p:cNvSpPr>
          <p:nvPr>
            <p:ph type="sldNum" sz="quarter" idx="5"/>
          </p:nvPr>
        </p:nvSpPr>
        <p:spPr/>
        <p:txBody>
          <a:bodyPr/>
          <a:lstStyle/>
          <a:p>
            <a:pPr>
              <a:defRPr/>
            </a:pPr>
            <a:fld id="{C5B7699D-886D-4F4B-A5A1-A919EDAA6DE1}" type="slidenum">
              <a:rPr lang="zh-CN" altLang="en-US" smtClean="0"/>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幻灯片图像占位符 1"/>
          <p:cNvSpPr>
            <a:spLocks noGrp="1" noRot="1" noChangeAspect="1" noChangeArrowheads="1" noTextEdit="1"/>
          </p:cNvSpPr>
          <p:nvPr>
            <p:ph type="sldImg"/>
          </p:nvPr>
        </p:nvSpPr>
        <p:spPr/>
      </p:sp>
      <p:sp>
        <p:nvSpPr>
          <p:cNvPr id="36867" name="备注占位符 2"/>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868" name="灯片编号占位符 3"/>
          <p:cNvSpPr>
            <a:spLocks noGrp="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E40377C5-938D-43F8-8E38-B10FC3C945B6}" type="slidenum">
              <a:rPr lang="zh-CN" altLang="en-US" sz="1200"/>
            </a:fld>
            <a:endParaRPr lang="en-US" altLang="zh-CN"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6125" indent="-287655">
              <a:defRPr sz="2400">
                <a:solidFill>
                  <a:schemeClr val="tx1"/>
                </a:solidFill>
                <a:latin typeface="Futura Bk" pitchFamily="34" charset="0"/>
                <a:ea typeface="宋体" panose="02010600030101010101" pitchFamily="2" charset="-122"/>
              </a:defRPr>
            </a:lvl2pPr>
            <a:lvl3pPr marL="1149350" indent="-228600">
              <a:defRPr sz="2400">
                <a:solidFill>
                  <a:schemeClr val="tx1"/>
                </a:solidFill>
                <a:latin typeface="Futura Bk" pitchFamily="34" charset="0"/>
                <a:ea typeface="宋体" panose="02010600030101010101" pitchFamily="2" charset="-122"/>
              </a:defRPr>
            </a:lvl3pPr>
            <a:lvl4pPr marL="1609725" indent="-228600">
              <a:defRPr sz="2400">
                <a:solidFill>
                  <a:schemeClr val="tx1"/>
                </a:solidFill>
                <a:latin typeface="Futura Bk" pitchFamily="34" charset="0"/>
                <a:ea typeface="宋体" panose="02010600030101010101" pitchFamily="2" charset="-122"/>
              </a:defRPr>
            </a:lvl4pPr>
            <a:lvl5pPr marL="2068830" indent="-228600">
              <a:defRPr sz="2400">
                <a:solidFill>
                  <a:schemeClr val="tx1"/>
                </a:solidFill>
                <a:latin typeface="Futura Bk" pitchFamily="34" charset="0"/>
                <a:ea typeface="宋体" panose="02010600030101010101" pitchFamily="2" charset="-122"/>
              </a:defRPr>
            </a:lvl5pPr>
            <a:lvl6pPr marL="25260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832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404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976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A69A9796-1211-4111-A11C-5C82553B82DB}" type="slidenum">
              <a:rPr lang="zh-CN" altLang="en-US" sz="1200"/>
            </a:fld>
            <a:endParaRPr lang="en-US" altLang="zh-CN" sz="1200"/>
          </a:p>
        </p:txBody>
      </p:sp>
      <p:sp>
        <p:nvSpPr>
          <p:cNvPr id="38915" name="Rectangle 2"/>
          <p:cNvSpPr>
            <a:spLocks noGrp="1" noRot="1" noChangeAspect="1" noChangeArrowheads="1" noTextEdit="1"/>
          </p:cNvSpPr>
          <p:nvPr>
            <p:ph type="sldImg"/>
          </p:nvPr>
        </p:nvSpPr>
        <p:spPr/>
      </p:sp>
      <p:sp>
        <p:nvSpPr>
          <p:cNvPr id="38916" name="Rectangle 3"/>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zh-CN"/>
              <a:t>Hard skills: Plans, WBS, Gantt Charts, Standards, Controls, Variance Analysis, Metrics, Methods, Risk Mgt., Status Reports, Meeting Agendas, Minutes, Issues Tracking, Resource Estimating/ Leveling, Training, etc...</a:t>
            </a:r>
            <a:endParaRPr lang="en-US" altLang="zh-CN" b="1"/>
          </a:p>
          <a:p>
            <a:r>
              <a:rPr lang="en-US" altLang="zh-CN"/>
              <a:t>Soft skills: Communications, Leadership, Decision-making, Perspective, Business Judgment, Negotiations, Customer relations, Team-building, Problem-solving, Managing change, Managing expectations, etc...</a:t>
            </a:r>
            <a:endParaRPr lang="en-US" altLang="zh-CN" b="1"/>
          </a:p>
          <a:p>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5B7699D-886D-4F4B-A5A1-A919EDAA6DE1}" type="slidenum">
              <a:rPr lang="zh-CN" altLang="en-US" smtClean="0"/>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6125" indent="-287655">
              <a:defRPr sz="2400">
                <a:solidFill>
                  <a:schemeClr val="tx1"/>
                </a:solidFill>
                <a:latin typeface="Futura Bk" pitchFamily="34" charset="0"/>
                <a:ea typeface="宋体" panose="02010600030101010101" pitchFamily="2" charset="-122"/>
              </a:defRPr>
            </a:lvl2pPr>
            <a:lvl3pPr marL="1149350" indent="-228600">
              <a:defRPr sz="2400">
                <a:solidFill>
                  <a:schemeClr val="tx1"/>
                </a:solidFill>
                <a:latin typeface="Futura Bk" pitchFamily="34" charset="0"/>
                <a:ea typeface="宋体" panose="02010600030101010101" pitchFamily="2" charset="-122"/>
              </a:defRPr>
            </a:lvl3pPr>
            <a:lvl4pPr marL="1609725" indent="-228600">
              <a:defRPr sz="2400">
                <a:solidFill>
                  <a:schemeClr val="tx1"/>
                </a:solidFill>
                <a:latin typeface="Futura Bk" pitchFamily="34" charset="0"/>
                <a:ea typeface="宋体" panose="02010600030101010101" pitchFamily="2" charset="-122"/>
              </a:defRPr>
            </a:lvl4pPr>
            <a:lvl5pPr marL="2068830" indent="-228600">
              <a:defRPr sz="2400">
                <a:solidFill>
                  <a:schemeClr val="tx1"/>
                </a:solidFill>
                <a:latin typeface="Futura Bk" pitchFamily="34" charset="0"/>
                <a:ea typeface="宋体" panose="02010600030101010101" pitchFamily="2" charset="-122"/>
              </a:defRPr>
            </a:lvl5pPr>
            <a:lvl6pPr marL="25260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832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404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976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B6D0D419-61A5-47C9-907E-7B91F66A4984}" type="slidenum">
              <a:rPr lang="zh-CN" altLang="en-US" sz="1200"/>
            </a:fld>
            <a:endParaRPr lang="en-US" altLang="zh-CN" sz="1200"/>
          </a:p>
        </p:txBody>
      </p:sp>
      <p:sp>
        <p:nvSpPr>
          <p:cNvPr id="43011" name="Rectangle 2"/>
          <p:cNvSpPr>
            <a:spLocks noGrp="1" noRot="1" noChangeAspect="1" noChangeArrowheads="1" noTextEdit="1"/>
          </p:cNvSpPr>
          <p:nvPr>
            <p:ph type="sldImg"/>
          </p:nvPr>
        </p:nvSpPr>
        <p:spPr/>
      </p:sp>
      <p:sp>
        <p:nvSpPr>
          <p:cNvPr id="43012" name="Rectangle 3"/>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zh-CN" sz="1400"/>
              <a:t>Before the slide:</a:t>
            </a:r>
            <a:endParaRPr lang="en-US" altLang="zh-CN" sz="1400"/>
          </a:p>
          <a:p>
            <a:r>
              <a:rPr lang="en-US" altLang="zh-CN"/>
              <a:t>Make yourself a name paper on your desk – show the concept &amp; benefit of process</a:t>
            </a:r>
            <a:endParaRPr lang="en-US" altLang="zh-CN" sz="1400"/>
          </a:p>
          <a:p>
            <a:endParaRPr lang="en-US" altLang="zh-CN" sz="1400"/>
          </a:p>
          <a:p>
            <a:r>
              <a:rPr lang="en-US" altLang="zh-CN" sz="1400"/>
              <a:t>McDonald example:</a:t>
            </a:r>
            <a:endParaRPr lang="en-US" altLang="zh-CN" sz="1400"/>
          </a:p>
          <a:p>
            <a:r>
              <a:rPr lang="en-US" altLang="zh-CN" sz="1400"/>
              <a:t>Smile - Welcome to McDonald – ask what do you want – tell you the total price – get the food – receive money – thank you</a:t>
            </a:r>
            <a:endParaRPr lang="zh-CN" altLang="en-US" sz="1400"/>
          </a:p>
          <a:p>
            <a:endParaRPr lang="en-US" altLang="zh-CN" sz="1400"/>
          </a:p>
          <a:p>
            <a:r>
              <a:rPr lang="en-US" altLang="zh-CN" sz="1400"/>
              <a:t>Input		Process		Output</a:t>
            </a:r>
            <a:endParaRPr lang="en-US" altLang="zh-CN" sz="1400"/>
          </a:p>
          <a:p>
            <a:r>
              <a:rPr lang="en-US" altLang="zh-CN" sz="1400"/>
              <a:t>==============================</a:t>
            </a:r>
            <a:endParaRPr lang="en-US" altLang="zh-CN" sz="1400"/>
          </a:p>
          <a:p>
            <a:r>
              <a:rPr lang="zh-CN" altLang="en-US" sz="1400"/>
              <a:t>生肉		烤			巨无霸</a:t>
            </a:r>
            <a:endParaRPr lang="zh-CN" altLang="en-US" sz="1400"/>
          </a:p>
          <a:p>
            <a:r>
              <a:rPr lang="zh-CN" altLang="en-US" sz="1400"/>
              <a:t>面包		切</a:t>
            </a:r>
            <a:endParaRPr lang="zh-CN" altLang="en-US" sz="1400"/>
          </a:p>
          <a:p>
            <a:r>
              <a:rPr lang="zh-CN" altLang="en-US" sz="1400"/>
              <a:t>菜		洗</a:t>
            </a:r>
            <a:endParaRPr lang="zh-CN" altLang="en-US" sz="1400"/>
          </a:p>
          <a:p>
            <a:r>
              <a:rPr lang="zh-CN" altLang="en-US" sz="1400"/>
              <a:t>奶酪		包装</a:t>
            </a:r>
            <a:endParaRPr lang="zh-CN" altLang="en-US" sz="1400"/>
          </a:p>
          <a:p>
            <a:endParaRPr lang="zh-CN" altLang="en-US" sz="1400"/>
          </a:p>
          <a:p>
            <a:r>
              <a:rPr lang="zh-CN" altLang="en-US" sz="1400"/>
              <a:t>有流程的好处：</a:t>
            </a:r>
            <a:endParaRPr lang="zh-CN" altLang="en-US" sz="1400"/>
          </a:p>
          <a:p>
            <a:r>
              <a:rPr lang="en-US" altLang="zh-CN" sz="1400"/>
              <a:t>1</a:t>
            </a:r>
            <a:r>
              <a:rPr lang="zh-CN" altLang="en-US" sz="1400"/>
              <a:t>、结果的一致性</a:t>
            </a:r>
            <a:endParaRPr lang="zh-CN" altLang="en-US" sz="1400"/>
          </a:p>
          <a:p>
            <a:r>
              <a:rPr lang="en-US" altLang="zh-CN" sz="1400"/>
              <a:t>2</a:t>
            </a:r>
            <a:r>
              <a:rPr lang="zh-CN" altLang="en-US" sz="1400"/>
              <a:t>、易于经验、知识的传授</a:t>
            </a:r>
            <a:r>
              <a:rPr lang="en-US" altLang="zh-CN" sz="1400"/>
              <a:t>, cost v</a:t>
            </a:r>
            <a:endParaRPr lang="en-US" altLang="zh-CN" sz="1400"/>
          </a:p>
          <a:p>
            <a:r>
              <a:rPr lang="en-US" altLang="zh-CN" sz="1400"/>
              <a:t>3</a:t>
            </a:r>
            <a:r>
              <a:rPr lang="zh-CN" altLang="en-US" sz="1400"/>
              <a:t>、有共同语言</a:t>
            </a:r>
            <a:r>
              <a:rPr lang="en-US" altLang="zh-CN" sz="1400"/>
              <a:t>, communication ^</a:t>
            </a:r>
            <a:endParaRPr lang="en-US" altLang="zh-CN" sz="1400"/>
          </a:p>
          <a:p>
            <a:endParaRPr lang="zh-CN" altLang="en-US" sz="1400"/>
          </a:p>
          <a:p>
            <a:endParaRPr lang="zh-CN" altLang="en-US" sz="14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6125" indent="-287655">
              <a:defRPr sz="2400">
                <a:solidFill>
                  <a:schemeClr val="tx1"/>
                </a:solidFill>
                <a:latin typeface="Futura Bk" pitchFamily="34" charset="0"/>
                <a:ea typeface="宋体" panose="02010600030101010101" pitchFamily="2" charset="-122"/>
              </a:defRPr>
            </a:lvl2pPr>
            <a:lvl3pPr marL="1149350" indent="-228600">
              <a:defRPr sz="2400">
                <a:solidFill>
                  <a:schemeClr val="tx1"/>
                </a:solidFill>
                <a:latin typeface="Futura Bk" pitchFamily="34" charset="0"/>
                <a:ea typeface="宋体" panose="02010600030101010101" pitchFamily="2" charset="-122"/>
              </a:defRPr>
            </a:lvl3pPr>
            <a:lvl4pPr marL="1609725" indent="-228600">
              <a:defRPr sz="2400">
                <a:solidFill>
                  <a:schemeClr val="tx1"/>
                </a:solidFill>
                <a:latin typeface="Futura Bk" pitchFamily="34" charset="0"/>
                <a:ea typeface="宋体" panose="02010600030101010101" pitchFamily="2" charset="-122"/>
              </a:defRPr>
            </a:lvl4pPr>
            <a:lvl5pPr marL="2068830" indent="-228600">
              <a:defRPr sz="2400">
                <a:solidFill>
                  <a:schemeClr val="tx1"/>
                </a:solidFill>
                <a:latin typeface="Futura Bk" pitchFamily="34" charset="0"/>
                <a:ea typeface="宋体" panose="02010600030101010101" pitchFamily="2" charset="-122"/>
              </a:defRPr>
            </a:lvl5pPr>
            <a:lvl6pPr marL="25260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832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404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976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71C5E63C-FD18-40AC-96F3-2B3B6F98CEDA}" type="slidenum">
              <a:rPr lang="zh-CN" altLang="en-US" sz="1200"/>
            </a:fld>
            <a:endParaRPr lang="en-US" altLang="zh-CN" sz="1200"/>
          </a:p>
        </p:txBody>
      </p:sp>
      <p:sp>
        <p:nvSpPr>
          <p:cNvPr id="45059" name="Rectangle 2"/>
          <p:cNvSpPr>
            <a:spLocks noGrp="1" noRot="1" noChangeAspect="1" noChangeArrowheads="1" noTextEdit="1"/>
          </p:cNvSpPr>
          <p:nvPr>
            <p:ph type="sldImg"/>
          </p:nvPr>
        </p:nvSpPr>
        <p:spPr/>
      </p:sp>
      <p:sp>
        <p:nvSpPr>
          <p:cNvPr id="45060" name="Rectangle 3"/>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sz="1400" dirty="0"/>
              <a:t>在项目管理中，对于一个目标明确定义的项目，最重要的原则通常是：</a:t>
            </a:r>
            <a:endParaRPr lang="zh-CN" altLang="en-US" sz="1400" dirty="0"/>
          </a:p>
          <a:p>
            <a:endParaRPr lang="zh-CN" altLang="en-US" sz="1400" dirty="0"/>
          </a:p>
          <a:p>
            <a:pPr marL="0" marR="0" lvl="0" indent="0" algn="l" defTabSz="914400" rtl="0" eaLnBrk="0" fontAlgn="base" latinLnBrk="0" hangingPunct="0">
              <a:lnSpc>
                <a:spcPct val="100000"/>
              </a:lnSpc>
              <a:spcBef>
                <a:spcPct val="30000"/>
              </a:spcBef>
              <a:spcAft>
                <a:spcPct val="0"/>
              </a:spcAft>
              <a:buClrTx/>
              <a:buSzTx/>
              <a:buFontTx/>
              <a:buNone/>
              <a:defRPr/>
            </a:pPr>
            <a:r>
              <a:rPr lang="en-US" altLang="zh-CN" sz="1400" dirty="0"/>
              <a:t>A, </a:t>
            </a:r>
            <a:r>
              <a:rPr lang="zh-CN" altLang="en-US" sz="1400" dirty="0"/>
              <a:t>正确地做事 </a:t>
            </a:r>
            <a:r>
              <a:rPr lang="en-US" altLang="zh-CN" sz="1400" dirty="0"/>
              <a:t>– </a:t>
            </a:r>
            <a:r>
              <a:rPr lang="zh-CN" altLang="en-US" sz="1400" dirty="0"/>
              <a:t>做事情有方法论，有套路，这指的是执行质量，确保项目管理得当，任务按时完成，符合预算和标准等。</a:t>
            </a:r>
            <a:endParaRPr lang="en-US" altLang="zh-CN" sz="1400" dirty="0"/>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400" dirty="0"/>
          </a:p>
          <a:p>
            <a:r>
              <a:rPr lang="zh-CN" altLang="en-US" sz="1400" dirty="0"/>
              <a:t>题干之中已经提及了，“目标明确定义的项目”，已经定义好了“正确的事”</a:t>
            </a:r>
            <a:endParaRPr lang="zh-CN" altLang="en-US" sz="1400" dirty="0"/>
          </a:p>
          <a:p>
            <a:endParaRPr lang="zh-CN" altLang="en-US" sz="1400" dirty="0"/>
          </a:p>
          <a:p>
            <a:r>
              <a:rPr lang="en-US" altLang="zh-CN" sz="1400" dirty="0"/>
              <a:t>B, </a:t>
            </a:r>
            <a:r>
              <a:rPr lang="zh-CN" altLang="en-US" sz="1400" dirty="0"/>
              <a:t>做正确的事</a:t>
            </a:r>
            <a:endParaRPr lang="zh-CN" altLang="en-US" sz="1400" dirty="0"/>
          </a:p>
          <a:p>
            <a:endParaRPr lang="zh-CN" altLang="en-US" sz="1400" dirty="0"/>
          </a:p>
          <a:p>
            <a:r>
              <a:rPr lang="zh-CN" altLang="en-US" sz="1400" dirty="0"/>
              <a:t>这个原则的核心是确保项目的目标和成果与组织的战略目标一致，并且确实解决了正确的问题。这是项目成功的基础，因为即使项目被执行得很好（即“正确地做事”），如果它不符合组织的整体目标或不是当前最应该关注的问题，那么资源和努力都会被浪费。</a:t>
            </a:r>
            <a:endParaRPr lang="zh-CN" altLang="en-US" sz="1400" dirty="0"/>
          </a:p>
          <a:p>
            <a:endParaRPr lang="zh-CN" altLang="en-US" sz="1400" dirty="0"/>
          </a:p>
          <a:p>
            <a:endParaRPr lang="zh-CN" altLang="en-US" sz="1400" dirty="0"/>
          </a:p>
          <a:p>
            <a:r>
              <a:rPr lang="en-US" altLang="zh-CN" sz="1400" dirty="0"/>
              <a:t>C, </a:t>
            </a:r>
            <a:r>
              <a:rPr lang="zh-CN" altLang="en-US" sz="1400" dirty="0"/>
              <a:t>知道谁在做事 </a:t>
            </a:r>
            <a:r>
              <a:rPr lang="en-US" altLang="zh-CN" sz="1400" dirty="0"/>
              <a:t>- </a:t>
            </a:r>
            <a:r>
              <a:rPr lang="zh-CN" altLang="en-US" sz="1400" dirty="0"/>
              <a:t>这关乎责任和沟通，确保每个人都了解自己的角色和责任。</a:t>
            </a:r>
            <a:endParaRPr lang="zh-CN" altLang="en-US" sz="1400" dirty="0"/>
          </a:p>
          <a:p>
            <a:endParaRPr lang="zh-CN" altLang="en-US" sz="1400" dirty="0"/>
          </a:p>
          <a:p>
            <a:r>
              <a:rPr lang="en-US" altLang="zh-CN" sz="1400" dirty="0"/>
              <a:t>D, </a:t>
            </a:r>
            <a:r>
              <a:rPr lang="zh-CN" altLang="en-US" sz="1400" dirty="0"/>
              <a:t>找到做事的人 </a:t>
            </a:r>
            <a:r>
              <a:rPr lang="en-US" altLang="zh-CN" sz="1400" dirty="0"/>
              <a:t>- </a:t>
            </a:r>
            <a:r>
              <a:rPr lang="zh-CN" altLang="en-US" sz="1400" dirty="0"/>
              <a:t>这涉及到团队构建和资源分配，确保有合适的人手来执行任务。</a:t>
            </a:r>
            <a:endParaRPr lang="zh-CN" altLang="en-US" sz="1400" dirty="0"/>
          </a:p>
          <a:p>
            <a:endParaRPr lang="zh-CN" altLang="en-US" sz="1400" dirty="0"/>
          </a:p>
          <a:p>
            <a:r>
              <a:rPr lang="en-US" altLang="zh-CN" sz="1400" dirty="0"/>
              <a:t>E, </a:t>
            </a:r>
            <a:r>
              <a:rPr lang="zh-CN" altLang="en-US" sz="1400" dirty="0"/>
              <a:t>有做事的钱 </a:t>
            </a:r>
            <a:r>
              <a:rPr lang="en-US" altLang="zh-CN" sz="1400" dirty="0"/>
              <a:t>- </a:t>
            </a:r>
            <a:r>
              <a:rPr lang="zh-CN" altLang="en-US" sz="1400" dirty="0"/>
              <a:t>这是关于项目融资，确保项目拥有足够的预算来支持其活动和资源需求。</a:t>
            </a:r>
            <a:endParaRPr lang="zh-CN" altLang="en-US" sz="1400"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6125" indent="-287655">
              <a:defRPr sz="2400">
                <a:solidFill>
                  <a:schemeClr val="tx1"/>
                </a:solidFill>
                <a:latin typeface="Futura Bk" pitchFamily="34" charset="0"/>
                <a:ea typeface="宋体" panose="02010600030101010101" pitchFamily="2" charset="-122"/>
              </a:defRPr>
            </a:lvl2pPr>
            <a:lvl3pPr marL="1149350" indent="-228600">
              <a:defRPr sz="2400">
                <a:solidFill>
                  <a:schemeClr val="tx1"/>
                </a:solidFill>
                <a:latin typeface="Futura Bk" pitchFamily="34" charset="0"/>
                <a:ea typeface="宋体" panose="02010600030101010101" pitchFamily="2" charset="-122"/>
              </a:defRPr>
            </a:lvl3pPr>
            <a:lvl4pPr marL="1609725" indent="-228600">
              <a:defRPr sz="2400">
                <a:solidFill>
                  <a:schemeClr val="tx1"/>
                </a:solidFill>
                <a:latin typeface="Futura Bk" pitchFamily="34" charset="0"/>
                <a:ea typeface="宋体" panose="02010600030101010101" pitchFamily="2" charset="-122"/>
              </a:defRPr>
            </a:lvl4pPr>
            <a:lvl5pPr marL="2068830" indent="-228600">
              <a:defRPr sz="2400">
                <a:solidFill>
                  <a:schemeClr val="tx1"/>
                </a:solidFill>
                <a:latin typeface="Futura Bk" pitchFamily="34" charset="0"/>
                <a:ea typeface="宋体" panose="02010600030101010101" pitchFamily="2" charset="-122"/>
              </a:defRPr>
            </a:lvl5pPr>
            <a:lvl6pPr marL="25260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832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404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976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3E5CDBEC-2798-4222-8681-173881480102}" type="slidenum">
              <a:rPr lang="zh-CN" altLang="en-US" sz="1200"/>
            </a:fld>
            <a:endParaRPr lang="en-US" altLang="zh-CN" sz="1200"/>
          </a:p>
        </p:txBody>
      </p:sp>
      <p:sp>
        <p:nvSpPr>
          <p:cNvPr id="47107" name="Rectangle 2"/>
          <p:cNvSpPr>
            <a:spLocks noGrp="1" noRot="1" noChangeAspect="1" noChangeArrowheads="1" noTextEdit="1"/>
          </p:cNvSpPr>
          <p:nvPr>
            <p:ph type="sldImg"/>
          </p:nvPr>
        </p:nvSpPr>
        <p:spPr/>
      </p:sp>
      <p:sp>
        <p:nvSpPr>
          <p:cNvPr id="47108" name="Rectangle 3"/>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t>第一天上午结束</a:t>
            </a:r>
            <a:endParaRPr lang="zh-CN" altLang="en-US"/>
          </a:p>
          <a:p>
            <a:endParaRPr lang="en-US" altLang="zh-CN" sz="1400"/>
          </a:p>
          <a:p>
            <a:r>
              <a:rPr lang="en-US" altLang="zh-CN" sz="1400"/>
              <a:t>Input		Process		Output</a:t>
            </a:r>
            <a:endParaRPr lang="en-US" altLang="zh-CN" sz="1400"/>
          </a:p>
          <a:p>
            <a:r>
              <a:rPr lang="en-US" altLang="zh-CN" sz="1400"/>
              <a:t>==============================</a:t>
            </a:r>
            <a:endParaRPr lang="en-US" altLang="zh-CN" sz="1400"/>
          </a:p>
          <a:p>
            <a:r>
              <a:rPr lang="zh-CN" altLang="en-US" sz="1400"/>
              <a:t>资源		</a:t>
            </a:r>
            <a:r>
              <a:rPr lang="en-US" altLang="zh-CN" sz="1400"/>
              <a:t>PM process		Project result</a:t>
            </a:r>
            <a:endParaRPr lang="en-US" altLang="zh-CN" sz="1400"/>
          </a:p>
          <a:p>
            <a:r>
              <a:rPr lang="zh-CN" altLang="en-US" sz="1400"/>
              <a:t>范围		</a:t>
            </a:r>
            <a:endParaRPr lang="zh-CN" altLang="en-US" sz="1400"/>
          </a:p>
          <a:p>
            <a:r>
              <a:rPr lang="zh-CN" altLang="en-US" sz="1400"/>
              <a:t>知识		</a:t>
            </a:r>
            <a:endParaRPr lang="zh-CN" altLang="en-US" sz="1400"/>
          </a:p>
          <a:p>
            <a:r>
              <a:rPr lang="zh-CN" altLang="en-US" sz="1400"/>
              <a:t>经验		</a:t>
            </a:r>
            <a:endParaRPr lang="zh-CN" altLang="en-US" sz="1400"/>
          </a:p>
          <a:p>
            <a:endParaRPr lang="zh-CN" altLang="en-US"/>
          </a:p>
          <a:p>
            <a:r>
              <a:rPr lang="en-US" altLang="zh-CN"/>
              <a:t>Traffic light – red, yellow, green</a:t>
            </a:r>
            <a:endParaRPr lang="en-US" altLang="zh-CN"/>
          </a:p>
          <a:p>
            <a:r>
              <a:rPr lang="en-US" altLang="zh-CN"/>
              <a:t>Blue – sky &amp; sea – anywhere</a:t>
            </a:r>
            <a:endParaRPr lang="en-US" altLang="zh-CN"/>
          </a:p>
          <a:p>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6125" indent="-287655">
              <a:defRPr sz="2400">
                <a:solidFill>
                  <a:schemeClr val="tx1"/>
                </a:solidFill>
                <a:latin typeface="Futura Bk" pitchFamily="34" charset="0"/>
                <a:ea typeface="宋体" panose="02010600030101010101" pitchFamily="2" charset="-122"/>
              </a:defRPr>
            </a:lvl2pPr>
            <a:lvl3pPr marL="1149350" indent="-228600">
              <a:defRPr sz="2400">
                <a:solidFill>
                  <a:schemeClr val="tx1"/>
                </a:solidFill>
                <a:latin typeface="Futura Bk" pitchFamily="34" charset="0"/>
                <a:ea typeface="宋体" panose="02010600030101010101" pitchFamily="2" charset="-122"/>
              </a:defRPr>
            </a:lvl3pPr>
            <a:lvl4pPr marL="1609725" indent="-228600">
              <a:defRPr sz="2400">
                <a:solidFill>
                  <a:schemeClr val="tx1"/>
                </a:solidFill>
                <a:latin typeface="Futura Bk" pitchFamily="34" charset="0"/>
                <a:ea typeface="宋体" panose="02010600030101010101" pitchFamily="2" charset="-122"/>
              </a:defRPr>
            </a:lvl4pPr>
            <a:lvl5pPr marL="2068830" indent="-228600">
              <a:defRPr sz="2400">
                <a:solidFill>
                  <a:schemeClr val="tx1"/>
                </a:solidFill>
                <a:latin typeface="Futura Bk" pitchFamily="34" charset="0"/>
                <a:ea typeface="宋体" panose="02010600030101010101" pitchFamily="2" charset="-122"/>
              </a:defRPr>
            </a:lvl5pPr>
            <a:lvl6pPr marL="25260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832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404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976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15C0977E-3DF9-41BD-850C-594910BFB112}" type="slidenum">
              <a:rPr lang="zh-CN" altLang="en-US" sz="1200"/>
            </a:fld>
            <a:endParaRPr lang="en-US" altLang="zh-CN" sz="1200"/>
          </a:p>
        </p:txBody>
      </p:sp>
      <p:sp>
        <p:nvSpPr>
          <p:cNvPr id="49155" name="Rectangle 2"/>
          <p:cNvSpPr>
            <a:spLocks noGrp="1" noRot="1" noChangeAspect="1" noChangeArrowheads="1" noTextEdit="1"/>
          </p:cNvSpPr>
          <p:nvPr>
            <p:ph type="sldImg"/>
          </p:nvPr>
        </p:nvSpPr>
        <p:spPr/>
      </p:sp>
      <p:sp>
        <p:nvSpPr>
          <p:cNvPr id="49156" name="Text Box 5"/>
          <p:cNvSpPr>
            <a:spLocks noGrp="1" noChangeArrowheads="1"/>
          </p:cNvSpPr>
          <p:nvPr>
            <p:ph type="body" idx="1"/>
          </p:nvPr>
        </p:nvSpPr>
        <p:spPr>
          <a:xfrm>
            <a:off x="890588" y="4964113"/>
            <a:ext cx="4887912" cy="4465637"/>
          </a:xfrm>
          <a:noFill/>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sz="1400"/>
              <a:t>.</a:t>
            </a:r>
            <a:endParaRPr lang="zh-CN" altLang="en-US" sz="1400">
              <a:latin typeface="楷体" panose="02010609060101010101" pitchFamily="49" charset="-122"/>
              <a:ea typeface="楷体" panose="02010609060101010101" pitchFamily="49"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6125" indent="-287655">
              <a:defRPr sz="2400">
                <a:solidFill>
                  <a:schemeClr val="tx1"/>
                </a:solidFill>
                <a:latin typeface="Futura Bk" pitchFamily="34" charset="0"/>
                <a:ea typeface="宋体" panose="02010600030101010101" pitchFamily="2" charset="-122"/>
              </a:defRPr>
            </a:lvl2pPr>
            <a:lvl3pPr marL="1149350" indent="-228600">
              <a:defRPr sz="2400">
                <a:solidFill>
                  <a:schemeClr val="tx1"/>
                </a:solidFill>
                <a:latin typeface="Futura Bk" pitchFamily="34" charset="0"/>
                <a:ea typeface="宋体" panose="02010600030101010101" pitchFamily="2" charset="-122"/>
              </a:defRPr>
            </a:lvl3pPr>
            <a:lvl4pPr marL="1609725" indent="-228600">
              <a:defRPr sz="2400">
                <a:solidFill>
                  <a:schemeClr val="tx1"/>
                </a:solidFill>
                <a:latin typeface="Futura Bk" pitchFamily="34" charset="0"/>
                <a:ea typeface="宋体" panose="02010600030101010101" pitchFamily="2" charset="-122"/>
              </a:defRPr>
            </a:lvl4pPr>
            <a:lvl5pPr marL="2068830" indent="-228600">
              <a:defRPr sz="2400">
                <a:solidFill>
                  <a:schemeClr val="tx1"/>
                </a:solidFill>
                <a:latin typeface="Futura Bk" pitchFamily="34" charset="0"/>
                <a:ea typeface="宋体" panose="02010600030101010101" pitchFamily="2" charset="-122"/>
              </a:defRPr>
            </a:lvl5pPr>
            <a:lvl6pPr marL="25260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832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404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976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625902B0-8CEB-484D-A5EF-53911FF43C70}" type="slidenum">
              <a:rPr lang="zh-CN" altLang="en-US" sz="1200"/>
            </a:fld>
            <a:endParaRPr lang="en-US" altLang="zh-CN" sz="1200"/>
          </a:p>
        </p:txBody>
      </p:sp>
      <p:sp>
        <p:nvSpPr>
          <p:cNvPr id="51203" name="Rectangle 2"/>
          <p:cNvSpPr>
            <a:spLocks noGrp="1" noRot="1" noChangeAspect="1" noChangeArrowheads="1" noTextEdit="1"/>
          </p:cNvSpPr>
          <p:nvPr>
            <p:ph type="sldImg"/>
          </p:nvPr>
        </p:nvSpPr>
        <p:spPr/>
      </p:sp>
      <p:sp>
        <p:nvSpPr>
          <p:cNvPr id="51204" name="Text Box 4"/>
          <p:cNvSpPr txBox="1">
            <a:spLocks noChangeArrowheads="1"/>
          </p:cNvSpPr>
          <p:nvPr/>
        </p:nvSpPr>
        <p:spPr bwMode="auto">
          <a:xfrm>
            <a:off x="1981200" y="7508875"/>
            <a:ext cx="184150" cy="369888"/>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989" tIns="45994" rIns="91989" bIns="45994"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endParaRPr lang="zh-CN" altLang="en-US" sz="1800">
              <a:latin typeface="Futura Lt" pitchFamily="34" charset="0"/>
            </a:endParaRPr>
          </a:p>
        </p:txBody>
      </p:sp>
      <p:sp>
        <p:nvSpPr>
          <p:cNvPr id="497676" name="Text Box 12"/>
          <p:cNvSpPr txBox="1">
            <a:spLocks noGrp="1" noChangeArrowheads="1"/>
          </p:cNvSpPr>
          <p:nvPr>
            <p:ph type="body" idx="1"/>
          </p:nvPr>
        </p:nvSpPr>
        <p:spPr bwMode="auto">
          <a:xfrm>
            <a:off x="963613" y="6783388"/>
            <a:ext cx="4891087" cy="330200"/>
          </a:xfrm>
        </p:spPr>
        <p:txBody>
          <a:bodyPr/>
          <a:lstStyle/>
          <a:p>
            <a:pPr marL="229870" indent="-229870">
              <a:defRPr/>
            </a:pPr>
            <a:r>
              <a:rPr lang="zh-CN" altLang="en-US" sz="1400">
                <a:effectLst>
                  <a:outerShdw blurRad="38100" dist="38100" dir="2700000" algn="tl">
                    <a:srgbClr val="C0C0C0"/>
                  </a:outerShdw>
                </a:effectLst>
                <a:latin typeface="黑体" panose="02010609060101010101" pitchFamily="49" charset="-122"/>
                <a:ea typeface="黑体" panose="02010609060101010101" pitchFamily="49" charset="-122"/>
              </a:rPr>
              <a:t>工业机器人的例子</a:t>
            </a:r>
            <a:endParaRPr lang="zh-CN" altLang="en-US" sz="1400">
              <a:effectLst>
                <a:outerShdw blurRad="38100" dist="38100" dir="2700000" algn="tl">
                  <a:srgbClr val="C0C0C0"/>
                </a:outerShdw>
              </a:effectLst>
              <a:latin typeface="黑体" panose="02010609060101010101" pitchFamily="49" charset="-122"/>
              <a:ea typeface="黑体" panose="02010609060101010101" pitchFamily="49" charset="-122"/>
            </a:endParaRPr>
          </a:p>
          <a:p>
            <a:pPr marL="229870" indent="-229870">
              <a:defRPr/>
            </a:pPr>
            <a:endParaRPr lang="zh-CN" altLang="en-US" sz="1400">
              <a:effectLst>
                <a:outerShdw blurRad="38100" dist="38100" dir="2700000" algn="tl">
                  <a:srgbClr val="C0C0C0"/>
                </a:outerShdw>
              </a:effectLst>
              <a:latin typeface="黑体" panose="02010609060101010101" pitchFamily="49" charset="-122"/>
              <a:ea typeface="黑体" panose="02010609060101010101" pitchFamily="49" charset="-122"/>
            </a:endParaRPr>
          </a:p>
          <a:p>
            <a:pPr marL="229870" indent="-229870">
              <a:defRPr/>
            </a:pPr>
            <a:r>
              <a:rPr lang="zh-CN" altLang="en-US" sz="1400">
                <a:effectLst>
                  <a:outerShdw blurRad="38100" dist="38100" dir="2700000" algn="tl">
                    <a:srgbClr val="C0C0C0"/>
                  </a:outerShdw>
                </a:effectLst>
                <a:latin typeface="黑体" panose="02010609060101010101" pitchFamily="49" charset="-122"/>
                <a:ea typeface="黑体" panose="02010609060101010101" pitchFamily="49" charset="-122"/>
              </a:rPr>
              <a:t>让学员按组确定一个项目，描述该项目</a:t>
            </a:r>
            <a:endParaRPr lang="zh-CN" altLang="en-US" sz="1400">
              <a:effectLst>
                <a:outerShdw blurRad="38100" dist="38100" dir="2700000" algn="tl">
                  <a:srgbClr val="C0C0C0"/>
                </a:outerShdw>
              </a:effectLst>
              <a:latin typeface="黑体" panose="02010609060101010101" pitchFamily="49" charset="-122"/>
              <a:ea typeface="黑体" panose="02010609060101010101" pitchFamily="49" charset="-122"/>
            </a:endParaRPr>
          </a:p>
          <a:p>
            <a:pPr marL="229870" indent="-229870">
              <a:buFontTx/>
              <a:buAutoNum type="arabicPeriod"/>
              <a:defRPr/>
            </a:pPr>
            <a:r>
              <a:rPr lang="zh-CN" altLang="en-US" sz="1400">
                <a:effectLst>
                  <a:outerShdw blurRad="38100" dist="38100" dir="2700000" algn="tl">
                    <a:srgbClr val="C0C0C0"/>
                  </a:outerShdw>
                </a:effectLst>
                <a:latin typeface="黑体" panose="02010609060101010101" pitchFamily="49" charset="-122"/>
                <a:ea typeface="黑体" panose="02010609060101010101" pitchFamily="49" charset="-122"/>
              </a:rPr>
              <a:t>乙方角度</a:t>
            </a:r>
            <a:endParaRPr lang="zh-CN" altLang="en-US" sz="1400">
              <a:effectLst>
                <a:outerShdw blurRad="38100" dist="38100" dir="2700000" algn="tl">
                  <a:srgbClr val="C0C0C0"/>
                </a:outerShdw>
              </a:effectLst>
              <a:latin typeface="黑体" panose="02010609060101010101" pitchFamily="49" charset="-122"/>
              <a:ea typeface="黑体" panose="02010609060101010101" pitchFamily="49" charset="-122"/>
            </a:endParaRPr>
          </a:p>
          <a:p>
            <a:pPr marL="229870" indent="-229870">
              <a:buFontTx/>
              <a:buAutoNum type="arabicPeriod"/>
              <a:defRPr/>
            </a:pPr>
            <a:r>
              <a:rPr lang="zh-CN" altLang="en-US" sz="1400">
                <a:effectLst>
                  <a:outerShdw blurRad="38100" dist="38100" dir="2700000" algn="tl">
                    <a:srgbClr val="C0C0C0"/>
                  </a:outerShdw>
                </a:effectLst>
                <a:latin typeface="黑体" panose="02010609060101010101" pitchFamily="49" charset="-122"/>
                <a:ea typeface="黑体" panose="02010609060101010101" pitchFamily="49" charset="-122"/>
              </a:rPr>
              <a:t>有一定复杂度，但不要过于复杂</a:t>
            </a:r>
            <a:endParaRPr lang="zh-CN" altLang="en-US" sz="1400">
              <a:effectLst>
                <a:outerShdw blurRad="38100" dist="38100" dir="2700000" algn="tl">
                  <a:srgbClr val="C0C0C0"/>
                </a:outerShdw>
              </a:effectLst>
              <a:latin typeface="黑体" panose="02010609060101010101" pitchFamily="49" charset="-122"/>
              <a:ea typeface="黑体" panose="02010609060101010101" pitchFamily="49" charset="-122"/>
            </a:endParaRPr>
          </a:p>
          <a:p>
            <a:pPr marL="229870" indent="-229870">
              <a:buFontTx/>
              <a:buAutoNum type="arabicPeriod"/>
              <a:defRPr/>
            </a:pPr>
            <a:r>
              <a:rPr lang="zh-CN" altLang="en-US" sz="1400">
                <a:effectLst>
                  <a:outerShdw blurRad="38100" dist="38100" dir="2700000" algn="tl">
                    <a:srgbClr val="C0C0C0"/>
                  </a:outerShdw>
                </a:effectLst>
                <a:latin typeface="黑体" panose="02010609060101010101" pitchFamily="49" charset="-122"/>
                <a:ea typeface="黑体" panose="02010609060101010101" pitchFamily="49" charset="-122"/>
              </a:rPr>
              <a:t>相对熟悉</a:t>
            </a:r>
            <a:endParaRPr lang="zh-CN" altLang="en-US" sz="1400">
              <a:effectLst>
                <a:outerShdw blurRad="38100" dist="38100" dir="2700000" algn="tl">
                  <a:srgbClr val="C0C0C0"/>
                </a:outerShdw>
              </a:effectLst>
              <a:latin typeface="黑体" panose="02010609060101010101" pitchFamily="49" charset="-122"/>
              <a:ea typeface="黑体" panose="02010609060101010101" pitchFamily="49" charset="-122"/>
            </a:endParaRPr>
          </a:p>
          <a:p>
            <a:pPr marL="229870" indent="-229870">
              <a:buFontTx/>
              <a:buAutoNum type="arabicPeriod"/>
              <a:defRPr/>
            </a:pPr>
            <a:endParaRPr lang="zh-CN" altLang="en-US" sz="1400">
              <a:effectLst>
                <a:outerShdw blurRad="38100" dist="38100" dir="2700000" algn="tl">
                  <a:srgbClr val="C0C0C0"/>
                </a:outerShdw>
              </a:effectLst>
              <a:latin typeface="黑体" panose="02010609060101010101" pitchFamily="49" charset="-122"/>
              <a:ea typeface="黑体" panose="02010609060101010101" pitchFamily="49" charset="-122"/>
            </a:endParaRPr>
          </a:p>
          <a:p>
            <a:pPr marL="229870" indent="-229870">
              <a:defRPr/>
            </a:pPr>
            <a:r>
              <a:rPr lang="en-US" altLang="zh-CN" sz="1400">
                <a:effectLst>
                  <a:outerShdw blurRad="38100" dist="38100" dir="2700000" algn="tl">
                    <a:srgbClr val="C0C0C0"/>
                  </a:outerShdw>
                </a:effectLst>
                <a:latin typeface="Futura Lt"/>
                <a:ea typeface="黑体" panose="02010609060101010101" pitchFamily="49" charset="-122"/>
              </a:rPr>
              <a:t>‘</a:t>
            </a:r>
            <a:r>
              <a:rPr lang="zh-CN" altLang="en-US" sz="1400">
                <a:effectLst>
                  <a:outerShdw blurRad="38100" dist="38100" dir="2700000" algn="tl">
                    <a:srgbClr val="C0C0C0"/>
                  </a:outerShdw>
                </a:effectLst>
                <a:latin typeface="黑体" panose="02010609060101010101" pitchFamily="49" charset="-122"/>
                <a:ea typeface="黑体" panose="02010609060101010101" pitchFamily="49" charset="-122"/>
              </a:rPr>
              <a:t>在有生之年周游世界</a:t>
            </a:r>
            <a:r>
              <a:rPr lang="en-US" altLang="zh-CN" sz="1400">
                <a:effectLst>
                  <a:outerShdw blurRad="38100" dist="38100" dir="2700000" algn="tl">
                    <a:srgbClr val="C0C0C0"/>
                  </a:outerShdw>
                </a:effectLst>
                <a:latin typeface="黑体" panose="02010609060101010101" pitchFamily="49" charset="-122"/>
                <a:ea typeface="黑体" panose="02010609060101010101" pitchFamily="49" charset="-122"/>
              </a:rPr>
              <a:t>, RMB5000</a:t>
            </a:r>
            <a:r>
              <a:rPr lang="en-US" altLang="zh-CN" sz="1400">
                <a:effectLst>
                  <a:outerShdw blurRad="38100" dist="38100" dir="2700000" algn="tl">
                    <a:srgbClr val="C0C0C0"/>
                  </a:outerShdw>
                </a:effectLst>
                <a:latin typeface="Futura Lt"/>
                <a:ea typeface="黑体" panose="02010609060101010101" pitchFamily="49" charset="-122"/>
              </a:rPr>
              <a:t>’</a:t>
            </a:r>
            <a:endParaRPr lang="en-US" altLang="zh-CN" sz="1400">
              <a:effectLst>
                <a:outerShdw blurRad="38100" dist="38100" dir="2700000" algn="tl">
                  <a:srgbClr val="C0C0C0"/>
                </a:outerShdw>
              </a:effectLst>
              <a:latin typeface="黑体" panose="02010609060101010101" pitchFamily="49" charset="-122"/>
              <a:ea typeface="黑体" panose="02010609060101010101" pitchFamily="49" charset="-122"/>
            </a:endParaRPr>
          </a:p>
          <a:p>
            <a:pPr marL="229870" indent="-229870">
              <a:defRPr/>
            </a:pPr>
            <a:endParaRPr lang="en-US" altLang="zh-CN" sz="1400">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ChangeArrowheads="1" noTextEdit="1"/>
          </p:cNvSpPr>
          <p:nvPr>
            <p:ph type="sldImg"/>
          </p:nvPr>
        </p:nvSpPr>
        <p:spPr/>
      </p:sp>
      <p:sp>
        <p:nvSpPr>
          <p:cNvPr id="53251" name="备注占位符 2"/>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52" name="灯片编号占位符 3"/>
          <p:cNvSpPr>
            <a:spLocks noGrp="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B7C188B4-DA1A-4650-BF2F-A4C68961C344}" type="slidenum">
              <a:rPr lang="zh-CN" altLang="en-US" sz="1200"/>
            </a:fld>
            <a:endParaRPr lang="en-US" altLang="zh-CN"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幻灯片图像占位符 1"/>
          <p:cNvSpPr>
            <a:spLocks noGrp="1" noRot="1" noChangeAspect="1" noChangeArrowheads="1" noTextEdit="1"/>
          </p:cNvSpPr>
          <p:nvPr>
            <p:ph type="sldImg"/>
          </p:nvPr>
        </p:nvSpPr>
        <p:spPr/>
      </p:sp>
      <p:sp>
        <p:nvSpPr>
          <p:cNvPr id="55299" name="备注占位符 2"/>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00" name="灯片编号占位符 3"/>
          <p:cNvSpPr>
            <a:spLocks noGrp="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05E03ADF-67BD-4F86-A08E-F12F7736B1B6}" type="slidenum">
              <a:rPr lang="zh-CN" altLang="en-US" sz="1200"/>
            </a:fld>
            <a:endParaRPr lang="en-US" altLang="zh-CN" sz="12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6125" indent="-287655">
              <a:defRPr sz="2400">
                <a:solidFill>
                  <a:schemeClr val="tx1"/>
                </a:solidFill>
                <a:latin typeface="Futura Bk" pitchFamily="34" charset="0"/>
                <a:ea typeface="宋体" panose="02010600030101010101" pitchFamily="2" charset="-122"/>
              </a:defRPr>
            </a:lvl2pPr>
            <a:lvl3pPr marL="1149350" indent="-228600">
              <a:defRPr sz="2400">
                <a:solidFill>
                  <a:schemeClr val="tx1"/>
                </a:solidFill>
                <a:latin typeface="Futura Bk" pitchFamily="34" charset="0"/>
                <a:ea typeface="宋体" panose="02010600030101010101" pitchFamily="2" charset="-122"/>
              </a:defRPr>
            </a:lvl3pPr>
            <a:lvl4pPr marL="1609725" indent="-228600">
              <a:defRPr sz="2400">
                <a:solidFill>
                  <a:schemeClr val="tx1"/>
                </a:solidFill>
                <a:latin typeface="Futura Bk" pitchFamily="34" charset="0"/>
                <a:ea typeface="宋体" panose="02010600030101010101" pitchFamily="2" charset="-122"/>
              </a:defRPr>
            </a:lvl4pPr>
            <a:lvl5pPr marL="2068830" indent="-228600">
              <a:defRPr sz="2400">
                <a:solidFill>
                  <a:schemeClr val="tx1"/>
                </a:solidFill>
                <a:latin typeface="Futura Bk" pitchFamily="34" charset="0"/>
                <a:ea typeface="宋体" panose="02010600030101010101" pitchFamily="2" charset="-122"/>
              </a:defRPr>
            </a:lvl5pPr>
            <a:lvl6pPr marL="25260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832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404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976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4F31D972-82DF-4D3C-93D8-261AE1156105}" type="slidenum">
              <a:rPr lang="zh-CN" altLang="en-US" sz="1200"/>
            </a:fld>
            <a:endParaRPr lang="en-US" altLang="zh-CN" sz="1200"/>
          </a:p>
        </p:txBody>
      </p:sp>
      <p:sp>
        <p:nvSpPr>
          <p:cNvPr id="57347" name="Rectangle 2"/>
          <p:cNvSpPr>
            <a:spLocks noGrp="1" noRot="1" noChangeAspect="1" noChangeArrowheads="1" noTextEdit="1"/>
          </p:cNvSpPr>
          <p:nvPr>
            <p:ph type="sldImg"/>
          </p:nvPr>
        </p:nvSpPr>
        <p:spPr>
          <a:xfrm>
            <a:off x="4048125" y="550863"/>
            <a:ext cx="2668588" cy="1847850"/>
          </a:xfrm>
        </p:spPr>
      </p:sp>
      <p:sp>
        <p:nvSpPr>
          <p:cNvPr id="959491" name="Rectangle 3"/>
          <p:cNvSpPr>
            <a:spLocks noGrp="1" noChangeArrowheads="1"/>
          </p:cNvSpPr>
          <p:nvPr>
            <p:ph type="body" idx="1"/>
          </p:nvPr>
        </p:nvSpPr>
        <p:spPr>
          <a:xfrm>
            <a:off x="227013" y="2644775"/>
            <a:ext cx="6229350" cy="520700"/>
          </a:xfrm>
        </p:spPr>
        <p:txBody>
          <a:bodyPr/>
          <a:lstStyle/>
          <a:p>
            <a:pPr>
              <a:defRPr/>
            </a:pPr>
            <a:r>
              <a:rPr lang="zh-CN" altLang="en-US" sz="1400" dirty="0">
                <a:effectLst>
                  <a:outerShdw blurRad="38100" dist="38100" dir="2700000" algn="tl">
                    <a:srgbClr val="C0C0C0"/>
                  </a:outerShdw>
                </a:effectLst>
                <a:latin typeface="黑体" panose="02010609060101010101" pitchFamily="49" charset="-122"/>
                <a:ea typeface="黑体" panose="02010609060101010101" pitchFamily="49" charset="-122"/>
              </a:rPr>
              <a:t>在张先生</a:t>
            </a:r>
            <a:r>
              <a:rPr lang="en-US" altLang="zh-CN" sz="1400" dirty="0">
                <a:effectLst>
                  <a:outerShdw blurRad="38100" dist="38100" dir="2700000" algn="tl">
                    <a:srgbClr val="C0C0C0"/>
                  </a:outerShdw>
                </a:effectLst>
                <a:latin typeface="黑体" panose="02010609060101010101" pitchFamily="49" charset="-122"/>
                <a:ea typeface="黑体" panose="02010609060101010101" pitchFamily="49" charset="-122"/>
              </a:rPr>
              <a:t>50</a:t>
            </a:r>
            <a:r>
              <a:rPr lang="zh-CN" altLang="en-US" sz="1400" dirty="0">
                <a:effectLst>
                  <a:outerShdw blurRad="38100" dist="38100" dir="2700000" algn="tl">
                    <a:srgbClr val="C0C0C0"/>
                  </a:outerShdw>
                </a:effectLst>
                <a:latin typeface="黑体" panose="02010609060101010101" pitchFamily="49" charset="-122"/>
                <a:ea typeface="黑体" panose="02010609060101010101" pitchFamily="49" charset="-122"/>
              </a:rPr>
              <a:t>岁之前，</a:t>
            </a:r>
            <a:endParaRPr lang="zh-CN" altLang="en-US" sz="1400" dirty="0">
              <a:effectLst>
                <a:outerShdw blurRad="38100" dist="38100" dir="2700000" algn="tl">
                  <a:srgbClr val="C0C0C0"/>
                </a:outerShdw>
              </a:effectLst>
              <a:latin typeface="黑体" panose="02010609060101010101" pitchFamily="49" charset="-122"/>
              <a:ea typeface="黑体" panose="02010609060101010101" pitchFamily="49" charset="-122"/>
            </a:endParaRPr>
          </a:p>
          <a:p>
            <a:pPr>
              <a:defRPr/>
            </a:pPr>
            <a:r>
              <a:rPr lang="zh-CN" altLang="en-US" sz="1400" dirty="0">
                <a:effectLst>
                  <a:outerShdw blurRad="38100" dist="38100" dir="2700000" algn="tl">
                    <a:srgbClr val="C0C0C0"/>
                  </a:outerShdw>
                </a:effectLst>
                <a:latin typeface="黑体" panose="02010609060101010101" pitchFamily="49" charset="-122"/>
                <a:ea typeface="黑体" panose="02010609060101010101" pitchFamily="49" charset="-122"/>
              </a:rPr>
              <a:t>包括欧洲的</a:t>
            </a:r>
            <a:r>
              <a:rPr lang="en-US" altLang="zh-CN" sz="1400" dirty="0">
                <a:effectLst>
                  <a:outerShdw blurRad="38100" dist="38100" dir="2700000" algn="tl">
                    <a:srgbClr val="C0C0C0"/>
                  </a:outerShdw>
                </a:effectLst>
                <a:latin typeface="黑体" panose="02010609060101010101" pitchFamily="49" charset="-122"/>
                <a:ea typeface="黑体" panose="02010609060101010101" pitchFamily="49" charset="-122"/>
              </a:rPr>
              <a:t>25</a:t>
            </a:r>
            <a:r>
              <a:rPr lang="zh-CN" altLang="en-US" sz="1400" dirty="0">
                <a:effectLst>
                  <a:outerShdw blurRad="38100" dist="38100" dir="2700000" algn="tl">
                    <a:srgbClr val="C0C0C0"/>
                  </a:outerShdw>
                </a:effectLst>
                <a:latin typeface="黑体" panose="02010609060101010101" pitchFamily="49" charset="-122"/>
                <a:ea typeface="黑体" panose="02010609060101010101" pitchFamily="49" charset="-122"/>
              </a:rPr>
              <a:t>国，美洲的</a:t>
            </a:r>
            <a:r>
              <a:rPr lang="en-US" altLang="zh-CN" sz="1400" dirty="0">
                <a:effectLst>
                  <a:outerShdw blurRad="38100" dist="38100" dir="2700000" algn="tl">
                    <a:srgbClr val="C0C0C0"/>
                  </a:outerShdw>
                </a:effectLst>
                <a:latin typeface="黑体" panose="02010609060101010101" pitchFamily="49" charset="-122"/>
                <a:ea typeface="黑体" panose="02010609060101010101" pitchFamily="49" charset="-122"/>
              </a:rPr>
              <a:t>15</a:t>
            </a:r>
            <a:r>
              <a:rPr lang="zh-CN" altLang="en-US" sz="1400" dirty="0">
                <a:effectLst>
                  <a:outerShdw blurRad="38100" dist="38100" dir="2700000" algn="tl">
                    <a:srgbClr val="C0C0C0"/>
                  </a:outerShdw>
                </a:effectLst>
                <a:latin typeface="黑体" panose="02010609060101010101" pitchFamily="49" charset="-122"/>
                <a:ea typeface="黑体" panose="02010609060101010101" pitchFamily="49" charset="-122"/>
              </a:rPr>
              <a:t>国</a:t>
            </a:r>
            <a:r>
              <a:rPr lang="en-US" altLang="zh-CN" sz="1400" dirty="0">
                <a:effectLst>
                  <a:outerShdw blurRad="38100" dist="38100" dir="2700000" algn="tl">
                    <a:srgbClr val="C0C0C0"/>
                  </a:outerShdw>
                </a:effectLst>
                <a:latin typeface="Futura Lt"/>
                <a:ea typeface="黑体" panose="02010609060101010101" pitchFamily="49" charset="-122"/>
              </a:rPr>
              <a:t>…</a:t>
            </a:r>
            <a:r>
              <a:rPr lang="en-US" altLang="zh-CN" sz="1400" dirty="0">
                <a:effectLst>
                  <a:outerShdw blurRad="38100" dist="38100" dir="2700000" algn="tl">
                    <a:srgbClr val="C0C0C0"/>
                  </a:outerShdw>
                </a:effectLst>
                <a:latin typeface="黑体" panose="02010609060101010101" pitchFamily="49" charset="-122"/>
                <a:ea typeface="黑体" panose="02010609060101010101" pitchFamily="49" charset="-122"/>
              </a:rPr>
              <a:t>, </a:t>
            </a:r>
            <a:endParaRPr lang="zh-CN" altLang="en-US" sz="1400" dirty="0">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6125" indent="-287655">
              <a:defRPr sz="2400">
                <a:solidFill>
                  <a:schemeClr val="tx1"/>
                </a:solidFill>
                <a:latin typeface="Futura Bk" pitchFamily="34" charset="0"/>
                <a:ea typeface="宋体" panose="02010600030101010101" pitchFamily="2" charset="-122"/>
              </a:defRPr>
            </a:lvl2pPr>
            <a:lvl3pPr marL="1149350" indent="-228600">
              <a:defRPr sz="2400">
                <a:solidFill>
                  <a:schemeClr val="tx1"/>
                </a:solidFill>
                <a:latin typeface="Futura Bk" pitchFamily="34" charset="0"/>
                <a:ea typeface="宋体" panose="02010600030101010101" pitchFamily="2" charset="-122"/>
              </a:defRPr>
            </a:lvl3pPr>
            <a:lvl4pPr marL="1609725" indent="-228600">
              <a:defRPr sz="2400">
                <a:solidFill>
                  <a:schemeClr val="tx1"/>
                </a:solidFill>
                <a:latin typeface="Futura Bk" pitchFamily="34" charset="0"/>
                <a:ea typeface="宋体" panose="02010600030101010101" pitchFamily="2" charset="-122"/>
              </a:defRPr>
            </a:lvl4pPr>
            <a:lvl5pPr marL="2068830" indent="-228600">
              <a:defRPr sz="2400">
                <a:solidFill>
                  <a:schemeClr val="tx1"/>
                </a:solidFill>
                <a:latin typeface="Futura Bk" pitchFamily="34" charset="0"/>
                <a:ea typeface="宋体" panose="02010600030101010101" pitchFamily="2" charset="-122"/>
              </a:defRPr>
            </a:lvl5pPr>
            <a:lvl6pPr marL="25260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832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404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976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D181F5C4-CFD3-4D95-B9DF-55611B1B1B99}" type="slidenum">
              <a:rPr lang="zh-CN" altLang="en-US" sz="1200"/>
            </a:fld>
            <a:endParaRPr lang="en-US" altLang="zh-CN" sz="1200"/>
          </a:p>
        </p:txBody>
      </p:sp>
      <p:sp>
        <p:nvSpPr>
          <p:cNvPr id="59395" name="Rectangle 2"/>
          <p:cNvSpPr>
            <a:spLocks noGrp="1" noRot="1" noChangeAspect="1" noChangeArrowheads="1" noTextEdit="1"/>
          </p:cNvSpPr>
          <p:nvPr>
            <p:ph type="sldImg"/>
          </p:nvPr>
        </p:nvSpPr>
        <p:spPr/>
      </p:sp>
      <p:sp>
        <p:nvSpPr>
          <p:cNvPr id="499715" name="Rectangle 3"/>
          <p:cNvSpPr>
            <a:spLocks noGrp="1" noChangeArrowheads="1"/>
          </p:cNvSpPr>
          <p:nvPr>
            <p:ph type="body" idx="1"/>
          </p:nvPr>
        </p:nvSpPr>
        <p:spPr/>
        <p:txBody>
          <a:bodyPr/>
          <a:lstStyle/>
          <a:p>
            <a:pPr>
              <a:defRPr/>
            </a:pPr>
            <a:r>
              <a:rPr lang="en-US" altLang="zh-CN" sz="1400"/>
              <a:t>Ask students to prepare some objectives</a:t>
            </a:r>
            <a:endParaRPr lang="en-US" altLang="zh-CN" sz="1400"/>
          </a:p>
          <a:p>
            <a:pPr>
              <a:defRPr/>
            </a:pPr>
            <a:endParaRPr lang="en-US" altLang="zh-CN" sz="1400"/>
          </a:p>
          <a:p>
            <a:pPr>
              <a:defRPr/>
            </a:pPr>
            <a:r>
              <a:rPr lang="en-US" altLang="zh-CN" sz="1400"/>
              <a:t>SMART principal for target making</a:t>
            </a:r>
            <a:endParaRPr lang="en-US" altLang="zh-CN" sz="1400"/>
          </a:p>
          <a:p>
            <a:pPr>
              <a:defRPr/>
            </a:pPr>
            <a:endParaRPr lang="en-US" altLang="zh-CN" sz="1400"/>
          </a:p>
          <a:p>
            <a:pPr>
              <a:defRPr/>
            </a:pPr>
            <a:r>
              <a:rPr lang="en-US" altLang="zh-CN" sz="1400"/>
              <a:t>HPE objectives:</a:t>
            </a:r>
            <a:endParaRPr lang="en-US" altLang="zh-CN" sz="1400"/>
          </a:p>
          <a:p>
            <a:pPr>
              <a:defRPr/>
            </a:pPr>
            <a:r>
              <a:rPr lang="en-US" altLang="zh-CN" sz="1400"/>
              <a:t>Revenue growth 20%</a:t>
            </a:r>
            <a:endParaRPr lang="en-US" altLang="zh-CN" sz="1400"/>
          </a:p>
          <a:p>
            <a:pPr>
              <a:defRPr/>
            </a:pPr>
            <a:r>
              <a:rPr lang="en-US" altLang="zh-CN" sz="1400"/>
              <a:t>Customer satisfaction: top 3 in China (external measurement)</a:t>
            </a:r>
            <a:endParaRPr lang="en-US" altLang="zh-CN" sz="1400"/>
          </a:p>
          <a:p>
            <a:pPr>
              <a:defRPr/>
            </a:pPr>
            <a:r>
              <a:rPr lang="en-US" altLang="zh-CN" sz="1400"/>
              <a:t>Employee satisfaction: above average (HR investigation)</a:t>
            </a:r>
            <a:endParaRPr lang="en-US" altLang="zh-CN" sz="1400"/>
          </a:p>
          <a:p>
            <a:pPr>
              <a:defRPr/>
            </a:pPr>
            <a:endParaRPr lang="en-US" altLang="zh-CN" sz="1400"/>
          </a:p>
          <a:p>
            <a:pPr>
              <a:defRPr/>
            </a:pPr>
            <a:r>
              <a:rPr lang="en-US" altLang="zh-CN" sz="1400"/>
              <a:t>CI objectives</a:t>
            </a:r>
            <a:endParaRPr lang="en-US" altLang="zh-CN" sz="1400"/>
          </a:p>
          <a:p>
            <a:pPr>
              <a:defRPr/>
            </a:pPr>
            <a:r>
              <a:rPr lang="en-US" altLang="zh-CN" sz="1400"/>
              <a:t>UR&gt;60%</a:t>
            </a:r>
            <a:endParaRPr lang="en-US" altLang="zh-CN" sz="1400"/>
          </a:p>
          <a:p>
            <a:pPr>
              <a:defRPr/>
            </a:pPr>
            <a:r>
              <a:rPr lang="en-US" altLang="zh-CN" sz="1400"/>
              <a:t>Order $2M</a:t>
            </a:r>
            <a:endParaRPr lang="en-US" altLang="zh-CN" sz="1400"/>
          </a:p>
          <a:p>
            <a:pPr>
              <a:defRPr/>
            </a:pPr>
            <a:r>
              <a:rPr lang="en-US" altLang="zh-CN" sz="1400"/>
              <a:t>No red project</a:t>
            </a:r>
            <a:endParaRPr lang="en-US" altLang="zh-CN" sz="1400"/>
          </a:p>
          <a:p>
            <a:pPr>
              <a:defRPr/>
            </a:pPr>
            <a:endParaRPr lang="zh-CN" altLang="en-US" sz="1400">
              <a:effectLst>
                <a:outerShdw blurRad="38100" dist="38100" dir="2700000" algn="tl">
                  <a:srgbClr val="C0C0C0"/>
                </a:outerShdw>
              </a:effectLst>
              <a:latin typeface="黑体" panose="02010609060101010101" pitchFamily="49" charset="-122"/>
              <a:ea typeface="黑体" panose="02010609060101010101" pitchFamily="49" charset="-122"/>
            </a:endParaRPr>
          </a:p>
          <a:p>
            <a:pPr>
              <a:defRPr/>
            </a:pPr>
            <a:r>
              <a:rPr lang="zh-CN" altLang="en-US" sz="1400">
                <a:effectLst>
                  <a:outerShdw blurRad="38100" dist="38100" dir="2700000" algn="tl">
                    <a:srgbClr val="C0C0C0"/>
                  </a:outerShdw>
                </a:effectLst>
                <a:latin typeface="黑体" panose="02010609060101010101" pitchFamily="49" charset="-122"/>
                <a:ea typeface="黑体" panose="02010609060101010101" pitchFamily="49" charset="-122"/>
              </a:rPr>
              <a:t>工业机器人的例子</a:t>
            </a:r>
            <a:endParaRPr lang="zh-CN" altLang="en-US" sz="1400">
              <a:effectLst>
                <a:outerShdw blurRad="38100" dist="38100" dir="2700000" algn="tl">
                  <a:srgbClr val="C0C0C0"/>
                </a:outerShdw>
              </a:effectLst>
              <a:latin typeface="黑体" panose="02010609060101010101" pitchFamily="49" charset="-122"/>
              <a:ea typeface="黑体" panose="02010609060101010101" pitchFamily="49" charset="-122"/>
            </a:endParaRPr>
          </a:p>
          <a:p>
            <a:pPr>
              <a:defRPr/>
            </a:pPr>
            <a:endParaRPr lang="en-US" altLang="zh-CN" sz="1400"/>
          </a:p>
          <a:p>
            <a:pPr>
              <a:defRPr/>
            </a:pPr>
            <a:r>
              <a:rPr lang="zh-CN" altLang="en-US" sz="1400"/>
              <a:t>分组制定项目的目标，学员点评，讲师总结</a:t>
            </a:r>
            <a:endParaRPr lang="zh-CN" altLang="en-US" sz="140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幻灯片图像占位符 1"/>
          <p:cNvSpPr>
            <a:spLocks noGrp="1" noRot="1" noChangeAspect="1" noChangeArrowheads="1" noTextEdit="1"/>
          </p:cNvSpPr>
          <p:nvPr>
            <p:ph type="sldImg"/>
          </p:nvPr>
        </p:nvSpPr>
        <p:spPr/>
      </p:sp>
      <p:sp>
        <p:nvSpPr>
          <p:cNvPr id="61443" name="备注占位符 2"/>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44" name="灯片编号占位符 3"/>
          <p:cNvSpPr>
            <a:spLocks noGrp="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4A81917F-83E3-45E9-853F-279163B94165}" type="slidenum">
              <a:rPr lang="zh-CN" altLang="en-US" sz="1200"/>
            </a:fld>
            <a:endParaRPr lang="en-US" altLang="zh-CN" sz="120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幻灯片图像占位符 1"/>
          <p:cNvSpPr>
            <a:spLocks noGrp="1" noRot="1" noChangeAspect="1" noChangeArrowheads="1" noTextEdit="1"/>
          </p:cNvSpPr>
          <p:nvPr>
            <p:ph type="sldImg"/>
          </p:nvPr>
        </p:nvSpPr>
        <p:spPr/>
      </p:sp>
      <p:sp>
        <p:nvSpPr>
          <p:cNvPr id="63491" name="备注占位符 2"/>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492" name="灯片编号占位符 3"/>
          <p:cNvSpPr>
            <a:spLocks noGrp="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F66AA2AB-CDD9-41C2-8214-BB21B7D1ED7A}" type="slidenum">
              <a:rPr lang="zh-CN" altLang="en-US" sz="1200"/>
            </a:fld>
            <a:endParaRPr lang="en-US" altLang="zh-CN" sz="120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幻灯片图像占位符 1"/>
          <p:cNvSpPr>
            <a:spLocks noGrp="1" noRot="1" noChangeAspect="1" noChangeArrowheads="1" noTextEdit="1"/>
          </p:cNvSpPr>
          <p:nvPr>
            <p:ph type="sldImg"/>
          </p:nvPr>
        </p:nvSpPr>
        <p:spPr/>
      </p:sp>
      <p:sp>
        <p:nvSpPr>
          <p:cNvPr id="65539" name="备注占位符 2"/>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540" name="灯片编号占位符 3"/>
          <p:cNvSpPr>
            <a:spLocks noGrp="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4D516C45-D6B6-44D0-B955-28E29A17A8F9}" type="slidenum">
              <a:rPr lang="zh-CN" altLang="en-US" sz="1200"/>
            </a:fld>
            <a:endParaRPr lang="en-US" altLang="zh-CN"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6125" indent="-287655">
              <a:defRPr sz="2400">
                <a:solidFill>
                  <a:schemeClr val="tx1"/>
                </a:solidFill>
                <a:latin typeface="Futura Bk" pitchFamily="34" charset="0"/>
                <a:ea typeface="宋体" panose="02010600030101010101" pitchFamily="2" charset="-122"/>
              </a:defRPr>
            </a:lvl2pPr>
            <a:lvl3pPr marL="1149350" indent="-228600">
              <a:defRPr sz="2400">
                <a:solidFill>
                  <a:schemeClr val="tx1"/>
                </a:solidFill>
                <a:latin typeface="Futura Bk" pitchFamily="34" charset="0"/>
                <a:ea typeface="宋体" panose="02010600030101010101" pitchFamily="2" charset="-122"/>
              </a:defRPr>
            </a:lvl3pPr>
            <a:lvl4pPr marL="1609725" indent="-228600">
              <a:defRPr sz="2400">
                <a:solidFill>
                  <a:schemeClr val="tx1"/>
                </a:solidFill>
                <a:latin typeface="Futura Bk" pitchFamily="34" charset="0"/>
                <a:ea typeface="宋体" panose="02010600030101010101" pitchFamily="2" charset="-122"/>
              </a:defRPr>
            </a:lvl4pPr>
            <a:lvl5pPr marL="2068830" indent="-228600">
              <a:defRPr sz="2400">
                <a:solidFill>
                  <a:schemeClr val="tx1"/>
                </a:solidFill>
                <a:latin typeface="Futura Bk" pitchFamily="34" charset="0"/>
                <a:ea typeface="宋体" panose="02010600030101010101" pitchFamily="2" charset="-122"/>
              </a:defRPr>
            </a:lvl5pPr>
            <a:lvl6pPr marL="25260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832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404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976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762B855C-65AF-42EC-9B41-647633320EB0}" type="slidenum">
              <a:rPr lang="zh-CN" altLang="en-US" sz="1200"/>
            </a:fld>
            <a:endParaRPr lang="en-US" altLang="zh-CN" sz="1200"/>
          </a:p>
        </p:txBody>
      </p:sp>
      <p:sp>
        <p:nvSpPr>
          <p:cNvPr id="68611" name="Rectangle 2"/>
          <p:cNvSpPr>
            <a:spLocks noGrp="1" noRot="1" noChangeAspect="1" noChangeArrowheads="1" noTextEdit="1"/>
          </p:cNvSpPr>
          <p:nvPr>
            <p:ph type="sldImg"/>
          </p:nvPr>
        </p:nvSpPr>
        <p:spPr/>
      </p:sp>
      <p:sp>
        <p:nvSpPr>
          <p:cNvPr id="626693" name="Text Box 5"/>
          <p:cNvSpPr txBox="1">
            <a:spLocks noGrp="1" noChangeArrowheads="1"/>
          </p:cNvSpPr>
          <p:nvPr>
            <p:ph type="body" idx="1"/>
          </p:nvPr>
        </p:nvSpPr>
        <p:spPr bwMode="auto">
          <a:xfrm>
            <a:off x="915988" y="4922838"/>
            <a:ext cx="4887912" cy="4468812"/>
          </a:xfrm>
        </p:spPr>
        <p:txBody>
          <a:bodyPr/>
          <a:lstStyle/>
          <a:p>
            <a:pPr>
              <a:lnSpc>
                <a:spcPct val="80000"/>
              </a:lnSpc>
              <a:spcAft>
                <a:spcPct val="50000"/>
              </a:spcAft>
              <a:defRPr/>
            </a:pPr>
            <a:r>
              <a:rPr lang="en-US" altLang="zh-CN" sz="1400">
                <a:effectLst>
                  <a:outerShdw blurRad="38100" dist="38100" dir="2700000" algn="tl">
                    <a:srgbClr val="C0C0C0"/>
                  </a:outerShdw>
                </a:effectLst>
                <a:latin typeface="Futura Lt" pitchFamily="34" charset="0"/>
                <a:ea typeface="仿宋_GB2312" pitchFamily="49" charset="-122"/>
              </a:rPr>
              <a:t>What get measured get done</a:t>
            </a:r>
            <a:endParaRPr lang="en-US" altLang="zh-CN" sz="1400">
              <a:effectLst>
                <a:outerShdw blurRad="38100" dist="38100" dir="2700000" algn="tl">
                  <a:srgbClr val="C0C0C0"/>
                </a:outerShdw>
              </a:effectLst>
              <a:latin typeface="Futura Lt" pitchFamily="34" charset="0"/>
              <a:ea typeface="仿宋_GB2312" pitchFamily="49"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6125" indent="-287655">
              <a:defRPr sz="2400">
                <a:solidFill>
                  <a:schemeClr val="tx1"/>
                </a:solidFill>
                <a:latin typeface="Futura Bk" pitchFamily="34" charset="0"/>
                <a:ea typeface="宋体" panose="02010600030101010101" pitchFamily="2" charset="-122"/>
              </a:defRPr>
            </a:lvl2pPr>
            <a:lvl3pPr marL="1149350" indent="-228600">
              <a:defRPr sz="2400">
                <a:solidFill>
                  <a:schemeClr val="tx1"/>
                </a:solidFill>
                <a:latin typeface="Futura Bk" pitchFamily="34" charset="0"/>
                <a:ea typeface="宋体" panose="02010600030101010101" pitchFamily="2" charset="-122"/>
              </a:defRPr>
            </a:lvl3pPr>
            <a:lvl4pPr marL="1609725" indent="-228600">
              <a:defRPr sz="2400">
                <a:solidFill>
                  <a:schemeClr val="tx1"/>
                </a:solidFill>
                <a:latin typeface="Futura Bk" pitchFamily="34" charset="0"/>
                <a:ea typeface="宋体" panose="02010600030101010101" pitchFamily="2" charset="-122"/>
              </a:defRPr>
            </a:lvl4pPr>
            <a:lvl5pPr marL="2068830" indent="-228600">
              <a:defRPr sz="2400">
                <a:solidFill>
                  <a:schemeClr val="tx1"/>
                </a:solidFill>
                <a:latin typeface="Futura Bk" pitchFamily="34" charset="0"/>
                <a:ea typeface="宋体" panose="02010600030101010101" pitchFamily="2" charset="-122"/>
              </a:defRPr>
            </a:lvl5pPr>
            <a:lvl6pPr marL="25260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832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404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976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DBD677F8-9749-4185-9456-0443F8F58DB7}" type="slidenum">
              <a:rPr lang="zh-CN" altLang="en-US" sz="1200"/>
            </a:fld>
            <a:endParaRPr lang="en-US" altLang="zh-CN" sz="1200"/>
          </a:p>
        </p:txBody>
      </p:sp>
      <p:sp>
        <p:nvSpPr>
          <p:cNvPr id="70659" name="Rectangle 2"/>
          <p:cNvSpPr>
            <a:spLocks noGrp="1" noRot="1" noChangeAspect="1" noChangeArrowheads="1" noTextEdit="1"/>
          </p:cNvSpPr>
          <p:nvPr>
            <p:ph type="sldImg"/>
          </p:nvPr>
        </p:nvSpPr>
        <p:spPr/>
      </p:sp>
      <p:sp>
        <p:nvSpPr>
          <p:cNvPr id="70660" name="Rectangle 3"/>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6125" indent="-287655">
              <a:defRPr sz="2400">
                <a:solidFill>
                  <a:schemeClr val="tx1"/>
                </a:solidFill>
                <a:latin typeface="Futura Bk" pitchFamily="34" charset="0"/>
                <a:ea typeface="宋体" panose="02010600030101010101" pitchFamily="2" charset="-122"/>
              </a:defRPr>
            </a:lvl2pPr>
            <a:lvl3pPr marL="1149350" indent="-228600">
              <a:defRPr sz="2400">
                <a:solidFill>
                  <a:schemeClr val="tx1"/>
                </a:solidFill>
                <a:latin typeface="Futura Bk" pitchFamily="34" charset="0"/>
                <a:ea typeface="宋体" panose="02010600030101010101" pitchFamily="2" charset="-122"/>
              </a:defRPr>
            </a:lvl3pPr>
            <a:lvl4pPr marL="1609725" indent="-228600">
              <a:defRPr sz="2400">
                <a:solidFill>
                  <a:schemeClr val="tx1"/>
                </a:solidFill>
                <a:latin typeface="Futura Bk" pitchFamily="34" charset="0"/>
                <a:ea typeface="宋体" panose="02010600030101010101" pitchFamily="2" charset="-122"/>
              </a:defRPr>
            </a:lvl4pPr>
            <a:lvl5pPr marL="2068830" indent="-228600">
              <a:defRPr sz="2400">
                <a:solidFill>
                  <a:schemeClr val="tx1"/>
                </a:solidFill>
                <a:latin typeface="Futura Bk" pitchFamily="34" charset="0"/>
                <a:ea typeface="宋体" panose="02010600030101010101" pitchFamily="2" charset="-122"/>
              </a:defRPr>
            </a:lvl5pPr>
            <a:lvl6pPr marL="25260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832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404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976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42BFD1ED-2B13-41F6-B13E-2DF6614A7CB8}" type="slidenum">
              <a:rPr lang="zh-CN" altLang="en-US" sz="1200"/>
            </a:fld>
            <a:endParaRPr lang="en-US" altLang="zh-CN" sz="1200"/>
          </a:p>
        </p:txBody>
      </p:sp>
      <p:sp>
        <p:nvSpPr>
          <p:cNvPr id="72707" name="Rectangle 2"/>
          <p:cNvSpPr>
            <a:spLocks noGrp="1" noRot="1" noChangeAspect="1" noChangeArrowheads="1" noTextEdit="1"/>
          </p:cNvSpPr>
          <p:nvPr>
            <p:ph type="sldImg"/>
          </p:nvPr>
        </p:nvSpPr>
        <p:spPr/>
      </p:sp>
      <p:sp>
        <p:nvSpPr>
          <p:cNvPr id="501763" name="Rectangle 3"/>
          <p:cNvSpPr>
            <a:spLocks noGrp="1" noChangeArrowheads="1"/>
          </p:cNvSpPr>
          <p:nvPr>
            <p:ph type="body" idx="1"/>
          </p:nvPr>
        </p:nvSpPr>
        <p:spPr/>
        <p:txBody>
          <a:bodyPr/>
          <a:lstStyle/>
          <a:p>
            <a:pPr>
              <a:defRPr/>
            </a:pPr>
            <a:r>
              <a:rPr lang="en-US" altLang="zh-CN"/>
              <a:t>Review day 1 learning: ask everyone to close the book, and write down the key points he still remember on paper, read it out 1 by 1</a:t>
            </a:r>
            <a:endParaRPr lang="en-US" altLang="zh-CN"/>
          </a:p>
          <a:p>
            <a:pPr>
              <a:defRPr/>
            </a:pPr>
            <a:endParaRPr lang="en-US" altLang="zh-CN"/>
          </a:p>
          <a:p>
            <a:pPr>
              <a:defRPr/>
            </a:pPr>
            <a:r>
              <a:rPr lang="zh-CN" altLang="en-US" sz="1400">
                <a:effectLst>
                  <a:outerShdw blurRad="38100" dist="38100" dir="2700000" algn="tl">
                    <a:srgbClr val="C0C0C0"/>
                  </a:outerShdw>
                </a:effectLst>
                <a:latin typeface="黑体" panose="02010609060101010101" pitchFamily="49" charset="-122"/>
                <a:ea typeface="黑体" panose="02010609060101010101" pitchFamily="49" charset="-122"/>
              </a:rPr>
              <a:t>工业机器人的例子</a:t>
            </a:r>
            <a:endParaRPr lang="zh-CN" altLang="en-US" sz="1400">
              <a:effectLst>
                <a:outerShdw blurRad="38100" dist="38100" dir="2700000" algn="tl">
                  <a:srgbClr val="C0C0C0"/>
                </a:outerShdw>
              </a:effectLst>
              <a:latin typeface="黑体" panose="02010609060101010101" pitchFamily="49" charset="-122"/>
              <a:ea typeface="黑体" panose="02010609060101010101" pitchFamily="49" charset="-122"/>
            </a:endParaRPr>
          </a:p>
          <a:p>
            <a:pPr>
              <a:defRPr/>
            </a:pPr>
            <a:endParaRPr lang="en-US" altLang="zh-CN"/>
          </a:p>
          <a:p>
            <a:pPr>
              <a:defRPr/>
            </a:pPr>
            <a:r>
              <a:rPr lang="en-US" altLang="zh-CN"/>
              <a:t>Granularity – how far should be broken?</a:t>
            </a:r>
            <a:endParaRPr lang="en-US" altLang="zh-CN"/>
          </a:p>
          <a:p>
            <a:pPr>
              <a:defRPr/>
            </a:pPr>
            <a:endParaRPr lang="en-US"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ChangeArrowheads="1" noTextEdit="1"/>
          </p:cNvSpPr>
          <p:nvPr>
            <p:ph type="sldImg"/>
          </p:nvPr>
        </p:nvSpPr>
        <p:spPr/>
      </p:sp>
      <p:sp>
        <p:nvSpPr>
          <p:cNvPr id="74755" name="备注占位符 2"/>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756" name="灯片编号占位符 3"/>
          <p:cNvSpPr>
            <a:spLocks noGrp="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0762C0A0-1086-4AD6-B3AA-12C9956D0E19}" type="slidenum">
              <a:rPr lang="zh-CN" altLang="en-US" sz="1200"/>
            </a:fld>
            <a:endParaRPr lang="en-US" altLang="zh-CN" sz="120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幻灯片图像占位符 1"/>
          <p:cNvSpPr>
            <a:spLocks noGrp="1" noRot="1" noChangeAspect="1" noChangeArrowheads="1" noTextEdit="1"/>
          </p:cNvSpPr>
          <p:nvPr>
            <p:ph type="sldImg"/>
          </p:nvPr>
        </p:nvSpPr>
        <p:spPr/>
      </p:sp>
      <p:sp>
        <p:nvSpPr>
          <p:cNvPr id="76803" name="备注占位符 2"/>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804" name="灯片编号占位符 3"/>
          <p:cNvSpPr>
            <a:spLocks noGrp="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2F281E26-F42F-42F3-99EE-1F898B51D140}" type="slidenum">
              <a:rPr lang="zh-CN" altLang="en-US" sz="1200"/>
            </a:fld>
            <a:endParaRPr lang="en-US" altLang="zh-CN"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p:cNvSpPr>
            <a:spLocks noGrp="1" noRot="1" noChangeAspect="1" noChangeArrowheads="1" noTextEdit="1"/>
          </p:cNvSpPr>
          <p:nvPr>
            <p:ph type="sldImg"/>
          </p:nvPr>
        </p:nvSpPr>
        <p:spPr/>
      </p:sp>
      <p:sp>
        <p:nvSpPr>
          <p:cNvPr id="78851" name="备注占位符 2"/>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zh-CN"/>
              <a:t>The </a:t>
            </a:r>
            <a:r>
              <a:rPr lang="en-US" altLang="zh-CN" b="1"/>
              <a:t>MECE</a:t>
            </a:r>
            <a:r>
              <a:rPr lang="en-US" altLang="zh-CN"/>
              <a:t> principle, pronounced "meece", is a grouping principle for separating a set of items into subsets that are mutually exclusive (ME) and collectively exhaustive (CE)</a:t>
            </a:r>
            <a:endParaRPr lang="zh-CN" altLang="en-US"/>
          </a:p>
        </p:txBody>
      </p:sp>
      <p:sp>
        <p:nvSpPr>
          <p:cNvPr id="78852" name="灯片编号占位符 3"/>
          <p:cNvSpPr>
            <a:spLocks noGrp="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879EEC39-15BD-4293-A177-96FD050C206E}" type="slidenum">
              <a:rPr lang="zh-CN" altLang="en-US" sz="1200"/>
            </a:fld>
            <a:endParaRPr lang="en-US" altLang="zh-CN"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6125" indent="-287655">
              <a:defRPr sz="2400">
                <a:solidFill>
                  <a:schemeClr val="tx1"/>
                </a:solidFill>
                <a:latin typeface="Futura Bk" pitchFamily="34" charset="0"/>
                <a:ea typeface="宋体" panose="02010600030101010101" pitchFamily="2" charset="-122"/>
              </a:defRPr>
            </a:lvl2pPr>
            <a:lvl3pPr marL="1149350" indent="-228600">
              <a:defRPr sz="2400">
                <a:solidFill>
                  <a:schemeClr val="tx1"/>
                </a:solidFill>
                <a:latin typeface="Futura Bk" pitchFamily="34" charset="0"/>
                <a:ea typeface="宋体" panose="02010600030101010101" pitchFamily="2" charset="-122"/>
              </a:defRPr>
            </a:lvl3pPr>
            <a:lvl4pPr marL="1609725" indent="-228600">
              <a:defRPr sz="2400">
                <a:solidFill>
                  <a:schemeClr val="tx1"/>
                </a:solidFill>
                <a:latin typeface="Futura Bk" pitchFamily="34" charset="0"/>
                <a:ea typeface="宋体" panose="02010600030101010101" pitchFamily="2" charset="-122"/>
              </a:defRPr>
            </a:lvl4pPr>
            <a:lvl5pPr marL="2068830" indent="-228600">
              <a:defRPr sz="2400">
                <a:solidFill>
                  <a:schemeClr val="tx1"/>
                </a:solidFill>
                <a:latin typeface="Futura Bk" pitchFamily="34" charset="0"/>
                <a:ea typeface="宋体" panose="02010600030101010101" pitchFamily="2" charset="-122"/>
              </a:defRPr>
            </a:lvl5pPr>
            <a:lvl6pPr marL="25260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832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404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976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463FEE8C-0376-4C78-A7D9-A4647F531E30}" type="slidenum">
              <a:rPr lang="zh-CN" altLang="en-US" sz="1200"/>
            </a:fld>
            <a:endParaRPr lang="en-US" altLang="zh-CN" sz="1200"/>
          </a:p>
        </p:txBody>
      </p:sp>
      <p:sp>
        <p:nvSpPr>
          <p:cNvPr id="83971" name="Rectangle 2"/>
          <p:cNvSpPr>
            <a:spLocks noGrp="1" noRot="1" noChangeAspect="1" noChangeArrowheads="1" noTextEdit="1"/>
          </p:cNvSpPr>
          <p:nvPr>
            <p:ph type="sldImg"/>
          </p:nvPr>
        </p:nvSpPr>
        <p:spPr/>
      </p:sp>
      <p:sp>
        <p:nvSpPr>
          <p:cNvPr id="83972" name="Rectangle 3"/>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zh-CN"/>
              <a:t>Detail go through the sample</a:t>
            </a:r>
            <a:endParaRPr lang="en-US" altLang="zh-CN"/>
          </a:p>
          <a:p>
            <a:endParaRPr lang="en-US" altLang="zh-CN"/>
          </a:p>
          <a:p>
            <a:r>
              <a:rPr lang="en-US" altLang="zh-CN"/>
              <a:t>PM as 1.1</a:t>
            </a:r>
            <a:endParaRPr lang="en-US" altLang="zh-CN"/>
          </a:p>
          <a:p>
            <a:r>
              <a:rPr lang="en-US" altLang="zh-CN"/>
              <a:t>Plan the review time in the WBS</a:t>
            </a:r>
            <a:endParaRPr lang="en-US"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6125" indent="-287655">
              <a:defRPr sz="2400">
                <a:solidFill>
                  <a:schemeClr val="tx1"/>
                </a:solidFill>
                <a:latin typeface="Futura Bk" pitchFamily="34" charset="0"/>
                <a:ea typeface="宋体" panose="02010600030101010101" pitchFamily="2" charset="-122"/>
              </a:defRPr>
            </a:lvl2pPr>
            <a:lvl3pPr marL="1149350" indent="-228600">
              <a:defRPr sz="2400">
                <a:solidFill>
                  <a:schemeClr val="tx1"/>
                </a:solidFill>
                <a:latin typeface="Futura Bk" pitchFamily="34" charset="0"/>
                <a:ea typeface="宋体" panose="02010600030101010101" pitchFamily="2" charset="-122"/>
              </a:defRPr>
            </a:lvl3pPr>
            <a:lvl4pPr marL="1609725" indent="-228600">
              <a:defRPr sz="2400">
                <a:solidFill>
                  <a:schemeClr val="tx1"/>
                </a:solidFill>
                <a:latin typeface="Futura Bk" pitchFamily="34" charset="0"/>
                <a:ea typeface="宋体" panose="02010600030101010101" pitchFamily="2" charset="-122"/>
              </a:defRPr>
            </a:lvl4pPr>
            <a:lvl5pPr marL="2068830" indent="-228600">
              <a:defRPr sz="2400">
                <a:solidFill>
                  <a:schemeClr val="tx1"/>
                </a:solidFill>
                <a:latin typeface="Futura Bk" pitchFamily="34" charset="0"/>
                <a:ea typeface="宋体" panose="02010600030101010101" pitchFamily="2" charset="-122"/>
              </a:defRPr>
            </a:lvl5pPr>
            <a:lvl6pPr marL="25260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832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404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976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DDB30E10-DE00-4C4D-8349-DD7F504D77CC}" type="slidenum">
              <a:rPr lang="zh-CN" altLang="en-US" sz="1200"/>
            </a:fld>
            <a:endParaRPr lang="en-US" altLang="zh-CN" sz="1200"/>
          </a:p>
        </p:txBody>
      </p:sp>
      <p:sp>
        <p:nvSpPr>
          <p:cNvPr id="86019" name="Rectangle 2"/>
          <p:cNvSpPr>
            <a:spLocks noGrp="1" noRot="1" noChangeAspect="1" noChangeArrowheads="1" noTextEdit="1"/>
          </p:cNvSpPr>
          <p:nvPr>
            <p:ph type="sldImg"/>
          </p:nvPr>
        </p:nvSpPr>
        <p:spPr/>
      </p:sp>
      <p:sp>
        <p:nvSpPr>
          <p:cNvPr id="86020" name="Rectangle 3"/>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t>三峡：文物保护、环境保护、移民、船闸、导流明渠、</a:t>
            </a:r>
            <a:r>
              <a:rPr lang="en-US" altLang="zh-CN"/>
              <a:t>etc</a:t>
            </a:r>
            <a:endParaRPr lang="en-US"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6125" indent="-287655">
              <a:defRPr sz="2400">
                <a:solidFill>
                  <a:schemeClr val="tx1"/>
                </a:solidFill>
                <a:latin typeface="Futura Bk" pitchFamily="34" charset="0"/>
                <a:ea typeface="宋体" panose="02010600030101010101" pitchFamily="2" charset="-122"/>
              </a:defRPr>
            </a:lvl2pPr>
            <a:lvl3pPr marL="1149350" indent="-228600">
              <a:defRPr sz="2400">
                <a:solidFill>
                  <a:schemeClr val="tx1"/>
                </a:solidFill>
                <a:latin typeface="Futura Bk" pitchFamily="34" charset="0"/>
                <a:ea typeface="宋体" panose="02010600030101010101" pitchFamily="2" charset="-122"/>
              </a:defRPr>
            </a:lvl3pPr>
            <a:lvl4pPr marL="1609725" indent="-228600">
              <a:defRPr sz="2400">
                <a:solidFill>
                  <a:schemeClr val="tx1"/>
                </a:solidFill>
                <a:latin typeface="Futura Bk" pitchFamily="34" charset="0"/>
                <a:ea typeface="宋体" panose="02010600030101010101" pitchFamily="2" charset="-122"/>
              </a:defRPr>
            </a:lvl4pPr>
            <a:lvl5pPr marL="2068830" indent="-228600">
              <a:defRPr sz="2400">
                <a:solidFill>
                  <a:schemeClr val="tx1"/>
                </a:solidFill>
                <a:latin typeface="Futura Bk" pitchFamily="34" charset="0"/>
                <a:ea typeface="宋体" panose="02010600030101010101" pitchFamily="2" charset="-122"/>
              </a:defRPr>
            </a:lvl5pPr>
            <a:lvl6pPr marL="25260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832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404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976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3C8A4910-08DC-45A2-BC3A-4C8EFF115DE0}" type="slidenum">
              <a:rPr lang="zh-CN" altLang="en-US" sz="1200"/>
            </a:fld>
            <a:endParaRPr lang="en-US" altLang="zh-CN" sz="1200"/>
          </a:p>
        </p:txBody>
      </p:sp>
      <p:sp>
        <p:nvSpPr>
          <p:cNvPr id="88067" name="Rectangle 2"/>
          <p:cNvSpPr>
            <a:spLocks noGrp="1" noRot="1" noChangeAspect="1" noChangeArrowheads="1" noTextEdit="1"/>
          </p:cNvSpPr>
          <p:nvPr>
            <p:ph type="sldImg"/>
          </p:nvPr>
        </p:nvSpPr>
        <p:spPr/>
      </p:sp>
      <p:sp>
        <p:nvSpPr>
          <p:cNvPr id="88068" name="Rectangle 3"/>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t>第一天结束</a:t>
            </a:r>
            <a:endParaRPr lang="zh-CN" altLang="en-US"/>
          </a:p>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6125" indent="-287655">
              <a:defRPr sz="2400">
                <a:solidFill>
                  <a:schemeClr val="tx1"/>
                </a:solidFill>
                <a:latin typeface="Futura Bk" pitchFamily="34" charset="0"/>
                <a:ea typeface="宋体" panose="02010600030101010101" pitchFamily="2" charset="-122"/>
              </a:defRPr>
            </a:lvl2pPr>
            <a:lvl3pPr marL="1149350" indent="-228600">
              <a:defRPr sz="2400">
                <a:solidFill>
                  <a:schemeClr val="tx1"/>
                </a:solidFill>
                <a:latin typeface="Futura Bk" pitchFamily="34" charset="0"/>
                <a:ea typeface="宋体" panose="02010600030101010101" pitchFamily="2" charset="-122"/>
              </a:defRPr>
            </a:lvl3pPr>
            <a:lvl4pPr marL="1609725" indent="-228600">
              <a:defRPr sz="2400">
                <a:solidFill>
                  <a:schemeClr val="tx1"/>
                </a:solidFill>
                <a:latin typeface="Futura Bk" pitchFamily="34" charset="0"/>
                <a:ea typeface="宋体" panose="02010600030101010101" pitchFamily="2" charset="-122"/>
              </a:defRPr>
            </a:lvl4pPr>
            <a:lvl5pPr marL="2068830" indent="-228600">
              <a:defRPr sz="2400">
                <a:solidFill>
                  <a:schemeClr val="tx1"/>
                </a:solidFill>
                <a:latin typeface="Futura Bk" pitchFamily="34" charset="0"/>
                <a:ea typeface="宋体" panose="02010600030101010101" pitchFamily="2" charset="-122"/>
              </a:defRPr>
            </a:lvl5pPr>
            <a:lvl6pPr marL="25260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832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404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976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D456F5E4-2C88-482F-945E-235C362E68E9}" type="slidenum">
              <a:rPr lang="zh-CN" altLang="en-US" sz="1200"/>
            </a:fld>
            <a:endParaRPr lang="en-US" altLang="zh-CN" sz="1200"/>
          </a:p>
        </p:txBody>
      </p:sp>
      <p:sp>
        <p:nvSpPr>
          <p:cNvPr id="90115" name="Rectangle 2"/>
          <p:cNvSpPr>
            <a:spLocks noGrp="1" noRot="1" noChangeAspect="1" noChangeArrowheads="1" noTextEdit="1"/>
          </p:cNvSpPr>
          <p:nvPr>
            <p:ph type="sldImg"/>
          </p:nvPr>
        </p:nvSpPr>
        <p:spPr/>
      </p:sp>
      <p:sp>
        <p:nvSpPr>
          <p:cNvPr id="90116" name="Rectangle 3"/>
          <p:cNvSpPr>
            <a:spLocks noGrp="1" noChangeArrowheads="1"/>
          </p:cNvSpPr>
          <p:nvPr>
            <p:ph type="body" idx="1"/>
          </p:nvPr>
        </p:nvSpPr>
        <p:spPr>
          <a:xfrm>
            <a:off x="890588" y="4964113"/>
            <a:ext cx="4887912" cy="1074737"/>
          </a:xfrm>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dirty="0">
                <a:solidFill>
                  <a:srgbClr val="D51001"/>
                </a:solidFill>
              </a:rPr>
              <a:t>工业机器人例子</a:t>
            </a:r>
            <a:endParaRPr lang="zh-CN" altLang="en-US" dirty="0">
              <a:solidFill>
                <a:srgbClr val="D51001"/>
              </a:solidFill>
            </a:endParaRPr>
          </a:p>
          <a:p>
            <a:endParaRPr lang="zh-CN" altLang="en-US" sz="1400" dirty="0"/>
          </a:p>
          <a:p>
            <a:r>
              <a:rPr lang="zh-CN" altLang="en-US" sz="1400" dirty="0"/>
              <a:t>请大家列出你的项目中所需要的资源。</a:t>
            </a:r>
            <a:endParaRPr lang="zh-CN" altLang="en-US" sz="1400" dirty="0"/>
          </a:p>
          <a:p>
            <a:endParaRPr lang="zh-CN" altLang="en-US" sz="1400" dirty="0"/>
          </a:p>
          <a:p>
            <a:r>
              <a:rPr lang="zh-CN" altLang="en-US" b="1" dirty="0">
                <a:solidFill>
                  <a:srgbClr val="D51001"/>
                </a:solidFill>
              </a:rPr>
              <a:t>核算资源成本：</a:t>
            </a:r>
            <a:r>
              <a:rPr lang="en-US" altLang="zh-CN" b="1" dirty="0">
                <a:solidFill>
                  <a:srgbClr val="D51001"/>
                </a:solidFill>
              </a:rPr>
              <a:t>Go/No go</a:t>
            </a:r>
            <a:endParaRPr lang="en-US" altLang="zh-CN" b="1" dirty="0">
              <a:solidFill>
                <a:srgbClr val="D51001"/>
              </a:solidFill>
            </a:endParaRPr>
          </a:p>
          <a:p>
            <a:endParaRPr lang="en-US" altLang="zh-CN" b="1" dirty="0">
              <a:solidFill>
                <a:srgbClr val="D51001"/>
              </a:solidFill>
            </a:endParaRPr>
          </a:p>
          <a:p>
            <a:r>
              <a:rPr lang="en-US" altLang="zh-CN" dirty="0">
                <a:solidFill>
                  <a:srgbClr val="D51001"/>
                </a:solidFill>
              </a:rPr>
              <a:t>PM</a:t>
            </a:r>
            <a:r>
              <a:rPr lang="zh-CN" altLang="en-US" dirty="0">
                <a:solidFill>
                  <a:srgbClr val="D51001"/>
                </a:solidFill>
              </a:rPr>
              <a:t>应当尽早介入项目，最迟要在</a:t>
            </a:r>
            <a:r>
              <a:rPr lang="en-US" altLang="zh-CN" b="1" dirty="0">
                <a:solidFill>
                  <a:srgbClr val="D51001"/>
                </a:solidFill>
              </a:rPr>
              <a:t>Go/No go</a:t>
            </a:r>
            <a:r>
              <a:rPr lang="zh-CN" altLang="en-US" dirty="0">
                <a:solidFill>
                  <a:srgbClr val="D51001"/>
                </a:solidFill>
              </a:rPr>
              <a:t>时</a:t>
            </a:r>
            <a:endParaRPr lang="zh-CN" altLang="en-US" dirty="0">
              <a:solidFill>
                <a:srgbClr val="D5100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幻灯片图像占位符 1"/>
          <p:cNvSpPr>
            <a:spLocks noGrp="1" noRot="1" noChangeAspect="1" noChangeArrowheads="1" noTextEdit="1"/>
          </p:cNvSpPr>
          <p:nvPr>
            <p:ph type="sldImg"/>
          </p:nvPr>
        </p:nvSpPr>
        <p:spPr/>
      </p:sp>
      <p:sp>
        <p:nvSpPr>
          <p:cNvPr id="92163" name="备注占位符 2"/>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164" name="灯片编号占位符 3"/>
          <p:cNvSpPr>
            <a:spLocks noGrp="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CF698438-5BCF-4588-A661-838A8B9BD065}" type="slidenum">
              <a:rPr lang="zh-CN" altLang="en-US" sz="1200"/>
            </a:fld>
            <a:endParaRPr lang="en-US" altLang="zh-CN" sz="120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6125" indent="-287655">
              <a:defRPr sz="2400">
                <a:solidFill>
                  <a:schemeClr val="tx1"/>
                </a:solidFill>
                <a:latin typeface="Futura Bk" pitchFamily="34" charset="0"/>
                <a:ea typeface="宋体" panose="02010600030101010101" pitchFamily="2" charset="-122"/>
              </a:defRPr>
            </a:lvl2pPr>
            <a:lvl3pPr marL="1149350" indent="-228600">
              <a:defRPr sz="2400">
                <a:solidFill>
                  <a:schemeClr val="tx1"/>
                </a:solidFill>
                <a:latin typeface="Futura Bk" pitchFamily="34" charset="0"/>
                <a:ea typeface="宋体" panose="02010600030101010101" pitchFamily="2" charset="-122"/>
              </a:defRPr>
            </a:lvl3pPr>
            <a:lvl4pPr marL="1609725" indent="-228600">
              <a:defRPr sz="2400">
                <a:solidFill>
                  <a:schemeClr val="tx1"/>
                </a:solidFill>
                <a:latin typeface="Futura Bk" pitchFamily="34" charset="0"/>
                <a:ea typeface="宋体" panose="02010600030101010101" pitchFamily="2" charset="-122"/>
              </a:defRPr>
            </a:lvl4pPr>
            <a:lvl5pPr marL="2068830" indent="-228600">
              <a:defRPr sz="2400">
                <a:solidFill>
                  <a:schemeClr val="tx1"/>
                </a:solidFill>
                <a:latin typeface="Futura Bk" pitchFamily="34" charset="0"/>
                <a:ea typeface="宋体" panose="02010600030101010101" pitchFamily="2" charset="-122"/>
              </a:defRPr>
            </a:lvl5pPr>
            <a:lvl6pPr marL="25260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832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404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976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77BDEA9E-18D8-45A5-9C93-41AAB961FB8D}" type="slidenum">
              <a:rPr lang="zh-CN" altLang="en-US" sz="1200"/>
            </a:fld>
            <a:endParaRPr lang="en-US" altLang="zh-CN" sz="1200"/>
          </a:p>
        </p:txBody>
      </p:sp>
      <p:sp>
        <p:nvSpPr>
          <p:cNvPr id="94211" name="Rectangle 2"/>
          <p:cNvSpPr>
            <a:spLocks noGrp="1" noRot="1" noChangeAspect="1" noChangeArrowheads="1" noTextEdit="1"/>
          </p:cNvSpPr>
          <p:nvPr>
            <p:ph type="sldImg"/>
          </p:nvPr>
        </p:nvSpPr>
        <p:spPr/>
      </p:sp>
      <p:sp>
        <p:nvSpPr>
          <p:cNvPr id="94212" name="Rectangle 3"/>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6125" indent="-287655">
              <a:defRPr sz="2400">
                <a:solidFill>
                  <a:schemeClr val="tx1"/>
                </a:solidFill>
                <a:latin typeface="Futura Bk" pitchFamily="34" charset="0"/>
                <a:ea typeface="宋体" panose="02010600030101010101" pitchFamily="2" charset="-122"/>
              </a:defRPr>
            </a:lvl2pPr>
            <a:lvl3pPr marL="1149350" indent="-228600">
              <a:defRPr sz="2400">
                <a:solidFill>
                  <a:schemeClr val="tx1"/>
                </a:solidFill>
                <a:latin typeface="Futura Bk" pitchFamily="34" charset="0"/>
                <a:ea typeface="宋体" panose="02010600030101010101" pitchFamily="2" charset="-122"/>
              </a:defRPr>
            </a:lvl3pPr>
            <a:lvl4pPr marL="1609725" indent="-228600">
              <a:defRPr sz="2400">
                <a:solidFill>
                  <a:schemeClr val="tx1"/>
                </a:solidFill>
                <a:latin typeface="Futura Bk" pitchFamily="34" charset="0"/>
                <a:ea typeface="宋体" panose="02010600030101010101" pitchFamily="2" charset="-122"/>
              </a:defRPr>
            </a:lvl4pPr>
            <a:lvl5pPr marL="2068830" indent="-228600">
              <a:defRPr sz="2400">
                <a:solidFill>
                  <a:schemeClr val="tx1"/>
                </a:solidFill>
                <a:latin typeface="Futura Bk" pitchFamily="34" charset="0"/>
                <a:ea typeface="宋体" panose="02010600030101010101" pitchFamily="2" charset="-122"/>
              </a:defRPr>
            </a:lvl5pPr>
            <a:lvl6pPr marL="25260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832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404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976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2E8FB684-1CB5-445E-8286-831524FA000C}" type="slidenum">
              <a:rPr lang="zh-CN" altLang="en-US" sz="1200"/>
            </a:fld>
            <a:endParaRPr lang="en-US" altLang="zh-CN" sz="1200"/>
          </a:p>
        </p:txBody>
      </p:sp>
      <p:sp>
        <p:nvSpPr>
          <p:cNvPr id="96259" name="Rectangle 2"/>
          <p:cNvSpPr>
            <a:spLocks noGrp="1" noRot="1" noChangeAspect="1" noChangeArrowheads="1" noTextEdit="1"/>
          </p:cNvSpPr>
          <p:nvPr>
            <p:ph type="sldImg"/>
          </p:nvPr>
        </p:nvSpPr>
        <p:spPr/>
      </p:sp>
      <p:sp>
        <p:nvSpPr>
          <p:cNvPr id="96260" name="Rectangle 3"/>
          <p:cNvSpPr>
            <a:spLocks noGrp="1" noChangeArrowheads="1"/>
          </p:cNvSpPr>
          <p:nvPr>
            <p:ph type="body" idx="1"/>
          </p:nvPr>
        </p:nvSpPr>
        <p:spPr>
          <a:xfrm>
            <a:off x="963613" y="4714875"/>
            <a:ext cx="4814887" cy="4467225"/>
          </a:xfrm>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lvl="2">
              <a:spcBef>
                <a:spcPct val="50000"/>
              </a:spcBef>
            </a:pPr>
            <a:endParaRPr lang="zh-CN" altLang="en-US" sz="1400">
              <a:latin typeface="楷体" panose="02010609060101010101" pitchFamily="49" charset="-122"/>
              <a:ea typeface="楷体" panose="02010609060101010101" pitchFamily="49" charset="-122"/>
            </a:endParaRPr>
          </a:p>
          <a:p>
            <a:endParaRPr lang="zh-CN" altLang="en-US" sz="1400"/>
          </a:p>
        </p:txBody>
      </p:sp>
      <p:sp>
        <p:nvSpPr>
          <p:cNvPr id="630788" name="Text Box 4"/>
          <p:cNvSpPr txBox="1">
            <a:spLocks noChangeArrowheads="1"/>
          </p:cNvSpPr>
          <p:nvPr/>
        </p:nvSpPr>
        <p:spPr bwMode="auto">
          <a:xfrm>
            <a:off x="74613" y="5264150"/>
            <a:ext cx="184150" cy="369888"/>
          </a:xfrm>
          <a:prstGeom prst="rect">
            <a:avLst/>
          </a:prstGeom>
          <a:noFill/>
          <a:ln>
            <a:noFill/>
          </a:ln>
          <a:effectLst/>
        </p:spPr>
        <p:txBody>
          <a:bodyPr wrap="none" lIns="91989" tIns="45994" rIns="91989" bIns="45994" anchor="ctr">
            <a:spAutoFit/>
          </a:bodyPr>
          <a:lstStyle/>
          <a:p>
            <a:pPr>
              <a:defRPr/>
            </a:pPr>
            <a:endParaRPr lang="zh-CN" altLang="en-US" sz="1800">
              <a:effectLst>
                <a:outerShdw blurRad="38100" dist="38100" dir="2700000" algn="tl">
                  <a:srgbClr val="C0C0C0"/>
                </a:outerShdw>
              </a:effectLst>
              <a:latin typeface="Futura Lt" pitchFamily="34" charset="0"/>
              <a:ea typeface="仿宋_GB2312" pitchFamily="49" charset="-122"/>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6125" indent="-287655">
              <a:defRPr sz="2400">
                <a:solidFill>
                  <a:schemeClr val="tx1"/>
                </a:solidFill>
                <a:latin typeface="Futura Bk" pitchFamily="34" charset="0"/>
                <a:ea typeface="宋体" panose="02010600030101010101" pitchFamily="2" charset="-122"/>
              </a:defRPr>
            </a:lvl2pPr>
            <a:lvl3pPr marL="1149350" indent="-228600">
              <a:defRPr sz="2400">
                <a:solidFill>
                  <a:schemeClr val="tx1"/>
                </a:solidFill>
                <a:latin typeface="Futura Bk" pitchFamily="34" charset="0"/>
                <a:ea typeface="宋体" panose="02010600030101010101" pitchFamily="2" charset="-122"/>
              </a:defRPr>
            </a:lvl3pPr>
            <a:lvl4pPr marL="1609725" indent="-228600">
              <a:defRPr sz="2400">
                <a:solidFill>
                  <a:schemeClr val="tx1"/>
                </a:solidFill>
                <a:latin typeface="Futura Bk" pitchFamily="34" charset="0"/>
                <a:ea typeface="宋体" panose="02010600030101010101" pitchFamily="2" charset="-122"/>
              </a:defRPr>
            </a:lvl4pPr>
            <a:lvl5pPr marL="2068830" indent="-228600">
              <a:defRPr sz="2400">
                <a:solidFill>
                  <a:schemeClr val="tx1"/>
                </a:solidFill>
                <a:latin typeface="Futura Bk" pitchFamily="34" charset="0"/>
                <a:ea typeface="宋体" panose="02010600030101010101" pitchFamily="2" charset="-122"/>
              </a:defRPr>
            </a:lvl5pPr>
            <a:lvl6pPr marL="25260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832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404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976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A69934C6-C2D4-4395-94C6-04E07CB03E13}" type="slidenum">
              <a:rPr lang="zh-CN" altLang="en-US" sz="1200"/>
            </a:fld>
            <a:endParaRPr lang="en-US" altLang="zh-CN" sz="1200"/>
          </a:p>
        </p:txBody>
      </p:sp>
      <p:sp>
        <p:nvSpPr>
          <p:cNvPr id="98307" name="Rectangle 2"/>
          <p:cNvSpPr>
            <a:spLocks noGrp="1" noRot="1" noChangeAspect="1" noChangeArrowheads="1" noTextEdit="1"/>
          </p:cNvSpPr>
          <p:nvPr>
            <p:ph type="sldImg"/>
          </p:nvPr>
        </p:nvSpPr>
        <p:spPr/>
      </p:sp>
      <p:sp>
        <p:nvSpPr>
          <p:cNvPr id="98308" name="Rectangle 3"/>
          <p:cNvSpPr>
            <a:spLocks noGrp="1" noChangeArrowheads="1"/>
          </p:cNvSpPr>
          <p:nvPr>
            <p:ph type="body" idx="1"/>
          </p:nvPr>
        </p:nvSpPr>
        <p:spPr>
          <a:xfrm>
            <a:off x="592138" y="4799013"/>
            <a:ext cx="2890837" cy="1901825"/>
          </a:xfrm>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lvl="2">
              <a:spcBef>
                <a:spcPct val="50000"/>
              </a:spcBef>
            </a:pPr>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幻灯片图像占位符 1"/>
          <p:cNvSpPr>
            <a:spLocks noGrp="1" noRot="1" noChangeAspect="1" noChangeArrowheads="1" noTextEdit="1"/>
          </p:cNvSpPr>
          <p:nvPr>
            <p:ph type="sldImg"/>
          </p:nvPr>
        </p:nvSpPr>
        <p:spPr/>
      </p:sp>
      <p:sp>
        <p:nvSpPr>
          <p:cNvPr id="100355" name="备注占位符 2"/>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0356" name="灯片编号占位符 3"/>
          <p:cNvSpPr>
            <a:spLocks noGrp="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A8BE1D47-0798-4D0B-B0C0-D61E49B5CED0}" type="slidenum">
              <a:rPr lang="zh-CN" altLang="en-US" sz="1200"/>
            </a:fld>
            <a:endParaRPr lang="en-US" altLang="zh-CN" sz="120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6125" indent="-287655">
              <a:defRPr sz="2400">
                <a:solidFill>
                  <a:schemeClr val="tx1"/>
                </a:solidFill>
                <a:latin typeface="Futura Bk" pitchFamily="34" charset="0"/>
                <a:ea typeface="宋体" panose="02010600030101010101" pitchFamily="2" charset="-122"/>
              </a:defRPr>
            </a:lvl2pPr>
            <a:lvl3pPr marL="1149350" indent="-228600">
              <a:defRPr sz="2400">
                <a:solidFill>
                  <a:schemeClr val="tx1"/>
                </a:solidFill>
                <a:latin typeface="Futura Bk" pitchFamily="34" charset="0"/>
                <a:ea typeface="宋体" panose="02010600030101010101" pitchFamily="2" charset="-122"/>
              </a:defRPr>
            </a:lvl3pPr>
            <a:lvl4pPr marL="1609725" indent="-228600">
              <a:defRPr sz="2400">
                <a:solidFill>
                  <a:schemeClr val="tx1"/>
                </a:solidFill>
                <a:latin typeface="Futura Bk" pitchFamily="34" charset="0"/>
                <a:ea typeface="宋体" panose="02010600030101010101" pitchFamily="2" charset="-122"/>
              </a:defRPr>
            </a:lvl4pPr>
            <a:lvl5pPr marL="2068830" indent="-228600">
              <a:defRPr sz="2400">
                <a:solidFill>
                  <a:schemeClr val="tx1"/>
                </a:solidFill>
                <a:latin typeface="Futura Bk" pitchFamily="34" charset="0"/>
                <a:ea typeface="宋体" panose="02010600030101010101" pitchFamily="2" charset="-122"/>
              </a:defRPr>
            </a:lvl5pPr>
            <a:lvl6pPr marL="25260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832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404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976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19548B26-6410-4FE5-8438-C7BD3C96A527}" type="slidenum">
              <a:rPr lang="zh-CN" altLang="en-US" sz="1200"/>
            </a:fld>
            <a:endParaRPr lang="en-US" altLang="zh-CN" sz="1200"/>
          </a:p>
        </p:txBody>
      </p:sp>
      <p:sp>
        <p:nvSpPr>
          <p:cNvPr id="102403" name="Rectangle 2"/>
          <p:cNvSpPr>
            <a:spLocks noGrp="1" noRot="1" noChangeAspect="1" noChangeArrowheads="1" noTextEdit="1"/>
          </p:cNvSpPr>
          <p:nvPr>
            <p:ph type="sldImg"/>
          </p:nvPr>
        </p:nvSpPr>
        <p:spPr/>
      </p:sp>
      <p:sp>
        <p:nvSpPr>
          <p:cNvPr id="102404" name="Rectangle 3"/>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228600" indent="-228600">
              <a:lnSpc>
                <a:spcPct val="90000"/>
              </a:lnSpc>
            </a:pPr>
            <a:r>
              <a:rPr lang="en-US" altLang="zh-CN" dirty="0"/>
              <a:t>Nothing is as easy as it looks. </a:t>
            </a:r>
            <a:endParaRPr lang="en-US" altLang="zh-CN" dirty="0"/>
          </a:p>
          <a:p>
            <a:pPr marL="228600" indent="-228600">
              <a:lnSpc>
                <a:spcPct val="90000"/>
              </a:lnSpc>
            </a:pPr>
            <a:r>
              <a:rPr lang="en-US" altLang="zh-CN" dirty="0"/>
              <a:t>Everything takes longer than you think. </a:t>
            </a:r>
            <a:endParaRPr lang="en-US" altLang="zh-CN" dirty="0"/>
          </a:p>
          <a:p>
            <a:pPr marL="228600" indent="-228600">
              <a:lnSpc>
                <a:spcPct val="90000"/>
              </a:lnSpc>
            </a:pPr>
            <a:r>
              <a:rPr lang="en-US" altLang="zh-CN" dirty="0"/>
              <a:t>Anything that can go wrong will go wrong. </a:t>
            </a:r>
            <a:endParaRPr lang="en-US" altLang="zh-CN" dirty="0"/>
          </a:p>
          <a:p>
            <a:pPr marL="228600" indent="-228600">
              <a:lnSpc>
                <a:spcPct val="90000"/>
              </a:lnSpc>
            </a:pPr>
            <a:r>
              <a:rPr lang="en-US" altLang="zh-CN" dirty="0"/>
              <a:t>If there is a possibility of several things going wrong, the one that will cause the most damage will be the one to go wrong. Corollary: If there is a worse time for something to go wrong, it will happen then. </a:t>
            </a:r>
            <a:endParaRPr lang="en-US" altLang="zh-CN" dirty="0"/>
          </a:p>
          <a:p>
            <a:pPr marL="228600" indent="-228600">
              <a:lnSpc>
                <a:spcPct val="90000"/>
              </a:lnSpc>
            </a:pPr>
            <a:r>
              <a:rPr lang="en-US" altLang="zh-CN" dirty="0"/>
              <a:t>If anything simply cannot go wrong, it will anyway. </a:t>
            </a:r>
            <a:endParaRPr lang="en-US" altLang="zh-CN" dirty="0"/>
          </a:p>
          <a:p>
            <a:pPr marL="228600" indent="-228600">
              <a:lnSpc>
                <a:spcPct val="90000"/>
              </a:lnSpc>
            </a:pPr>
            <a:r>
              <a:rPr lang="en-US" altLang="zh-CN" dirty="0"/>
              <a:t>If you perceive that there are four possible ways in which a procedure can go wrong, and circumvent these, then a fifth way, unprepared for, will promptly develop. </a:t>
            </a:r>
            <a:endParaRPr lang="en-US" altLang="zh-CN" dirty="0"/>
          </a:p>
          <a:p>
            <a:pPr marL="228600" indent="-228600">
              <a:lnSpc>
                <a:spcPct val="90000"/>
              </a:lnSpc>
            </a:pPr>
            <a:r>
              <a:rPr lang="en-US" altLang="zh-CN" dirty="0"/>
              <a:t>Left to themselves, things tend to go from bad to worse. </a:t>
            </a:r>
            <a:endParaRPr lang="en-US" altLang="zh-CN" dirty="0"/>
          </a:p>
          <a:p>
            <a:pPr marL="228600" indent="-228600">
              <a:lnSpc>
                <a:spcPct val="90000"/>
              </a:lnSpc>
            </a:pPr>
            <a:r>
              <a:rPr lang="en-US" altLang="zh-CN" dirty="0"/>
              <a:t>If everything seems to be going well, you have obviously overlooked something. </a:t>
            </a:r>
            <a:endParaRPr lang="en-US" altLang="zh-CN" dirty="0"/>
          </a:p>
          <a:p>
            <a:pPr marL="228600" indent="-228600">
              <a:lnSpc>
                <a:spcPct val="90000"/>
              </a:lnSpc>
            </a:pPr>
            <a:r>
              <a:rPr lang="en-US" altLang="zh-CN" dirty="0"/>
              <a:t>Nature always sides with the hidden flaw. </a:t>
            </a:r>
            <a:endParaRPr lang="en-US" altLang="zh-CN" dirty="0"/>
          </a:p>
          <a:p>
            <a:pPr marL="228600" indent="-228600">
              <a:lnSpc>
                <a:spcPct val="90000"/>
              </a:lnSpc>
            </a:pPr>
            <a:r>
              <a:rPr lang="en-US" altLang="zh-CN" dirty="0"/>
              <a:t>Mother nature is a bitch. </a:t>
            </a:r>
            <a:endParaRPr lang="en-US" altLang="zh-CN" dirty="0"/>
          </a:p>
          <a:p>
            <a:pPr marL="228600" indent="-228600">
              <a:lnSpc>
                <a:spcPct val="90000"/>
              </a:lnSpc>
            </a:pPr>
            <a:r>
              <a:rPr lang="en-US" altLang="zh-CN" dirty="0"/>
              <a:t>It is impossible to make anything foolproof because fools are so ingenious. </a:t>
            </a:r>
            <a:endParaRPr lang="en-US" altLang="zh-CN" dirty="0"/>
          </a:p>
          <a:p>
            <a:pPr marL="228600" indent="-228600">
              <a:lnSpc>
                <a:spcPct val="90000"/>
              </a:lnSpc>
            </a:pPr>
            <a:r>
              <a:rPr lang="en-US" altLang="zh-CN" dirty="0"/>
              <a:t>Whenever you set out to do something, something else must be done first. </a:t>
            </a:r>
            <a:endParaRPr lang="en-US" altLang="zh-CN" dirty="0"/>
          </a:p>
          <a:p>
            <a:pPr marL="228600" indent="-228600">
              <a:lnSpc>
                <a:spcPct val="90000"/>
              </a:lnSpc>
            </a:pPr>
            <a:r>
              <a:rPr lang="en-US" altLang="zh-CN" dirty="0"/>
              <a:t>Every solution breeds new problems. </a:t>
            </a:r>
            <a:endParaRPr lang="zh-CN" alt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6125" indent="-287655">
              <a:defRPr sz="2400">
                <a:solidFill>
                  <a:schemeClr val="tx1"/>
                </a:solidFill>
                <a:latin typeface="Futura Bk" pitchFamily="34" charset="0"/>
                <a:ea typeface="宋体" panose="02010600030101010101" pitchFamily="2" charset="-122"/>
              </a:defRPr>
            </a:lvl2pPr>
            <a:lvl3pPr marL="1149350" indent="-228600">
              <a:defRPr sz="2400">
                <a:solidFill>
                  <a:schemeClr val="tx1"/>
                </a:solidFill>
                <a:latin typeface="Futura Bk" pitchFamily="34" charset="0"/>
                <a:ea typeface="宋体" panose="02010600030101010101" pitchFamily="2" charset="-122"/>
              </a:defRPr>
            </a:lvl3pPr>
            <a:lvl4pPr marL="1609725" indent="-228600">
              <a:defRPr sz="2400">
                <a:solidFill>
                  <a:schemeClr val="tx1"/>
                </a:solidFill>
                <a:latin typeface="Futura Bk" pitchFamily="34" charset="0"/>
                <a:ea typeface="宋体" panose="02010600030101010101" pitchFamily="2" charset="-122"/>
              </a:defRPr>
            </a:lvl4pPr>
            <a:lvl5pPr marL="2068830" indent="-228600">
              <a:defRPr sz="2400">
                <a:solidFill>
                  <a:schemeClr val="tx1"/>
                </a:solidFill>
                <a:latin typeface="Futura Bk" pitchFamily="34" charset="0"/>
                <a:ea typeface="宋体" panose="02010600030101010101" pitchFamily="2" charset="-122"/>
              </a:defRPr>
            </a:lvl5pPr>
            <a:lvl6pPr marL="25260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832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404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976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19548B26-6410-4FE5-8438-C7BD3C96A527}" type="slidenum">
              <a:rPr lang="zh-CN" altLang="en-US" sz="1200"/>
            </a:fld>
            <a:endParaRPr lang="en-US" altLang="zh-CN" sz="1200"/>
          </a:p>
        </p:txBody>
      </p:sp>
      <p:sp>
        <p:nvSpPr>
          <p:cNvPr id="102403" name="Rectangle 2"/>
          <p:cNvSpPr>
            <a:spLocks noGrp="1" noRot="1" noChangeAspect="1" noChangeArrowheads="1" noTextEdit="1"/>
          </p:cNvSpPr>
          <p:nvPr>
            <p:ph type="sldImg"/>
          </p:nvPr>
        </p:nvSpPr>
        <p:spPr/>
      </p:sp>
      <p:sp>
        <p:nvSpPr>
          <p:cNvPr id="102404" name="Rectangle 3"/>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228600" indent="-228600">
              <a:lnSpc>
                <a:spcPct val="90000"/>
              </a:lnSpc>
            </a:pPr>
            <a:r>
              <a:rPr lang="en-US" altLang="zh-CN"/>
              <a:t>Nothing is as easy as it looks. </a:t>
            </a:r>
            <a:endParaRPr lang="en-US" altLang="zh-CN"/>
          </a:p>
          <a:p>
            <a:pPr marL="228600" indent="-228600">
              <a:lnSpc>
                <a:spcPct val="90000"/>
              </a:lnSpc>
            </a:pPr>
            <a:r>
              <a:rPr lang="en-US" altLang="zh-CN"/>
              <a:t>Everything takes longer than you think. </a:t>
            </a:r>
            <a:endParaRPr lang="en-US" altLang="zh-CN"/>
          </a:p>
          <a:p>
            <a:pPr marL="228600" indent="-228600">
              <a:lnSpc>
                <a:spcPct val="90000"/>
              </a:lnSpc>
            </a:pPr>
            <a:r>
              <a:rPr lang="en-US" altLang="zh-CN"/>
              <a:t>Anything that can go wrong will go wrong. </a:t>
            </a:r>
            <a:endParaRPr lang="en-US" altLang="zh-CN"/>
          </a:p>
          <a:p>
            <a:pPr marL="228600" indent="-228600">
              <a:lnSpc>
                <a:spcPct val="90000"/>
              </a:lnSpc>
            </a:pPr>
            <a:r>
              <a:rPr lang="en-US" altLang="zh-CN"/>
              <a:t>If there is a possibility of several things going wrong, the one that will cause the most damage will be the one to go wrong. Corollary: If there is a worse time for something to go wrong, it will happen then. </a:t>
            </a:r>
            <a:endParaRPr lang="en-US" altLang="zh-CN"/>
          </a:p>
          <a:p>
            <a:pPr marL="228600" indent="-228600">
              <a:lnSpc>
                <a:spcPct val="90000"/>
              </a:lnSpc>
            </a:pPr>
            <a:r>
              <a:rPr lang="en-US" altLang="zh-CN"/>
              <a:t>If anything simply cannot go wrong, it will anyway. </a:t>
            </a:r>
            <a:endParaRPr lang="en-US" altLang="zh-CN"/>
          </a:p>
          <a:p>
            <a:pPr marL="228600" indent="-228600">
              <a:lnSpc>
                <a:spcPct val="90000"/>
              </a:lnSpc>
            </a:pPr>
            <a:r>
              <a:rPr lang="en-US" altLang="zh-CN"/>
              <a:t>If you perceive that there are four possible ways in which a procedure can go wrong, and circumvent these, then a fifth way, unprepared for, will promptly develop. </a:t>
            </a:r>
            <a:endParaRPr lang="en-US" altLang="zh-CN"/>
          </a:p>
          <a:p>
            <a:pPr marL="228600" indent="-228600">
              <a:lnSpc>
                <a:spcPct val="90000"/>
              </a:lnSpc>
            </a:pPr>
            <a:r>
              <a:rPr lang="en-US" altLang="zh-CN"/>
              <a:t>Left to themselves, things tend to go from bad to worse. </a:t>
            </a:r>
            <a:endParaRPr lang="en-US" altLang="zh-CN"/>
          </a:p>
          <a:p>
            <a:pPr marL="228600" indent="-228600">
              <a:lnSpc>
                <a:spcPct val="90000"/>
              </a:lnSpc>
            </a:pPr>
            <a:r>
              <a:rPr lang="en-US" altLang="zh-CN"/>
              <a:t>If everything seems to be going well, you have obviously overlooked something. </a:t>
            </a:r>
            <a:endParaRPr lang="en-US" altLang="zh-CN"/>
          </a:p>
          <a:p>
            <a:pPr marL="228600" indent="-228600">
              <a:lnSpc>
                <a:spcPct val="90000"/>
              </a:lnSpc>
            </a:pPr>
            <a:r>
              <a:rPr lang="en-US" altLang="zh-CN"/>
              <a:t>Nature always sides with the hidden flaw. </a:t>
            </a:r>
            <a:endParaRPr lang="en-US" altLang="zh-CN"/>
          </a:p>
          <a:p>
            <a:pPr marL="228600" indent="-228600">
              <a:lnSpc>
                <a:spcPct val="90000"/>
              </a:lnSpc>
            </a:pPr>
            <a:r>
              <a:rPr lang="en-US" altLang="zh-CN"/>
              <a:t>Mother nature is a bitch. </a:t>
            </a:r>
            <a:endParaRPr lang="en-US" altLang="zh-CN"/>
          </a:p>
          <a:p>
            <a:pPr marL="228600" indent="-228600">
              <a:lnSpc>
                <a:spcPct val="90000"/>
              </a:lnSpc>
            </a:pPr>
            <a:r>
              <a:rPr lang="en-US" altLang="zh-CN"/>
              <a:t>It is impossible to make anything foolproof because fools are so ingenious. </a:t>
            </a:r>
            <a:endParaRPr lang="en-US" altLang="zh-CN"/>
          </a:p>
          <a:p>
            <a:pPr marL="228600" indent="-228600">
              <a:lnSpc>
                <a:spcPct val="90000"/>
              </a:lnSpc>
            </a:pPr>
            <a:r>
              <a:rPr lang="en-US" altLang="zh-CN"/>
              <a:t>Whenever you set out to do something, something else must be done first. </a:t>
            </a:r>
            <a:endParaRPr lang="en-US" altLang="zh-CN"/>
          </a:p>
          <a:p>
            <a:pPr marL="228600" indent="-228600">
              <a:lnSpc>
                <a:spcPct val="90000"/>
              </a:lnSpc>
            </a:pPr>
            <a:r>
              <a:rPr lang="en-US" altLang="zh-CN"/>
              <a:t>Every solution breeds new problems. </a:t>
            </a:r>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6125" indent="-287655">
              <a:defRPr sz="2400">
                <a:solidFill>
                  <a:schemeClr val="tx1"/>
                </a:solidFill>
                <a:latin typeface="Futura Bk" pitchFamily="34" charset="0"/>
                <a:ea typeface="宋体" panose="02010600030101010101" pitchFamily="2" charset="-122"/>
              </a:defRPr>
            </a:lvl2pPr>
            <a:lvl3pPr marL="1149350" indent="-228600">
              <a:defRPr sz="2400">
                <a:solidFill>
                  <a:schemeClr val="tx1"/>
                </a:solidFill>
                <a:latin typeface="Futura Bk" pitchFamily="34" charset="0"/>
                <a:ea typeface="宋体" panose="02010600030101010101" pitchFamily="2" charset="-122"/>
              </a:defRPr>
            </a:lvl3pPr>
            <a:lvl4pPr marL="1609725" indent="-228600">
              <a:defRPr sz="2400">
                <a:solidFill>
                  <a:schemeClr val="tx1"/>
                </a:solidFill>
                <a:latin typeface="Futura Bk" pitchFamily="34" charset="0"/>
                <a:ea typeface="宋体" panose="02010600030101010101" pitchFamily="2" charset="-122"/>
              </a:defRPr>
            </a:lvl4pPr>
            <a:lvl5pPr marL="2068830" indent="-228600">
              <a:defRPr sz="2400">
                <a:solidFill>
                  <a:schemeClr val="tx1"/>
                </a:solidFill>
                <a:latin typeface="Futura Bk" pitchFamily="34" charset="0"/>
                <a:ea typeface="宋体" panose="02010600030101010101" pitchFamily="2" charset="-122"/>
              </a:defRPr>
            </a:lvl5pPr>
            <a:lvl6pPr marL="25260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832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404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976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1488A229-EB7D-4987-B652-6EE84588B6EA}" type="slidenum">
              <a:rPr lang="zh-CN" altLang="en-US" sz="1200"/>
            </a:fld>
            <a:endParaRPr lang="en-US" altLang="zh-CN" sz="1200"/>
          </a:p>
        </p:txBody>
      </p:sp>
      <p:sp>
        <p:nvSpPr>
          <p:cNvPr id="104451" name="Rectangle 2"/>
          <p:cNvSpPr>
            <a:spLocks noGrp="1" noRot="1" noChangeAspect="1" noChangeArrowheads="1" noTextEdit="1"/>
          </p:cNvSpPr>
          <p:nvPr>
            <p:ph type="sldImg"/>
          </p:nvPr>
        </p:nvSpPr>
        <p:spPr/>
      </p:sp>
      <p:sp>
        <p:nvSpPr>
          <p:cNvPr id="104452" name="Rectangle 3"/>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zh-CN"/>
              <a:t>Show the sample project plan</a:t>
            </a:r>
            <a:endParaRPr lang="en-US" altLang="zh-CN"/>
          </a:p>
          <a:p>
            <a:r>
              <a:rPr lang="en-US" altLang="zh-CN"/>
              <a:t>Claim first, not to give the template</a:t>
            </a:r>
            <a:endParaRPr lang="en-US"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6125" indent="-287655">
              <a:defRPr sz="2400">
                <a:solidFill>
                  <a:schemeClr val="tx1"/>
                </a:solidFill>
                <a:latin typeface="Futura Bk" pitchFamily="34" charset="0"/>
                <a:ea typeface="宋体" panose="02010600030101010101" pitchFamily="2" charset="-122"/>
              </a:defRPr>
            </a:lvl2pPr>
            <a:lvl3pPr marL="1149350" indent="-228600">
              <a:defRPr sz="2400">
                <a:solidFill>
                  <a:schemeClr val="tx1"/>
                </a:solidFill>
                <a:latin typeface="Futura Bk" pitchFamily="34" charset="0"/>
                <a:ea typeface="宋体" panose="02010600030101010101" pitchFamily="2" charset="-122"/>
              </a:defRPr>
            </a:lvl3pPr>
            <a:lvl4pPr marL="1609725" indent="-228600">
              <a:defRPr sz="2400">
                <a:solidFill>
                  <a:schemeClr val="tx1"/>
                </a:solidFill>
                <a:latin typeface="Futura Bk" pitchFamily="34" charset="0"/>
                <a:ea typeface="宋体" panose="02010600030101010101" pitchFamily="2" charset="-122"/>
              </a:defRPr>
            </a:lvl4pPr>
            <a:lvl5pPr marL="2068830" indent="-228600">
              <a:defRPr sz="2400">
                <a:solidFill>
                  <a:schemeClr val="tx1"/>
                </a:solidFill>
                <a:latin typeface="Futura Bk" pitchFamily="34" charset="0"/>
                <a:ea typeface="宋体" panose="02010600030101010101" pitchFamily="2" charset="-122"/>
              </a:defRPr>
            </a:lvl5pPr>
            <a:lvl6pPr marL="25260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832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404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976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06B2688E-CAF3-466B-B799-DAC144B5EF74}" type="slidenum">
              <a:rPr lang="zh-CN" altLang="en-US" sz="1200"/>
            </a:fld>
            <a:endParaRPr lang="en-US" altLang="zh-CN" sz="1200"/>
          </a:p>
        </p:txBody>
      </p:sp>
      <p:sp>
        <p:nvSpPr>
          <p:cNvPr id="106499" name="Rectangle 2"/>
          <p:cNvSpPr>
            <a:spLocks noGrp="1" noRot="1" noChangeAspect="1" noChangeArrowheads="1" noTextEdit="1"/>
          </p:cNvSpPr>
          <p:nvPr>
            <p:ph type="sldImg"/>
          </p:nvPr>
        </p:nvSpPr>
        <p:spPr/>
      </p:sp>
      <p:sp>
        <p:nvSpPr>
          <p:cNvPr id="106500" name="Rectangle 3"/>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6125" indent="-287655">
              <a:defRPr sz="2400">
                <a:solidFill>
                  <a:schemeClr val="tx1"/>
                </a:solidFill>
                <a:latin typeface="Futura Bk" pitchFamily="34" charset="0"/>
                <a:ea typeface="宋体" panose="02010600030101010101" pitchFamily="2" charset="-122"/>
              </a:defRPr>
            </a:lvl2pPr>
            <a:lvl3pPr marL="1149350" indent="-228600">
              <a:defRPr sz="2400">
                <a:solidFill>
                  <a:schemeClr val="tx1"/>
                </a:solidFill>
                <a:latin typeface="Futura Bk" pitchFamily="34" charset="0"/>
                <a:ea typeface="宋体" panose="02010600030101010101" pitchFamily="2" charset="-122"/>
              </a:defRPr>
            </a:lvl3pPr>
            <a:lvl4pPr marL="1609725" indent="-228600">
              <a:defRPr sz="2400">
                <a:solidFill>
                  <a:schemeClr val="tx1"/>
                </a:solidFill>
                <a:latin typeface="Futura Bk" pitchFamily="34" charset="0"/>
                <a:ea typeface="宋体" panose="02010600030101010101" pitchFamily="2" charset="-122"/>
              </a:defRPr>
            </a:lvl4pPr>
            <a:lvl5pPr marL="2068830" indent="-228600">
              <a:defRPr sz="2400">
                <a:solidFill>
                  <a:schemeClr val="tx1"/>
                </a:solidFill>
                <a:latin typeface="Futura Bk" pitchFamily="34" charset="0"/>
                <a:ea typeface="宋体" panose="02010600030101010101" pitchFamily="2" charset="-122"/>
              </a:defRPr>
            </a:lvl5pPr>
            <a:lvl6pPr marL="25260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832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404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976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34536FC2-A1B7-4165-B72F-EBE6DFA36A08}" type="slidenum">
              <a:rPr lang="zh-CN" altLang="en-US" sz="1200"/>
            </a:fld>
            <a:endParaRPr lang="en-US" altLang="zh-CN" sz="1200"/>
          </a:p>
        </p:txBody>
      </p:sp>
      <p:sp>
        <p:nvSpPr>
          <p:cNvPr id="108547" name="Rectangle 2"/>
          <p:cNvSpPr>
            <a:spLocks noGrp="1" noRot="1" noChangeAspect="1" noChangeArrowheads="1" noTextEdit="1"/>
          </p:cNvSpPr>
          <p:nvPr>
            <p:ph type="sldImg"/>
          </p:nvPr>
        </p:nvSpPr>
        <p:spPr/>
      </p:sp>
      <p:sp>
        <p:nvSpPr>
          <p:cNvPr id="108548" name="Rectangle 3"/>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6125" indent="-287655">
              <a:defRPr sz="2400">
                <a:solidFill>
                  <a:schemeClr val="tx1"/>
                </a:solidFill>
                <a:latin typeface="Futura Bk" pitchFamily="34" charset="0"/>
                <a:ea typeface="宋体" panose="02010600030101010101" pitchFamily="2" charset="-122"/>
              </a:defRPr>
            </a:lvl2pPr>
            <a:lvl3pPr marL="1149350" indent="-228600">
              <a:defRPr sz="2400">
                <a:solidFill>
                  <a:schemeClr val="tx1"/>
                </a:solidFill>
                <a:latin typeface="Futura Bk" pitchFamily="34" charset="0"/>
                <a:ea typeface="宋体" panose="02010600030101010101" pitchFamily="2" charset="-122"/>
              </a:defRPr>
            </a:lvl3pPr>
            <a:lvl4pPr marL="1609725" indent="-228600">
              <a:defRPr sz="2400">
                <a:solidFill>
                  <a:schemeClr val="tx1"/>
                </a:solidFill>
                <a:latin typeface="Futura Bk" pitchFamily="34" charset="0"/>
                <a:ea typeface="宋体" panose="02010600030101010101" pitchFamily="2" charset="-122"/>
              </a:defRPr>
            </a:lvl4pPr>
            <a:lvl5pPr marL="2068830" indent="-228600">
              <a:defRPr sz="2400">
                <a:solidFill>
                  <a:schemeClr val="tx1"/>
                </a:solidFill>
                <a:latin typeface="Futura Bk" pitchFamily="34" charset="0"/>
                <a:ea typeface="宋体" panose="02010600030101010101" pitchFamily="2" charset="-122"/>
              </a:defRPr>
            </a:lvl5pPr>
            <a:lvl6pPr marL="25260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832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404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976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F86C6B46-2414-42C0-A76C-A0E358A624B7}" type="slidenum">
              <a:rPr lang="zh-CN" altLang="en-US" sz="1200"/>
            </a:fld>
            <a:endParaRPr lang="en-US" altLang="zh-CN" sz="1200"/>
          </a:p>
        </p:txBody>
      </p:sp>
      <p:sp>
        <p:nvSpPr>
          <p:cNvPr id="110595" name="Rectangle 2"/>
          <p:cNvSpPr>
            <a:spLocks noGrp="1" noRot="1" noChangeAspect="1" noChangeArrowheads="1" noTextEdit="1"/>
          </p:cNvSpPr>
          <p:nvPr>
            <p:ph type="sldImg"/>
          </p:nvPr>
        </p:nvSpPr>
        <p:spPr/>
      </p:sp>
      <p:sp>
        <p:nvSpPr>
          <p:cNvPr id="110596" name="Rectangle 3"/>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a:p>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幻灯片图像占位符 1"/>
          <p:cNvSpPr>
            <a:spLocks noGrp="1" noRot="1" noChangeAspect="1" noChangeArrowheads="1" noTextEdit="1"/>
          </p:cNvSpPr>
          <p:nvPr>
            <p:ph type="sldImg"/>
          </p:nvPr>
        </p:nvSpPr>
        <p:spPr/>
      </p:sp>
      <p:sp>
        <p:nvSpPr>
          <p:cNvPr id="112643" name="备注占位符 2"/>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644" name="灯片编号占位符 3"/>
          <p:cNvSpPr>
            <a:spLocks noGrp="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E80C1159-B68D-4135-BB36-6BCACB2A1E4A}" type="slidenum">
              <a:rPr lang="zh-CN" altLang="en-US" sz="1200"/>
            </a:fld>
            <a:endParaRPr lang="en-US" altLang="zh-CN" sz="120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6125" indent="-287655">
              <a:defRPr sz="2400">
                <a:solidFill>
                  <a:schemeClr val="tx1"/>
                </a:solidFill>
                <a:latin typeface="Futura Bk" pitchFamily="34" charset="0"/>
                <a:ea typeface="宋体" panose="02010600030101010101" pitchFamily="2" charset="-122"/>
              </a:defRPr>
            </a:lvl2pPr>
            <a:lvl3pPr marL="1149350" indent="-228600">
              <a:defRPr sz="2400">
                <a:solidFill>
                  <a:schemeClr val="tx1"/>
                </a:solidFill>
                <a:latin typeface="Futura Bk" pitchFamily="34" charset="0"/>
                <a:ea typeface="宋体" panose="02010600030101010101" pitchFamily="2" charset="-122"/>
              </a:defRPr>
            </a:lvl3pPr>
            <a:lvl4pPr marL="1609725" indent="-228600">
              <a:defRPr sz="2400">
                <a:solidFill>
                  <a:schemeClr val="tx1"/>
                </a:solidFill>
                <a:latin typeface="Futura Bk" pitchFamily="34" charset="0"/>
                <a:ea typeface="宋体" panose="02010600030101010101" pitchFamily="2" charset="-122"/>
              </a:defRPr>
            </a:lvl4pPr>
            <a:lvl5pPr marL="2068830" indent="-228600">
              <a:defRPr sz="2400">
                <a:solidFill>
                  <a:schemeClr val="tx1"/>
                </a:solidFill>
                <a:latin typeface="Futura Bk" pitchFamily="34" charset="0"/>
                <a:ea typeface="宋体" panose="02010600030101010101" pitchFamily="2" charset="-122"/>
              </a:defRPr>
            </a:lvl5pPr>
            <a:lvl6pPr marL="25260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832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404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976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9F616EBE-A893-441A-9E46-C9D82920E015}" type="slidenum">
              <a:rPr lang="zh-CN" altLang="en-US" sz="1200"/>
            </a:fld>
            <a:endParaRPr lang="en-US" altLang="zh-CN" sz="1200"/>
          </a:p>
        </p:txBody>
      </p:sp>
      <p:sp>
        <p:nvSpPr>
          <p:cNvPr id="114691" name="Rectangle 2"/>
          <p:cNvSpPr>
            <a:spLocks noGrp="1" noRot="1" noChangeAspect="1" noChangeArrowheads="1" noTextEdit="1"/>
          </p:cNvSpPr>
          <p:nvPr>
            <p:ph type="sldImg"/>
          </p:nvPr>
        </p:nvSpPr>
        <p:spPr/>
      </p:sp>
      <p:sp>
        <p:nvSpPr>
          <p:cNvPr id="114692" name="Rectangle 3"/>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228600" indent="-228600"/>
            <a:r>
              <a:rPr lang="zh-CN" altLang="en-US" sz="1400"/>
              <a:t>当员工的表现出现问题时，经理分析的</a:t>
            </a:r>
            <a:r>
              <a:rPr lang="en-US" altLang="zh-CN" sz="1400"/>
              <a:t>3U</a:t>
            </a:r>
            <a:r>
              <a:rPr lang="zh-CN" altLang="en-US" sz="1400"/>
              <a:t>原则：</a:t>
            </a:r>
            <a:endParaRPr lang="zh-CN" altLang="en-US" sz="1400"/>
          </a:p>
          <a:p>
            <a:pPr marL="228600" indent="-228600">
              <a:buFontTx/>
              <a:buAutoNum type="arabicPeriod"/>
            </a:pPr>
            <a:r>
              <a:rPr lang="en-US" altLang="zh-CN" sz="1400"/>
              <a:t>Unaware</a:t>
            </a:r>
            <a:endParaRPr lang="en-US" altLang="zh-CN" sz="1400"/>
          </a:p>
          <a:p>
            <a:pPr marL="228600" indent="-228600">
              <a:buFontTx/>
              <a:buAutoNum type="arabicPlain" startAt="2"/>
            </a:pPr>
            <a:r>
              <a:rPr lang="en-US" altLang="zh-CN" sz="1400"/>
              <a:t>Unable</a:t>
            </a:r>
            <a:endParaRPr lang="en-US" altLang="zh-CN" sz="1400"/>
          </a:p>
          <a:p>
            <a:pPr marL="228600" indent="-228600">
              <a:buFontTx/>
              <a:buAutoNum type="arabicPlain" startAt="2"/>
            </a:pPr>
            <a:r>
              <a:rPr lang="en-US" altLang="zh-CN" sz="1400"/>
              <a:t>Unwilling</a:t>
            </a:r>
            <a:endParaRPr lang="en-US" altLang="zh-CN" sz="1400"/>
          </a:p>
          <a:p>
            <a:pPr marL="228600" indent="-228600">
              <a:buFontTx/>
              <a:buAutoNum type="arabicPlain" startAt="2"/>
            </a:pPr>
            <a:endParaRPr lang="en-US" altLang="zh-CN" sz="1400"/>
          </a:p>
          <a:p>
            <a:pPr marL="228600" indent="-228600"/>
            <a:r>
              <a:rPr lang="zh-CN" altLang="en-US" sz="1400"/>
              <a:t>正确答案：</a:t>
            </a:r>
            <a:r>
              <a:rPr lang="en-US" altLang="zh-CN" sz="1400"/>
              <a:t>B   </a:t>
            </a:r>
            <a:r>
              <a:rPr lang="zh-CN" altLang="en-US" sz="1400"/>
              <a:t>原因：因事设人，工作目标是明确的，经理是否了解下属而把他放到了合适的位置上。</a:t>
            </a:r>
            <a:endParaRPr lang="zh-CN" altLang="en-US" sz="140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6125" indent="-287655">
              <a:defRPr sz="2400">
                <a:solidFill>
                  <a:schemeClr val="tx1"/>
                </a:solidFill>
                <a:latin typeface="Futura Bk" pitchFamily="34" charset="0"/>
                <a:ea typeface="宋体" panose="02010600030101010101" pitchFamily="2" charset="-122"/>
              </a:defRPr>
            </a:lvl2pPr>
            <a:lvl3pPr marL="1149350" indent="-228600">
              <a:defRPr sz="2400">
                <a:solidFill>
                  <a:schemeClr val="tx1"/>
                </a:solidFill>
                <a:latin typeface="Futura Bk" pitchFamily="34" charset="0"/>
                <a:ea typeface="宋体" panose="02010600030101010101" pitchFamily="2" charset="-122"/>
              </a:defRPr>
            </a:lvl3pPr>
            <a:lvl4pPr marL="1609725" indent="-228600">
              <a:defRPr sz="2400">
                <a:solidFill>
                  <a:schemeClr val="tx1"/>
                </a:solidFill>
                <a:latin typeface="Futura Bk" pitchFamily="34" charset="0"/>
                <a:ea typeface="宋体" panose="02010600030101010101" pitchFamily="2" charset="-122"/>
              </a:defRPr>
            </a:lvl4pPr>
            <a:lvl5pPr marL="2068830" indent="-228600">
              <a:defRPr sz="2400">
                <a:solidFill>
                  <a:schemeClr val="tx1"/>
                </a:solidFill>
                <a:latin typeface="Futura Bk" pitchFamily="34" charset="0"/>
                <a:ea typeface="宋体" panose="02010600030101010101" pitchFamily="2" charset="-122"/>
              </a:defRPr>
            </a:lvl5pPr>
            <a:lvl6pPr marL="25260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832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404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976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D39E141D-2F48-4E16-A29B-4EC0ECD4F4CA}" type="slidenum">
              <a:rPr lang="zh-CN" altLang="en-US" sz="1200"/>
            </a:fld>
            <a:endParaRPr lang="en-US" altLang="zh-CN" sz="1200"/>
          </a:p>
        </p:txBody>
      </p:sp>
      <p:sp>
        <p:nvSpPr>
          <p:cNvPr id="117763" name="Rectangle 2"/>
          <p:cNvSpPr>
            <a:spLocks noGrp="1" noRot="1" noChangeAspect="1" noChangeArrowheads="1" noTextEdit="1"/>
          </p:cNvSpPr>
          <p:nvPr>
            <p:ph type="sldImg"/>
          </p:nvPr>
        </p:nvSpPr>
        <p:spPr/>
      </p:sp>
      <p:sp>
        <p:nvSpPr>
          <p:cNvPr id="117764" name="Rectangle 3"/>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6125" indent="-287655">
              <a:defRPr sz="2400">
                <a:solidFill>
                  <a:schemeClr val="tx1"/>
                </a:solidFill>
                <a:latin typeface="Futura Bk" pitchFamily="34" charset="0"/>
                <a:ea typeface="宋体" panose="02010600030101010101" pitchFamily="2" charset="-122"/>
              </a:defRPr>
            </a:lvl2pPr>
            <a:lvl3pPr marL="1149350" indent="-228600">
              <a:defRPr sz="2400">
                <a:solidFill>
                  <a:schemeClr val="tx1"/>
                </a:solidFill>
                <a:latin typeface="Futura Bk" pitchFamily="34" charset="0"/>
                <a:ea typeface="宋体" panose="02010600030101010101" pitchFamily="2" charset="-122"/>
              </a:defRPr>
            </a:lvl3pPr>
            <a:lvl4pPr marL="1609725" indent="-228600">
              <a:defRPr sz="2400">
                <a:solidFill>
                  <a:schemeClr val="tx1"/>
                </a:solidFill>
                <a:latin typeface="Futura Bk" pitchFamily="34" charset="0"/>
                <a:ea typeface="宋体" panose="02010600030101010101" pitchFamily="2" charset="-122"/>
              </a:defRPr>
            </a:lvl4pPr>
            <a:lvl5pPr marL="2068830" indent="-228600">
              <a:defRPr sz="2400">
                <a:solidFill>
                  <a:schemeClr val="tx1"/>
                </a:solidFill>
                <a:latin typeface="Futura Bk" pitchFamily="34" charset="0"/>
                <a:ea typeface="宋体" panose="02010600030101010101" pitchFamily="2" charset="-122"/>
              </a:defRPr>
            </a:lvl5pPr>
            <a:lvl6pPr marL="25260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832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404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976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F19F3A1F-AEA3-4052-9146-DAC08756D50F}" type="slidenum">
              <a:rPr lang="zh-CN" altLang="en-US" sz="1200"/>
            </a:fld>
            <a:endParaRPr lang="en-US" altLang="zh-CN" sz="1200"/>
          </a:p>
        </p:txBody>
      </p:sp>
      <p:sp>
        <p:nvSpPr>
          <p:cNvPr id="119811" name="Rectangle 2"/>
          <p:cNvSpPr>
            <a:spLocks noGrp="1" noRot="1" noChangeAspect="1" noChangeArrowheads="1" noTextEdit="1"/>
          </p:cNvSpPr>
          <p:nvPr>
            <p:ph type="sldImg"/>
          </p:nvPr>
        </p:nvSpPr>
        <p:spPr/>
      </p:sp>
      <p:sp>
        <p:nvSpPr>
          <p:cNvPr id="119812" name="Rectangle 3"/>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228600" indent="-228600"/>
            <a:r>
              <a:rPr lang="en-US" altLang="zh-CN"/>
              <a:t>Finish – Start</a:t>
            </a:r>
            <a:endParaRPr lang="en-US" altLang="zh-CN"/>
          </a:p>
          <a:p>
            <a:pPr marL="228600" indent="-228600"/>
            <a:r>
              <a:rPr lang="en-US" altLang="zh-CN"/>
              <a:t>Finish – Finish</a:t>
            </a:r>
            <a:endParaRPr lang="en-US" altLang="zh-CN"/>
          </a:p>
          <a:p>
            <a:pPr marL="228600" indent="-228600"/>
            <a:r>
              <a:rPr lang="en-US" altLang="zh-CN"/>
              <a:t>Start – Start</a:t>
            </a:r>
            <a:endParaRPr lang="en-US" altLang="zh-CN"/>
          </a:p>
          <a:p>
            <a:pPr marL="228600" indent="-228600"/>
            <a:r>
              <a:rPr lang="en-US" altLang="zh-CN"/>
              <a:t>Start – Finish (rarely used)</a:t>
            </a:r>
            <a:endParaRPr lang="en-US" altLang="zh-CN"/>
          </a:p>
          <a:p>
            <a:pPr marL="228600" indent="-228600"/>
            <a:endParaRPr lang="en-US" altLang="zh-CN"/>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幻灯片图像占位符 1"/>
          <p:cNvSpPr>
            <a:spLocks noGrp="1" noRot="1" noChangeAspect="1" noChangeArrowheads="1" noTextEdit="1"/>
          </p:cNvSpPr>
          <p:nvPr>
            <p:ph type="sldImg"/>
          </p:nvPr>
        </p:nvSpPr>
        <p:spPr/>
      </p:sp>
      <p:sp>
        <p:nvSpPr>
          <p:cNvPr id="121859" name="备注占位符 2"/>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1860" name="灯片编号占位符 3"/>
          <p:cNvSpPr>
            <a:spLocks noGrp="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F1DA5D03-C343-42A5-9F0F-4323D073959F}" type="slidenum">
              <a:rPr lang="zh-CN" altLang="en-US" sz="1200"/>
            </a:fld>
            <a:endParaRPr lang="en-US" altLang="zh-CN" sz="120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6125" indent="-287655">
              <a:defRPr sz="2400">
                <a:solidFill>
                  <a:schemeClr val="tx1"/>
                </a:solidFill>
                <a:latin typeface="Futura Bk" pitchFamily="34" charset="0"/>
                <a:ea typeface="宋体" panose="02010600030101010101" pitchFamily="2" charset="-122"/>
              </a:defRPr>
            </a:lvl2pPr>
            <a:lvl3pPr marL="1149350" indent="-228600">
              <a:defRPr sz="2400">
                <a:solidFill>
                  <a:schemeClr val="tx1"/>
                </a:solidFill>
                <a:latin typeface="Futura Bk" pitchFamily="34" charset="0"/>
                <a:ea typeface="宋体" panose="02010600030101010101" pitchFamily="2" charset="-122"/>
              </a:defRPr>
            </a:lvl3pPr>
            <a:lvl4pPr marL="1609725" indent="-228600">
              <a:defRPr sz="2400">
                <a:solidFill>
                  <a:schemeClr val="tx1"/>
                </a:solidFill>
                <a:latin typeface="Futura Bk" pitchFamily="34" charset="0"/>
                <a:ea typeface="宋体" panose="02010600030101010101" pitchFamily="2" charset="-122"/>
              </a:defRPr>
            </a:lvl4pPr>
            <a:lvl5pPr marL="2068830" indent="-228600">
              <a:defRPr sz="2400">
                <a:solidFill>
                  <a:schemeClr val="tx1"/>
                </a:solidFill>
                <a:latin typeface="Futura Bk" pitchFamily="34" charset="0"/>
                <a:ea typeface="宋体" panose="02010600030101010101" pitchFamily="2" charset="-122"/>
              </a:defRPr>
            </a:lvl5pPr>
            <a:lvl6pPr marL="25260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832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404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976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0D559F86-0C40-4ABD-9E6E-FB4FB6679984}" type="slidenum">
              <a:rPr lang="zh-CN" altLang="en-US" sz="1200"/>
            </a:fld>
            <a:endParaRPr lang="en-US" altLang="zh-CN" sz="1200"/>
          </a:p>
        </p:txBody>
      </p:sp>
      <p:sp>
        <p:nvSpPr>
          <p:cNvPr id="123907" name="Rectangle 2"/>
          <p:cNvSpPr>
            <a:spLocks noGrp="1" noRot="1" noChangeAspect="1" noChangeArrowheads="1" noTextEdit="1"/>
          </p:cNvSpPr>
          <p:nvPr>
            <p:ph type="sldImg"/>
          </p:nvPr>
        </p:nvSpPr>
        <p:spPr/>
      </p:sp>
      <p:sp>
        <p:nvSpPr>
          <p:cNvPr id="123908" name="Rectangle 3"/>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t>工业机器人例子</a:t>
            </a:r>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幻灯片图像占位符 1"/>
          <p:cNvSpPr>
            <a:spLocks noGrp="1" noRot="1" noChangeAspect="1" noChangeArrowheads="1" noTextEdit="1"/>
          </p:cNvSpPr>
          <p:nvPr>
            <p:ph type="sldImg"/>
          </p:nvPr>
        </p:nvSpPr>
        <p:spPr/>
      </p:sp>
      <p:sp>
        <p:nvSpPr>
          <p:cNvPr id="125955" name="备注占位符 2"/>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5956" name="灯片编号占位符 3"/>
          <p:cNvSpPr>
            <a:spLocks noGrp="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5551EA55-B602-449D-8552-1F9E63D87D80}" type="slidenum">
              <a:rPr lang="zh-CN" altLang="en-US" sz="1200"/>
            </a:fld>
            <a:endParaRPr lang="en-US" altLang="zh-CN" sz="120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幻灯片图像占位符 1"/>
          <p:cNvSpPr>
            <a:spLocks noGrp="1" noRot="1" noChangeAspect="1" noChangeArrowheads="1" noTextEdit="1"/>
          </p:cNvSpPr>
          <p:nvPr>
            <p:ph type="sldImg"/>
          </p:nvPr>
        </p:nvSpPr>
        <p:spPr/>
      </p:sp>
      <p:sp>
        <p:nvSpPr>
          <p:cNvPr id="128003" name="备注占位符 2"/>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8004" name="灯片编号占位符 3"/>
          <p:cNvSpPr>
            <a:spLocks noGrp="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9694CCCA-EBFF-484F-A123-49E68DA1AA6D}" type="slidenum">
              <a:rPr lang="zh-CN" altLang="en-US" sz="1200"/>
            </a:fld>
            <a:endParaRPr lang="en-US" altLang="zh-CN" sz="120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6125" indent="-287655">
              <a:defRPr sz="2400">
                <a:solidFill>
                  <a:schemeClr val="tx1"/>
                </a:solidFill>
                <a:latin typeface="Futura Bk" pitchFamily="34" charset="0"/>
                <a:ea typeface="宋体" panose="02010600030101010101" pitchFamily="2" charset="-122"/>
              </a:defRPr>
            </a:lvl2pPr>
            <a:lvl3pPr marL="1149350" indent="-228600">
              <a:defRPr sz="2400">
                <a:solidFill>
                  <a:schemeClr val="tx1"/>
                </a:solidFill>
                <a:latin typeface="Futura Bk" pitchFamily="34" charset="0"/>
                <a:ea typeface="宋体" panose="02010600030101010101" pitchFamily="2" charset="-122"/>
              </a:defRPr>
            </a:lvl3pPr>
            <a:lvl4pPr marL="1609725" indent="-228600">
              <a:defRPr sz="2400">
                <a:solidFill>
                  <a:schemeClr val="tx1"/>
                </a:solidFill>
                <a:latin typeface="Futura Bk" pitchFamily="34" charset="0"/>
                <a:ea typeface="宋体" panose="02010600030101010101" pitchFamily="2" charset="-122"/>
              </a:defRPr>
            </a:lvl4pPr>
            <a:lvl5pPr marL="2068830" indent="-228600">
              <a:defRPr sz="2400">
                <a:solidFill>
                  <a:schemeClr val="tx1"/>
                </a:solidFill>
                <a:latin typeface="Futura Bk" pitchFamily="34" charset="0"/>
                <a:ea typeface="宋体" panose="02010600030101010101" pitchFamily="2" charset="-122"/>
              </a:defRPr>
            </a:lvl5pPr>
            <a:lvl6pPr marL="25260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832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404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976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B09176B9-B737-4A53-9A30-DBE0C23A9790}" type="slidenum">
              <a:rPr lang="zh-CN" altLang="en-US" sz="1200"/>
            </a:fld>
            <a:endParaRPr lang="en-US" altLang="zh-CN" sz="1200"/>
          </a:p>
        </p:txBody>
      </p:sp>
      <p:sp>
        <p:nvSpPr>
          <p:cNvPr id="130051" name="Rectangle 2"/>
          <p:cNvSpPr>
            <a:spLocks noGrp="1" noRot="1" noChangeAspect="1" noChangeArrowheads="1" noTextEdit="1"/>
          </p:cNvSpPr>
          <p:nvPr>
            <p:ph type="sldImg"/>
          </p:nvPr>
        </p:nvSpPr>
        <p:spPr/>
      </p:sp>
      <p:sp>
        <p:nvSpPr>
          <p:cNvPr id="130052" name="Rectangle 3"/>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6125" indent="-287655">
              <a:defRPr sz="2400">
                <a:solidFill>
                  <a:schemeClr val="tx1"/>
                </a:solidFill>
                <a:latin typeface="Futura Bk" pitchFamily="34" charset="0"/>
                <a:ea typeface="宋体" panose="02010600030101010101" pitchFamily="2" charset="-122"/>
              </a:defRPr>
            </a:lvl2pPr>
            <a:lvl3pPr marL="1149350" indent="-228600">
              <a:defRPr sz="2400">
                <a:solidFill>
                  <a:schemeClr val="tx1"/>
                </a:solidFill>
                <a:latin typeface="Futura Bk" pitchFamily="34" charset="0"/>
                <a:ea typeface="宋体" panose="02010600030101010101" pitchFamily="2" charset="-122"/>
              </a:defRPr>
            </a:lvl3pPr>
            <a:lvl4pPr marL="1609725" indent="-228600">
              <a:defRPr sz="2400">
                <a:solidFill>
                  <a:schemeClr val="tx1"/>
                </a:solidFill>
                <a:latin typeface="Futura Bk" pitchFamily="34" charset="0"/>
                <a:ea typeface="宋体" panose="02010600030101010101" pitchFamily="2" charset="-122"/>
              </a:defRPr>
            </a:lvl4pPr>
            <a:lvl5pPr marL="2068830" indent="-228600">
              <a:defRPr sz="2400">
                <a:solidFill>
                  <a:schemeClr val="tx1"/>
                </a:solidFill>
                <a:latin typeface="Futura Bk" pitchFamily="34" charset="0"/>
                <a:ea typeface="宋体" panose="02010600030101010101" pitchFamily="2" charset="-122"/>
              </a:defRPr>
            </a:lvl5pPr>
            <a:lvl6pPr marL="25260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832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404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976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22E8D343-4D55-43FD-BBDD-A8B7303383AF}" type="slidenum">
              <a:rPr lang="zh-CN" altLang="en-US" sz="1200"/>
            </a:fld>
            <a:endParaRPr lang="en-US" altLang="zh-CN" sz="1200"/>
          </a:p>
        </p:txBody>
      </p:sp>
      <p:sp>
        <p:nvSpPr>
          <p:cNvPr id="132099" name="Rectangle 2"/>
          <p:cNvSpPr>
            <a:spLocks noGrp="1" noRot="1" noChangeAspect="1" noChangeArrowheads="1" noTextEdit="1"/>
          </p:cNvSpPr>
          <p:nvPr>
            <p:ph type="sldImg"/>
          </p:nvPr>
        </p:nvSpPr>
        <p:spPr/>
      </p:sp>
      <p:sp>
        <p:nvSpPr>
          <p:cNvPr id="132100" name="Rectangle 3"/>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6125" indent="-287655">
              <a:defRPr sz="2400">
                <a:solidFill>
                  <a:schemeClr val="tx1"/>
                </a:solidFill>
                <a:latin typeface="Futura Bk" pitchFamily="34" charset="0"/>
                <a:ea typeface="宋体" panose="02010600030101010101" pitchFamily="2" charset="-122"/>
              </a:defRPr>
            </a:lvl2pPr>
            <a:lvl3pPr marL="1149350" indent="-228600">
              <a:defRPr sz="2400">
                <a:solidFill>
                  <a:schemeClr val="tx1"/>
                </a:solidFill>
                <a:latin typeface="Futura Bk" pitchFamily="34" charset="0"/>
                <a:ea typeface="宋体" panose="02010600030101010101" pitchFamily="2" charset="-122"/>
              </a:defRPr>
            </a:lvl3pPr>
            <a:lvl4pPr marL="1609725" indent="-228600">
              <a:defRPr sz="2400">
                <a:solidFill>
                  <a:schemeClr val="tx1"/>
                </a:solidFill>
                <a:latin typeface="Futura Bk" pitchFamily="34" charset="0"/>
                <a:ea typeface="宋体" panose="02010600030101010101" pitchFamily="2" charset="-122"/>
              </a:defRPr>
            </a:lvl4pPr>
            <a:lvl5pPr marL="2068830" indent="-228600">
              <a:defRPr sz="2400">
                <a:solidFill>
                  <a:schemeClr val="tx1"/>
                </a:solidFill>
                <a:latin typeface="Futura Bk" pitchFamily="34" charset="0"/>
                <a:ea typeface="宋体" panose="02010600030101010101" pitchFamily="2" charset="-122"/>
              </a:defRPr>
            </a:lvl5pPr>
            <a:lvl6pPr marL="25260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832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404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976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962E1EA2-3EA9-499E-A839-C5F0B7B81CBD}" type="slidenum">
              <a:rPr lang="zh-CN" altLang="en-US" sz="1200"/>
            </a:fld>
            <a:endParaRPr lang="en-US" altLang="zh-CN" sz="1200"/>
          </a:p>
        </p:txBody>
      </p:sp>
      <p:sp>
        <p:nvSpPr>
          <p:cNvPr id="134147" name="Rectangle 2"/>
          <p:cNvSpPr>
            <a:spLocks noGrp="1" noRot="1" noChangeAspect="1" noChangeArrowheads="1" noTextEdit="1"/>
          </p:cNvSpPr>
          <p:nvPr>
            <p:ph type="sldImg"/>
          </p:nvPr>
        </p:nvSpPr>
        <p:spPr/>
      </p:sp>
      <p:sp>
        <p:nvSpPr>
          <p:cNvPr id="134148" name="Rectangle 3"/>
          <p:cNvSpPr>
            <a:spLocks noGrp="1" noChangeArrowheads="1"/>
          </p:cNvSpPr>
          <p:nvPr>
            <p:ph type="body" idx="1"/>
          </p:nvPr>
        </p:nvSpPr>
        <p:spPr>
          <a:xfrm>
            <a:off x="296863" y="4714875"/>
            <a:ext cx="4371975" cy="661988"/>
          </a:xfrm>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lvl="3"/>
            <a:r>
              <a:rPr lang="zh-CN" altLang="en-US" sz="1400">
                <a:latin typeface="楷体" panose="02010609060101010101" pitchFamily="49" charset="-122"/>
                <a:ea typeface="楷体" panose="02010609060101010101" pitchFamily="49" charset="-122"/>
              </a:rPr>
              <a:t>第二天上午结束</a:t>
            </a:r>
            <a:endParaRPr lang="zh-CN" altLang="en-US" sz="1400">
              <a:latin typeface="楷体" panose="02010609060101010101" pitchFamily="49" charset="-122"/>
              <a:ea typeface="楷体" panose="02010609060101010101" pitchFamily="49" charset="-122"/>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7"/>
          <p:cNvSpPr>
            <a:spLocks noGrp="1" noChangeArrowheads="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6125" indent="-287655">
              <a:defRPr sz="2400">
                <a:solidFill>
                  <a:schemeClr val="tx1"/>
                </a:solidFill>
                <a:latin typeface="Futura Bk" pitchFamily="34" charset="0"/>
                <a:ea typeface="宋体" panose="02010600030101010101" pitchFamily="2" charset="-122"/>
              </a:defRPr>
            </a:lvl2pPr>
            <a:lvl3pPr marL="1149350" indent="-228600">
              <a:defRPr sz="2400">
                <a:solidFill>
                  <a:schemeClr val="tx1"/>
                </a:solidFill>
                <a:latin typeface="Futura Bk" pitchFamily="34" charset="0"/>
                <a:ea typeface="宋体" panose="02010600030101010101" pitchFamily="2" charset="-122"/>
              </a:defRPr>
            </a:lvl3pPr>
            <a:lvl4pPr marL="1609725" indent="-228600">
              <a:defRPr sz="2400">
                <a:solidFill>
                  <a:schemeClr val="tx1"/>
                </a:solidFill>
                <a:latin typeface="Futura Bk" pitchFamily="34" charset="0"/>
                <a:ea typeface="宋体" panose="02010600030101010101" pitchFamily="2" charset="-122"/>
              </a:defRPr>
            </a:lvl4pPr>
            <a:lvl5pPr marL="2068830" indent="-228600">
              <a:defRPr sz="2400">
                <a:solidFill>
                  <a:schemeClr val="tx1"/>
                </a:solidFill>
                <a:latin typeface="Futura Bk" pitchFamily="34" charset="0"/>
                <a:ea typeface="宋体" panose="02010600030101010101" pitchFamily="2" charset="-122"/>
              </a:defRPr>
            </a:lvl5pPr>
            <a:lvl6pPr marL="25260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832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404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976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fld id="{481E9059-0701-4B24-AFDC-B69166E9CE96}" type="slidenum">
              <a:rPr kumimoji="0" lang="zh-CN" altLang="en-US" sz="1200" b="0" i="0" u="none" strike="noStrike" kern="1200" cap="none" spc="0" normalizeH="0" baseline="0" noProof="0">
                <a:ln>
                  <a:noFill/>
                </a:ln>
                <a:solidFill>
                  <a:srgbClr val="000000"/>
                </a:solidFill>
                <a:effectLst/>
                <a:uLnTx/>
                <a:uFillTx/>
                <a:latin typeface="Futura Bk"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Futura Bk" pitchFamily="34" charset="0"/>
              <a:ea typeface="宋体" panose="02010600030101010101" pitchFamily="2" charset="-122"/>
              <a:cs typeface="+mn-cs"/>
            </a:endParaRPr>
          </a:p>
        </p:txBody>
      </p:sp>
      <p:sp>
        <p:nvSpPr>
          <p:cNvPr id="159747" name="Rectangle 2"/>
          <p:cNvSpPr>
            <a:spLocks noGrp="1" noRot="1" noChangeAspect="1" noChangeArrowheads="1" noTextEdit="1"/>
          </p:cNvSpPr>
          <p:nvPr>
            <p:ph type="sldImg"/>
          </p:nvPr>
        </p:nvSpPr>
        <p:spPr/>
      </p:sp>
      <p:sp>
        <p:nvSpPr>
          <p:cNvPr id="159748" name="Rectangle 3"/>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7"/>
          <p:cNvSpPr>
            <a:spLocks noGrp="1" noChangeArrowheads="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6125" indent="-287655">
              <a:defRPr sz="2400">
                <a:solidFill>
                  <a:schemeClr val="tx1"/>
                </a:solidFill>
                <a:latin typeface="Futura Bk" pitchFamily="34" charset="0"/>
                <a:ea typeface="宋体" panose="02010600030101010101" pitchFamily="2" charset="-122"/>
              </a:defRPr>
            </a:lvl2pPr>
            <a:lvl3pPr marL="1149350" indent="-228600">
              <a:defRPr sz="2400">
                <a:solidFill>
                  <a:schemeClr val="tx1"/>
                </a:solidFill>
                <a:latin typeface="Futura Bk" pitchFamily="34" charset="0"/>
                <a:ea typeface="宋体" panose="02010600030101010101" pitchFamily="2" charset="-122"/>
              </a:defRPr>
            </a:lvl3pPr>
            <a:lvl4pPr marL="1609725" indent="-228600">
              <a:defRPr sz="2400">
                <a:solidFill>
                  <a:schemeClr val="tx1"/>
                </a:solidFill>
                <a:latin typeface="Futura Bk" pitchFamily="34" charset="0"/>
                <a:ea typeface="宋体" panose="02010600030101010101" pitchFamily="2" charset="-122"/>
              </a:defRPr>
            </a:lvl4pPr>
            <a:lvl5pPr marL="2068830" indent="-228600">
              <a:defRPr sz="2400">
                <a:solidFill>
                  <a:schemeClr val="tx1"/>
                </a:solidFill>
                <a:latin typeface="Futura Bk" pitchFamily="34" charset="0"/>
                <a:ea typeface="宋体" panose="02010600030101010101" pitchFamily="2" charset="-122"/>
              </a:defRPr>
            </a:lvl5pPr>
            <a:lvl6pPr marL="25260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832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404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976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fld id="{E8E408ED-DED5-4D58-91F9-919FCBB54DD5}" type="slidenum">
              <a:rPr kumimoji="0" lang="zh-CN" altLang="en-US" sz="1200" b="0" i="0" u="none" strike="noStrike" kern="1200" cap="none" spc="0" normalizeH="0" baseline="0" noProof="0">
                <a:ln>
                  <a:noFill/>
                </a:ln>
                <a:solidFill>
                  <a:srgbClr val="000000"/>
                </a:solidFill>
                <a:effectLst/>
                <a:uLnTx/>
                <a:uFillTx/>
                <a:latin typeface="Futura Bk"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Futura Bk" pitchFamily="34" charset="0"/>
              <a:ea typeface="宋体" panose="02010600030101010101" pitchFamily="2" charset="-122"/>
              <a:cs typeface="+mn-cs"/>
            </a:endParaRPr>
          </a:p>
        </p:txBody>
      </p:sp>
      <p:sp>
        <p:nvSpPr>
          <p:cNvPr id="161795" name="Rectangle 2"/>
          <p:cNvSpPr>
            <a:spLocks noGrp="1" noRot="1" noChangeAspect="1" noChangeArrowheads="1" noTextEdit="1"/>
          </p:cNvSpPr>
          <p:nvPr>
            <p:ph type="sldImg"/>
          </p:nvPr>
        </p:nvSpPr>
        <p:spPr/>
      </p:sp>
      <p:sp>
        <p:nvSpPr>
          <p:cNvPr id="161796" name="Rectangle 3"/>
          <p:cNvSpPr>
            <a:spLocks noGrp="1" noChangeArrowheads="1"/>
          </p:cNvSpPr>
          <p:nvPr>
            <p:ph type="body" idx="1"/>
          </p:nvPr>
        </p:nvSpPr>
        <p:spPr>
          <a:xfrm>
            <a:off x="890588" y="4964113"/>
            <a:ext cx="4887912" cy="4465637"/>
          </a:xfrm>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Aft>
                <a:spcPct val="50000"/>
              </a:spcAft>
            </a:pPr>
            <a:r>
              <a:rPr lang="zh-CN" altLang="en-US" sz="1000" b="1">
                <a:solidFill>
                  <a:srgbClr val="000000"/>
                </a:solidFill>
                <a:latin typeface="楷体" panose="02010609060101010101" pitchFamily="49" charset="-122"/>
                <a:ea typeface="楷体" panose="02010609060101010101" pitchFamily="49" charset="-122"/>
              </a:rPr>
              <a:t>潜在风险分析</a:t>
            </a:r>
            <a:r>
              <a:rPr lang="en-US" altLang="zh-CN" sz="1000" b="1">
                <a:solidFill>
                  <a:srgbClr val="000000"/>
                </a:solidFill>
                <a:latin typeface="楷体" panose="02010609060101010101" pitchFamily="49" charset="-122"/>
                <a:ea typeface="楷体" panose="02010609060101010101" pitchFamily="49" charset="-122"/>
              </a:rPr>
              <a:t>Potential Problem Analysis</a:t>
            </a:r>
            <a:endParaRPr lang="en-US" altLang="zh-CN" sz="1000" b="1">
              <a:solidFill>
                <a:srgbClr val="000000"/>
              </a:solidFill>
              <a:latin typeface="楷体" panose="02010609060101010101" pitchFamily="49" charset="-122"/>
              <a:ea typeface="楷体" panose="02010609060101010101" pitchFamily="49" charset="-122"/>
            </a:endParaRPr>
          </a:p>
          <a:p>
            <a:pPr>
              <a:spcAft>
                <a:spcPct val="50000"/>
              </a:spcAft>
            </a:pPr>
            <a:r>
              <a:rPr lang="zh-CN" altLang="en-US" sz="1000" b="1">
                <a:solidFill>
                  <a:srgbClr val="000000"/>
                </a:solidFill>
                <a:latin typeface="楷体" panose="02010609060101010101" pitchFamily="49" charset="-122"/>
                <a:ea typeface="楷体" panose="02010609060101010101" pitchFamily="49" charset="-122"/>
              </a:rPr>
              <a:t>举例说明风险识别、评估：</a:t>
            </a:r>
            <a:endParaRPr lang="zh-CN" altLang="en-US" sz="1000" b="1">
              <a:solidFill>
                <a:srgbClr val="000000"/>
              </a:solidFill>
              <a:latin typeface="楷体" panose="02010609060101010101" pitchFamily="49" charset="-122"/>
              <a:ea typeface="楷体" panose="02010609060101010101" pitchFamily="49" charset="-122"/>
            </a:endParaRPr>
          </a:p>
          <a:p>
            <a:pPr>
              <a:spcAft>
                <a:spcPct val="50000"/>
              </a:spcAft>
            </a:pPr>
            <a:endParaRPr lang="zh-CN" altLang="en-US" sz="1000" b="1">
              <a:solidFill>
                <a:srgbClr val="000000"/>
              </a:solidFill>
              <a:latin typeface="楷体" panose="02010609060101010101" pitchFamily="49" charset="-122"/>
              <a:ea typeface="楷体" panose="02010609060101010101" pitchFamily="49" charset="-122"/>
            </a:endParaRPr>
          </a:p>
          <a:p>
            <a:pPr>
              <a:spcAft>
                <a:spcPct val="50000"/>
              </a:spcAft>
            </a:pPr>
            <a:r>
              <a:rPr lang="zh-CN" altLang="en-US" sz="1000">
                <a:solidFill>
                  <a:srgbClr val="000000"/>
                </a:solidFill>
                <a:latin typeface="楷体" panose="02010609060101010101" pitchFamily="49" charset="-122"/>
                <a:ea typeface="楷体" panose="02010609060101010101" pitchFamily="49" charset="-122"/>
              </a:rPr>
              <a:t>风险  可能性  严重性   可能的原因  预防措施    补救措施    启动机制   准备工作</a:t>
            </a:r>
            <a:endParaRPr lang="zh-CN" altLang="en-US" sz="1000">
              <a:solidFill>
                <a:srgbClr val="000000"/>
              </a:solidFill>
              <a:latin typeface="楷体" panose="02010609060101010101" pitchFamily="49" charset="-122"/>
              <a:ea typeface="楷体" panose="02010609060101010101" pitchFamily="49" charset="-122"/>
            </a:endParaRPr>
          </a:p>
          <a:p>
            <a:pPr>
              <a:spcAft>
                <a:spcPct val="50000"/>
              </a:spcAft>
            </a:pPr>
            <a:endParaRPr lang="zh-CN" altLang="en-US" sz="1000">
              <a:solidFill>
                <a:srgbClr val="000000"/>
              </a:solidFill>
              <a:latin typeface="楷体" panose="02010609060101010101" pitchFamily="49" charset="-122"/>
              <a:ea typeface="楷体" panose="02010609060101010101" pitchFamily="49" charset="-122"/>
            </a:endParaRPr>
          </a:p>
          <a:p>
            <a:pPr>
              <a:spcAft>
                <a:spcPct val="50000"/>
              </a:spcAft>
            </a:pPr>
            <a:r>
              <a:rPr lang="zh-CN" altLang="en-US" sz="1000">
                <a:solidFill>
                  <a:srgbClr val="000000"/>
                </a:solidFill>
                <a:latin typeface="楷体" panose="02010609060101010101" pitchFamily="49" charset="-122"/>
                <a:ea typeface="楷体" panose="02010609060101010101" pitchFamily="49" charset="-122"/>
              </a:rPr>
              <a:t>对于可能性小，严重性高的， 可只考虑补救措施</a:t>
            </a:r>
            <a:endParaRPr lang="zh-CN" altLang="en-US" sz="1000">
              <a:solidFill>
                <a:srgbClr val="000000"/>
              </a:solidFill>
              <a:latin typeface="楷体" panose="02010609060101010101" pitchFamily="49" charset="-122"/>
              <a:ea typeface="楷体" panose="02010609060101010101" pitchFamily="49" charset="-122"/>
            </a:endParaRPr>
          </a:p>
          <a:p>
            <a:pPr>
              <a:spcAft>
                <a:spcPct val="50000"/>
              </a:spcAft>
            </a:pPr>
            <a:r>
              <a:rPr lang="zh-CN" altLang="en-US" sz="1000">
                <a:solidFill>
                  <a:srgbClr val="000000"/>
                </a:solidFill>
                <a:latin typeface="楷体" panose="02010609060101010101" pitchFamily="49" charset="-122"/>
                <a:ea typeface="楷体" panose="02010609060101010101" pitchFamily="49" charset="-122"/>
              </a:rPr>
              <a:t>对于可能性高，严重性小的， 可只考虑预防措施</a:t>
            </a:r>
            <a:endParaRPr lang="zh-CN" altLang="en-US" sz="1000">
              <a:solidFill>
                <a:srgbClr val="000000"/>
              </a:solidFill>
              <a:latin typeface="楷体" panose="02010609060101010101" pitchFamily="49" charset="-122"/>
              <a:ea typeface="楷体" panose="02010609060101010101" pitchFamily="49" charset="-122"/>
            </a:endParaRPr>
          </a:p>
          <a:p>
            <a:pPr>
              <a:spcAft>
                <a:spcPct val="50000"/>
              </a:spcAft>
            </a:pPr>
            <a:endParaRPr lang="zh-CN" altLang="en-US" sz="1000">
              <a:solidFill>
                <a:srgbClr val="000000"/>
              </a:solidFill>
              <a:latin typeface="楷体" panose="02010609060101010101" pitchFamily="49" charset="-122"/>
              <a:ea typeface="楷体" panose="02010609060101010101" pitchFamily="49" charset="-122"/>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幻灯片图像占位符 1"/>
          <p:cNvSpPr>
            <a:spLocks noGrp="1" noRot="1" noChangeAspect="1" noChangeArrowheads="1" noTextEdit="1"/>
          </p:cNvSpPr>
          <p:nvPr>
            <p:ph type="sldImg"/>
          </p:nvPr>
        </p:nvSpPr>
        <p:spPr/>
      </p:sp>
      <p:sp>
        <p:nvSpPr>
          <p:cNvPr id="163843" name="备注占位符 2"/>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t>所有风险应对措施都事关成本，各种措施在考虑成本的前提下综合设置</a:t>
            </a:r>
            <a:endParaRPr lang="zh-CN" altLang="en-US"/>
          </a:p>
        </p:txBody>
      </p:sp>
      <p:sp>
        <p:nvSpPr>
          <p:cNvPr id="163844" name="灯片编号占位符 3"/>
          <p:cNvSpPr>
            <a:spLocks noGrp="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fld id="{18608F06-0363-43EB-99B2-F6CCC421F590}" type="slidenum">
              <a:rPr kumimoji="0" lang="zh-CN" altLang="en-US" sz="1200" b="0" i="0" u="none" strike="noStrike" kern="1200" cap="none" spc="0" normalizeH="0" baseline="0" noProof="0">
                <a:ln>
                  <a:noFill/>
                </a:ln>
                <a:solidFill>
                  <a:srgbClr val="000000"/>
                </a:solidFill>
                <a:effectLst/>
                <a:uLnTx/>
                <a:uFillTx/>
                <a:latin typeface="Futura Bk"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Futura Bk" pitchFamily="34" charset="0"/>
              <a:ea typeface="宋体" panose="02010600030101010101" pitchFamily="2" charset="-122"/>
              <a:cs typeface="+mn-cs"/>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幻灯片图像占位符 1"/>
          <p:cNvSpPr>
            <a:spLocks noGrp="1" noRot="1" noChangeAspect="1" noChangeArrowheads="1" noTextEdit="1"/>
          </p:cNvSpPr>
          <p:nvPr>
            <p:ph type="sldImg"/>
          </p:nvPr>
        </p:nvSpPr>
        <p:spPr/>
      </p:sp>
      <p:sp>
        <p:nvSpPr>
          <p:cNvPr id="165891" name="备注占位符 2"/>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5892" name="灯片编号占位符 3"/>
          <p:cNvSpPr>
            <a:spLocks noGrp="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fld id="{F31FCD71-BFCA-4A2A-B747-B86BBE92520B}" type="slidenum">
              <a:rPr kumimoji="0" lang="zh-CN" altLang="en-US" sz="1200" b="0" i="0" u="none" strike="noStrike" kern="1200" cap="none" spc="0" normalizeH="0" baseline="0" noProof="0">
                <a:ln>
                  <a:noFill/>
                </a:ln>
                <a:solidFill>
                  <a:srgbClr val="000000"/>
                </a:solidFill>
                <a:effectLst/>
                <a:uLnTx/>
                <a:uFillTx/>
                <a:latin typeface="Futura Bk"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Futura Bk" pitchFamily="34" charset="0"/>
              <a:ea typeface="宋体" panose="02010600030101010101" pitchFamily="2" charset="-122"/>
              <a:cs typeface="+mn-cs"/>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幻灯片图像占位符 1"/>
          <p:cNvSpPr>
            <a:spLocks noGrp="1" noRot="1" noChangeAspect="1" noChangeArrowheads="1" noTextEdit="1"/>
          </p:cNvSpPr>
          <p:nvPr>
            <p:ph type="sldImg"/>
          </p:nvPr>
        </p:nvSpPr>
        <p:spPr/>
      </p:sp>
      <p:sp>
        <p:nvSpPr>
          <p:cNvPr id="167939" name="备注占位符 2"/>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7940" name="灯片编号占位符 3"/>
          <p:cNvSpPr>
            <a:spLocks noGrp="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fld id="{50ACF29A-706A-4C6C-969D-83570DBFE2DD}" type="slidenum">
              <a:rPr kumimoji="0" lang="zh-CN" altLang="en-US" sz="1200" b="0" i="0" u="none" strike="noStrike" kern="1200" cap="none" spc="0" normalizeH="0" baseline="0" noProof="0">
                <a:ln>
                  <a:noFill/>
                </a:ln>
                <a:solidFill>
                  <a:srgbClr val="000000"/>
                </a:solidFill>
                <a:effectLst/>
                <a:uLnTx/>
                <a:uFillTx/>
                <a:latin typeface="Futura Bk"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Futura Bk" pitchFamily="34" charset="0"/>
              <a:ea typeface="宋体" panose="02010600030101010101" pitchFamily="2" charset="-122"/>
              <a:cs typeface="+mn-cs"/>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7"/>
          <p:cNvSpPr>
            <a:spLocks noGrp="1" noChangeArrowheads="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6125" indent="-287655">
              <a:defRPr sz="2400">
                <a:solidFill>
                  <a:schemeClr val="tx1"/>
                </a:solidFill>
                <a:latin typeface="Futura Bk" pitchFamily="34" charset="0"/>
                <a:ea typeface="宋体" panose="02010600030101010101" pitchFamily="2" charset="-122"/>
              </a:defRPr>
            </a:lvl2pPr>
            <a:lvl3pPr marL="1149350" indent="-228600">
              <a:defRPr sz="2400">
                <a:solidFill>
                  <a:schemeClr val="tx1"/>
                </a:solidFill>
                <a:latin typeface="Futura Bk" pitchFamily="34" charset="0"/>
                <a:ea typeface="宋体" panose="02010600030101010101" pitchFamily="2" charset="-122"/>
              </a:defRPr>
            </a:lvl3pPr>
            <a:lvl4pPr marL="1609725" indent="-228600">
              <a:defRPr sz="2400">
                <a:solidFill>
                  <a:schemeClr val="tx1"/>
                </a:solidFill>
                <a:latin typeface="Futura Bk" pitchFamily="34" charset="0"/>
                <a:ea typeface="宋体" panose="02010600030101010101" pitchFamily="2" charset="-122"/>
              </a:defRPr>
            </a:lvl4pPr>
            <a:lvl5pPr marL="2068830" indent="-228600">
              <a:defRPr sz="2400">
                <a:solidFill>
                  <a:schemeClr val="tx1"/>
                </a:solidFill>
                <a:latin typeface="Futura Bk" pitchFamily="34" charset="0"/>
                <a:ea typeface="宋体" panose="02010600030101010101" pitchFamily="2" charset="-122"/>
              </a:defRPr>
            </a:lvl5pPr>
            <a:lvl6pPr marL="25260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832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404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976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fld id="{B671C474-0780-495C-9EA2-99439483AC59}" type="slidenum">
              <a:rPr kumimoji="0" lang="zh-CN" altLang="en-US" sz="1200" b="0" i="0" u="none" strike="noStrike" kern="1200" cap="none" spc="0" normalizeH="0" baseline="0" noProof="0">
                <a:ln>
                  <a:noFill/>
                </a:ln>
                <a:solidFill>
                  <a:srgbClr val="000000"/>
                </a:solidFill>
                <a:effectLst/>
                <a:uLnTx/>
                <a:uFillTx/>
                <a:latin typeface="Futura Bk"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Futura Bk" pitchFamily="34" charset="0"/>
              <a:ea typeface="宋体" panose="02010600030101010101" pitchFamily="2" charset="-122"/>
              <a:cs typeface="+mn-cs"/>
            </a:endParaRPr>
          </a:p>
        </p:txBody>
      </p:sp>
      <p:sp>
        <p:nvSpPr>
          <p:cNvPr id="169987" name="Rectangle 2"/>
          <p:cNvSpPr>
            <a:spLocks noGrp="1" noRot="1" noChangeAspect="1" noChangeArrowheads="1" noTextEdit="1"/>
          </p:cNvSpPr>
          <p:nvPr>
            <p:ph type="sldImg"/>
          </p:nvPr>
        </p:nvSpPr>
        <p:spPr/>
      </p:sp>
      <p:sp>
        <p:nvSpPr>
          <p:cNvPr id="169988" name="Rectangle 3"/>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t>潜在机会分析</a:t>
            </a:r>
            <a:r>
              <a:rPr lang="en-US" altLang="zh-CN"/>
              <a:t>Potential Opportunity Analysis</a:t>
            </a:r>
            <a:endParaRPr lang="en-US" altLang="zh-CN"/>
          </a:p>
          <a:p>
            <a:endParaRPr lang="en-US" altLang="zh-CN"/>
          </a:p>
          <a:p>
            <a:endParaRPr lang="en-US" altLang="zh-CN"/>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幻灯片图像占位符 1"/>
          <p:cNvSpPr>
            <a:spLocks noGrp="1" noRot="1" noChangeAspect="1" noChangeArrowheads="1" noTextEdit="1"/>
          </p:cNvSpPr>
          <p:nvPr>
            <p:ph type="sldImg"/>
          </p:nvPr>
        </p:nvSpPr>
        <p:spPr/>
      </p:sp>
      <p:sp>
        <p:nvSpPr>
          <p:cNvPr id="172035" name="备注占位符 2"/>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2036" name="灯片编号占位符 3"/>
          <p:cNvSpPr>
            <a:spLocks noGrp="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fld id="{1D98D34F-A0D8-42C7-A5EE-4FC31623A39A}" type="slidenum">
              <a:rPr kumimoji="0" lang="zh-CN" altLang="en-US" sz="1200" b="0" i="0" u="none" strike="noStrike" kern="1200" cap="none" spc="0" normalizeH="0" baseline="0" noProof="0">
                <a:ln>
                  <a:noFill/>
                </a:ln>
                <a:solidFill>
                  <a:srgbClr val="000000"/>
                </a:solidFill>
                <a:effectLst/>
                <a:uLnTx/>
                <a:uFillTx/>
                <a:latin typeface="Futura Bk"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Futura Bk" pitchFamily="34" charset="0"/>
              <a:ea typeface="宋体" panose="02010600030101010101" pitchFamily="2" charset="-122"/>
              <a:cs typeface="+mn-cs"/>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幻灯片图像占位符 1"/>
          <p:cNvSpPr>
            <a:spLocks noGrp="1" noRot="1" noChangeAspect="1" noChangeArrowheads="1" noTextEdit="1"/>
          </p:cNvSpPr>
          <p:nvPr>
            <p:ph type="sldImg"/>
          </p:nvPr>
        </p:nvSpPr>
        <p:spPr/>
      </p:sp>
      <p:sp>
        <p:nvSpPr>
          <p:cNvPr id="138243" name="备注占位符 2"/>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p>
        </p:txBody>
      </p:sp>
      <p:sp>
        <p:nvSpPr>
          <p:cNvPr id="138244" name="灯片编号占位符 3"/>
          <p:cNvSpPr>
            <a:spLocks noGrp="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84E12CD4-3B95-4CDE-8F46-1FB5F7295890}" type="slidenum">
              <a:rPr lang="zh-CN" altLang="en-US" sz="1200"/>
            </a:fld>
            <a:endParaRPr lang="en-US" altLang="zh-CN" sz="120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6125" indent="-287655">
              <a:defRPr sz="2400">
                <a:solidFill>
                  <a:schemeClr val="tx1"/>
                </a:solidFill>
                <a:latin typeface="Futura Bk" pitchFamily="34" charset="0"/>
                <a:ea typeface="宋体" panose="02010600030101010101" pitchFamily="2" charset="-122"/>
              </a:defRPr>
            </a:lvl2pPr>
            <a:lvl3pPr marL="1149350" indent="-228600">
              <a:defRPr sz="2400">
                <a:solidFill>
                  <a:schemeClr val="tx1"/>
                </a:solidFill>
                <a:latin typeface="Futura Bk" pitchFamily="34" charset="0"/>
                <a:ea typeface="宋体" panose="02010600030101010101" pitchFamily="2" charset="-122"/>
              </a:defRPr>
            </a:lvl3pPr>
            <a:lvl4pPr marL="1609725" indent="-228600">
              <a:defRPr sz="2400">
                <a:solidFill>
                  <a:schemeClr val="tx1"/>
                </a:solidFill>
                <a:latin typeface="Futura Bk" pitchFamily="34" charset="0"/>
                <a:ea typeface="宋体" panose="02010600030101010101" pitchFamily="2" charset="-122"/>
              </a:defRPr>
            </a:lvl4pPr>
            <a:lvl5pPr marL="2068830" indent="-228600">
              <a:defRPr sz="2400">
                <a:solidFill>
                  <a:schemeClr val="tx1"/>
                </a:solidFill>
                <a:latin typeface="Futura Bk" pitchFamily="34" charset="0"/>
                <a:ea typeface="宋体" panose="02010600030101010101" pitchFamily="2" charset="-122"/>
              </a:defRPr>
            </a:lvl5pPr>
            <a:lvl6pPr marL="25260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832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404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976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612D45AE-27DF-4D93-A261-1C16258CFF06}" type="slidenum">
              <a:rPr lang="zh-CN" altLang="en-US" sz="1200"/>
            </a:fld>
            <a:endParaRPr lang="en-US" altLang="zh-CN" sz="1200"/>
          </a:p>
        </p:txBody>
      </p:sp>
      <p:sp>
        <p:nvSpPr>
          <p:cNvPr id="140291" name="Rectangle 2"/>
          <p:cNvSpPr>
            <a:spLocks noGrp="1" noRot="1" noChangeAspect="1" noChangeArrowheads="1" noTextEdit="1"/>
          </p:cNvSpPr>
          <p:nvPr>
            <p:ph type="sldImg"/>
          </p:nvPr>
        </p:nvSpPr>
        <p:spPr/>
      </p:sp>
      <p:sp>
        <p:nvSpPr>
          <p:cNvPr id="140292" name="Rectangle 3"/>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t>项目经理最重要的工作之一就是沟通，通常花在这方面的时间应该占到全部工作的</a:t>
            </a:r>
            <a:r>
              <a:rPr lang="en-US" altLang="zh-CN"/>
              <a:t>70%</a:t>
            </a:r>
            <a:r>
              <a:rPr lang="zh-CN" altLang="en-US"/>
              <a:t>～</a:t>
            </a:r>
            <a:r>
              <a:rPr lang="en-US" altLang="zh-CN"/>
              <a:t>90%</a:t>
            </a:r>
            <a:r>
              <a:rPr lang="zh-CN" altLang="en-US"/>
              <a:t>。良好的交流才能获取足够的信息、发现潜在的问题、控制好项目的各个方面。 </a:t>
            </a:r>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a:spLocks noGrp="1" noChangeArrowheads="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6125" indent="-287655">
              <a:defRPr sz="2400">
                <a:solidFill>
                  <a:schemeClr val="tx1"/>
                </a:solidFill>
                <a:latin typeface="Futura Bk" pitchFamily="34" charset="0"/>
                <a:ea typeface="宋体" panose="02010600030101010101" pitchFamily="2" charset="-122"/>
              </a:defRPr>
            </a:lvl2pPr>
            <a:lvl3pPr marL="1149350" indent="-228600">
              <a:defRPr sz="2400">
                <a:solidFill>
                  <a:schemeClr val="tx1"/>
                </a:solidFill>
                <a:latin typeface="Futura Bk" pitchFamily="34" charset="0"/>
                <a:ea typeface="宋体" panose="02010600030101010101" pitchFamily="2" charset="-122"/>
              </a:defRPr>
            </a:lvl3pPr>
            <a:lvl4pPr marL="1609725" indent="-228600">
              <a:defRPr sz="2400">
                <a:solidFill>
                  <a:schemeClr val="tx1"/>
                </a:solidFill>
                <a:latin typeface="Futura Bk" pitchFamily="34" charset="0"/>
                <a:ea typeface="宋体" panose="02010600030101010101" pitchFamily="2" charset="-122"/>
              </a:defRPr>
            </a:lvl4pPr>
            <a:lvl5pPr marL="2068830" indent="-228600">
              <a:defRPr sz="2400">
                <a:solidFill>
                  <a:schemeClr val="tx1"/>
                </a:solidFill>
                <a:latin typeface="Futura Bk" pitchFamily="34" charset="0"/>
                <a:ea typeface="宋体" panose="02010600030101010101" pitchFamily="2" charset="-122"/>
              </a:defRPr>
            </a:lvl5pPr>
            <a:lvl6pPr marL="25260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832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404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976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EBDDC324-D1C0-4D0F-A6AF-64E50EDD298B}" type="slidenum">
              <a:rPr lang="zh-CN" altLang="en-US" sz="1200"/>
            </a:fld>
            <a:endParaRPr lang="en-US" altLang="zh-CN" sz="1200"/>
          </a:p>
        </p:txBody>
      </p:sp>
      <p:sp>
        <p:nvSpPr>
          <p:cNvPr id="143363" name="Rectangle 2"/>
          <p:cNvSpPr>
            <a:spLocks noGrp="1" noRot="1" noChangeAspect="1" noChangeArrowheads="1" noTextEdit="1"/>
          </p:cNvSpPr>
          <p:nvPr>
            <p:ph type="sldImg"/>
          </p:nvPr>
        </p:nvSpPr>
        <p:spPr/>
      </p:sp>
      <p:sp>
        <p:nvSpPr>
          <p:cNvPr id="143364" name="Rectangle 3"/>
          <p:cNvSpPr>
            <a:spLocks noGrp="1" noChangeArrowheads="1"/>
          </p:cNvSpPr>
          <p:nvPr>
            <p:ph type="body" idx="1"/>
          </p:nvPr>
        </p:nvSpPr>
        <p:spPr>
          <a:xfrm>
            <a:off x="369888" y="4879975"/>
            <a:ext cx="5929312" cy="4468813"/>
          </a:xfrm>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80000"/>
              </a:lnSpc>
            </a:pPr>
            <a:r>
              <a:rPr lang="zh-CN" altLang="en-US" sz="800" dirty="0"/>
              <a:t>沟通的策略：</a:t>
            </a:r>
            <a:endParaRPr lang="zh-CN" altLang="en-US" sz="800" dirty="0"/>
          </a:p>
          <a:p>
            <a:pPr>
              <a:lnSpc>
                <a:spcPct val="80000"/>
              </a:lnSpc>
            </a:pPr>
            <a:r>
              <a:rPr lang="zh-CN" altLang="en-US" sz="800" dirty="0"/>
              <a:t>两只耳朵，一张嘴；</a:t>
            </a:r>
            <a:endParaRPr lang="zh-CN" altLang="en-US" sz="800" dirty="0"/>
          </a:p>
          <a:p>
            <a:pPr>
              <a:lnSpc>
                <a:spcPct val="80000"/>
              </a:lnSpc>
            </a:pPr>
            <a:r>
              <a:rPr lang="zh-CN" altLang="en-US" sz="800" dirty="0"/>
              <a:t>重要的不仅仅是你说了什么－还在于你是怎么说的；</a:t>
            </a:r>
            <a:endParaRPr lang="zh-CN" altLang="en-US" sz="800" dirty="0"/>
          </a:p>
          <a:p>
            <a:pPr>
              <a:lnSpc>
                <a:spcPct val="80000"/>
              </a:lnSpc>
            </a:pPr>
            <a:r>
              <a:rPr lang="zh-CN" altLang="en-US" sz="800" dirty="0"/>
              <a:t>多沟通要比少沟通好</a:t>
            </a:r>
            <a:endParaRPr lang="zh-CN" altLang="en-US" sz="800" dirty="0"/>
          </a:p>
          <a:p>
            <a:pPr>
              <a:lnSpc>
                <a:spcPct val="80000"/>
              </a:lnSpc>
            </a:pPr>
            <a:endParaRPr lang="zh-CN" altLang="en-US" sz="800" dirty="0"/>
          </a:p>
          <a:p>
            <a:pPr>
              <a:lnSpc>
                <a:spcPct val="80000"/>
              </a:lnSpc>
            </a:pPr>
            <a:r>
              <a:rPr lang="zh-CN" altLang="en-US" sz="800" dirty="0"/>
              <a:t>提问的</a:t>
            </a:r>
            <a:r>
              <a:rPr lang="en-US" altLang="zh-CN" sz="800" dirty="0"/>
              <a:t>3</a:t>
            </a:r>
            <a:r>
              <a:rPr lang="zh-CN" altLang="en-US" sz="800" dirty="0"/>
              <a:t>种方式：</a:t>
            </a:r>
            <a:endParaRPr lang="zh-CN" altLang="en-US" sz="800" dirty="0"/>
          </a:p>
          <a:p>
            <a:pPr>
              <a:lnSpc>
                <a:spcPct val="80000"/>
              </a:lnSpc>
            </a:pPr>
            <a:r>
              <a:rPr lang="en-US" altLang="zh-CN" sz="800" dirty="0"/>
              <a:t>1</a:t>
            </a:r>
            <a:r>
              <a:rPr lang="zh-CN" altLang="en-US" sz="800" dirty="0"/>
              <a:t>、</a:t>
            </a:r>
            <a:r>
              <a:rPr lang="en-US" altLang="zh-CN" sz="800" dirty="0"/>
              <a:t>open question: </a:t>
            </a:r>
            <a:r>
              <a:rPr lang="zh-CN" altLang="en-US" sz="800" dirty="0"/>
              <a:t>在问题中没有答案－为了获得信息或澄清信息</a:t>
            </a:r>
            <a:endParaRPr lang="zh-CN" altLang="en-US" sz="800" dirty="0"/>
          </a:p>
          <a:p>
            <a:pPr>
              <a:lnSpc>
                <a:spcPct val="80000"/>
              </a:lnSpc>
            </a:pPr>
            <a:r>
              <a:rPr lang="en-US" altLang="zh-CN" sz="800" dirty="0"/>
              <a:t>2</a:t>
            </a:r>
            <a:r>
              <a:rPr lang="zh-CN" altLang="en-US" sz="800" dirty="0"/>
              <a:t>、</a:t>
            </a:r>
            <a:r>
              <a:rPr lang="en-US" altLang="zh-CN" sz="800" dirty="0"/>
              <a:t>close question:</a:t>
            </a:r>
            <a:r>
              <a:rPr lang="zh-CN" altLang="en-US" sz="800" dirty="0"/>
              <a:t>在问题中已有答案－为了确认信息</a:t>
            </a:r>
            <a:endParaRPr lang="zh-CN" altLang="en-US" sz="800" dirty="0"/>
          </a:p>
          <a:p>
            <a:pPr>
              <a:lnSpc>
                <a:spcPct val="80000"/>
              </a:lnSpc>
            </a:pPr>
            <a:r>
              <a:rPr lang="en-US" altLang="zh-CN" sz="800" dirty="0"/>
              <a:t>3</a:t>
            </a:r>
            <a:r>
              <a:rPr lang="zh-CN" altLang="en-US" sz="800" dirty="0"/>
              <a:t>、打破沙锅问到底：得到特别完整、具体的信息</a:t>
            </a:r>
            <a:endParaRPr lang="zh-CN" altLang="en-US" sz="800" dirty="0"/>
          </a:p>
          <a:p>
            <a:pPr>
              <a:lnSpc>
                <a:spcPct val="80000"/>
              </a:lnSpc>
            </a:pPr>
            <a:endParaRPr lang="zh-CN" altLang="en-US" sz="800" dirty="0"/>
          </a:p>
          <a:p>
            <a:pPr>
              <a:lnSpc>
                <a:spcPct val="80000"/>
              </a:lnSpc>
            </a:pPr>
            <a:r>
              <a:rPr lang="zh-CN" altLang="en-US" sz="800" dirty="0"/>
              <a:t>例：有成员进度延迟。项目经理提问：</a:t>
            </a:r>
            <a:endParaRPr lang="zh-CN" altLang="en-US" sz="800" dirty="0"/>
          </a:p>
          <a:p>
            <a:pPr>
              <a:lnSpc>
                <a:spcPct val="80000"/>
              </a:lnSpc>
            </a:pPr>
            <a:r>
              <a:rPr lang="zh-CN" altLang="en-US" sz="800" dirty="0"/>
              <a:t>“最近，怎么了？”</a:t>
            </a:r>
            <a:endParaRPr lang="zh-CN" altLang="en-US" sz="800" dirty="0"/>
          </a:p>
          <a:p>
            <a:pPr>
              <a:lnSpc>
                <a:spcPct val="80000"/>
              </a:lnSpc>
            </a:pPr>
            <a:r>
              <a:rPr lang="zh-CN" altLang="en-US" sz="800" dirty="0"/>
              <a:t>“为什么你的进度总是延迟？”</a:t>
            </a:r>
            <a:endParaRPr lang="zh-CN" altLang="en-US" sz="800" dirty="0"/>
          </a:p>
          <a:p>
            <a:pPr>
              <a:lnSpc>
                <a:spcPct val="80000"/>
              </a:lnSpc>
            </a:pPr>
            <a:r>
              <a:rPr lang="en-US" altLang="zh-CN" sz="800" dirty="0"/>
              <a:t>“</a:t>
            </a:r>
            <a:r>
              <a:rPr lang="zh-CN" altLang="en-US" sz="800" dirty="0"/>
              <a:t>你是不是不想干了？”</a:t>
            </a:r>
            <a:endParaRPr lang="zh-CN" altLang="en-US" sz="800" dirty="0"/>
          </a:p>
          <a:p>
            <a:pPr>
              <a:lnSpc>
                <a:spcPct val="80000"/>
              </a:lnSpc>
            </a:pPr>
            <a:endParaRPr lang="zh-CN" altLang="en-US" sz="800" dirty="0"/>
          </a:p>
          <a:p>
            <a:pPr>
              <a:lnSpc>
                <a:spcPct val="80000"/>
              </a:lnSpc>
            </a:pPr>
            <a:r>
              <a:rPr lang="zh-CN" altLang="en-US" sz="800" dirty="0"/>
              <a:t>听的方式：</a:t>
            </a:r>
            <a:endParaRPr lang="zh-CN" altLang="en-US" sz="800" dirty="0"/>
          </a:p>
          <a:p>
            <a:pPr>
              <a:lnSpc>
                <a:spcPct val="80000"/>
              </a:lnSpc>
            </a:pPr>
            <a:r>
              <a:rPr lang="en-US" altLang="zh-CN" sz="800" dirty="0"/>
              <a:t>1</a:t>
            </a:r>
            <a:r>
              <a:rPr lang="zh-CN" altLang="en-US" sz="800" dirty="0"/>
              <a:t>、</a:t>
            </a:r>
            <a:r>
              <a:rPr lang="en-US" altLang="zh-CN" sz="800" dirty="0"/>
              <a:t>active listening: </a:t>
            </a:r>
            <a:r>
              <a:rPr lang="zh-CN" altLang="en-US" sz="800" dirty="0"/>
              <a:t>集中注意力，有反馈</a:t>
            </a:r>
            <a:endParaRPr lang="zh-CN" altLang="en-US" sz="800" dirty="0"/>
          </a:p>
          <a:p>
            <a:pPr>
              <a:lnSpc>
                <a:spcPct val="80000"/>
              </a:lnSpc>
            </a:pPr>
            <a:r>
              <a:rPr lang="en-US" altLang="zh-CN" sz="800" dirty="0"/>
              <a:t>2</a:t>
            </a:r>
            <a:r>
              <a:rPr lang="zh-CN" altLang="en-US" sz="800" dirty="0"/>
              <a:t>、</a:t>
            </a:r>
            <a:r>
              <a:rPr lang="en-US" altLang="zh-CN" sz="800" dirty="0"/>
              <a:t>deep listening: </a:t>
            </a:r>
            <a:r>
              <a:rPr lang="zh-CN" altLang="en-US" sz="800" dirty="0"/>
              <a:t>听话外之音</a:t>
            </a:r>
            <a:endParaRPr lang="zh-CN" altLang="en-US" sz="800" dirty="0"/>
          </a:p>
          <a:p>
            <a:pPr>
              <a:lnSpc>
                <a:spcPct val="80000"/>
              </a:lnSpc>
            </a:pPr>
            <a:endParaRPr lang="zh-CN" altLang="en-US" sz="800" dirty="0"/>
          </a:p>
          <a:p>
            <a:pPr>
              <a:lnSpc>
                <a:spcPct val="80000"/>
              </a:lnSpc>
            </a:pPr>
            <a:r>
              <a:rPr lang="zh-CN" altLang="en-US" sz="800" dirty="0"/>
              <a:t>沟通的三个关键：简洁、完整（包含所需要的全部信息）、结构（让人容易理解）</a:t>
            </a:r>
            <a:endParaRPr lang="zh-CN" altLang="en-US" sz="800" dirty="0"/>
          </a:p>
          <a:p>
            <a:pPr>
              <a:lnSpc>
                <a:spcPct val="80000"/>
              </a:lnSpc>
            </a:pPr>
            <a:endParaRPr lang="zh-CN" altLang="en-US" sz="800" dirty="0"/>
          </a:p>
          <a:p>
            <a:pPr>
              <a:lnSpc>
                <a:spcPct val="80000"/>
              </a:lnSpc>
            </a:pPr>
            <a:r>
              <a:rPr lang="zh-CN" altLang="en-US" sz="800" dirty="0"/>
              <a:t>沟通的级别：</a:t>
            </a:r>
            <a:endParaRPr lang="zh-CN" altLang="en-US" sz="800" dirty="0"/>
          </a:p>
          <a:p>
            <a:pPr>
              <a:lnSpc>
                <a:spcPct val="80000"/>
              </a:lnSpc>
            </a:pPr>
            <a:r>
              <a:rPr lang="en-US" altLang="zh-CN" sz="800" dirty="0"/>
              <a:t>1. Informed</a:t>
            </a:r>
            <a:endParaRPr lang="en-US" altLang="zh-CN" sz="800" dirty="0"/>
          </a:p>
          <a:p>
            <a:pPr>
              <a:lnSpc>
                <a:spcPct val="80000"/>
              </a:lnSpc>
            </a:pPr>
            <a:r>
              <a:rPr lang="en-US" altLang="zh-CN" sz="800" dirty="0"/>
              <a:t>2. Known</a:t>
            </a:r>
            <a:endParaRPr lang="en-US" altLang="zh-CN" sz="800" dirty="0"/>
          </a:p>
          <a:p>
            <a:pPr>
              <a:lnSpc>
                <a:spcPct val="80000"/>
              </a:lnSpc>
            </a:pPr>
            <a:r>
              <a:rPr lang="en-US" altLang="zh-CN" sz="800" dirty="0"/>
              <a:t>3. Agreed</a:t>
            </a:r>
            <a:endParaRPr lang="en-US" altLang="zh-CN" sz="800" dirty="0"/>
          </a:p>
          <a:p>
            <a:pPr>
              <a:lnSpc>
                <a:spcPct val="80000"/>
              </a:lnSpc>
            </a:pPr>
            <a:r>
              <a:rPr lang="en-US" altLang="zh-CN" sz="800" dirty="0"/>
              <a:t>4. Take action</a:t>
            </a:r>
            <a:endParaRPr lang="en-US" altLang="zh-CN" sz="800" dirty="0"/>
          </a:p>
          <a:p>
            <a:pPr>
              <a:lnSpc>
                <a:spcPct val="80000"/>
              </a:lnSpc>
            </a:pPr>
            <a:endParaRPr lang="zh-CN" altLang="en-US" sz="800" dirty="0"/>
          </a:p>
          <a:p>
            <a:pPr>
              <a:lnSpc>
                <a:spcPct val="80000"/>
              </a:lnSpc>
            </a:pPr>
            <a:r>
              <a:rPr lang="zh-CN" altLang="en-US" sz="800" dirty="0"/>
              <a:t>房子：在有共同语言的情况下，沟通容易得多。</a:t>
            </a:r>
            <a:endParaRPr lang="zh-CN" altLang="en-US" sz="800" dirty="0"/>
          </a:p>
          <a:p>
            <a:pPr>
              <a:lnSpc>
                <a:spcPct val="80000"/>
              </a:lnSpc>
            </a:pPr>
            <a:r>
              <a:rPr lang="en-US" altLang="zh-CN" sz="900" dirty="0">
                <a:latin typeface="楷体" panose="02010609060101010101" pitchFamily="49" charset="-122"/>
                <a:ea typeface="楷体" panose="02010609060101010101" pitchFamily="49" charset="-122"/>
              </a:rPr>
              <a:t>Co-location</a:t>
            </a:r>
            <a:endParaRPr lang="en-US" altLang="zh-CN" sz="900" dirty="0">
              <a:latin typeface="楷体" panose="02010609060101010101" pitchFamily="49" charset="-122"/>
              <a:ea typeface="楷体" panose="02010609060101010101" pitchFamily="49" charset="-122"/>
            </a:endParaRPr>
          </a:p>
          <a:p>
            <a:pPr>
              <a:lnSpc>
                <a:spcPct val="80000"/>
              </a:lnSpc>
            </a:pPr>
            <a:endParaRPr lang="zh-CN" altLang="en-US" sz="900" dirty="0">
              <a:latin typeface="楷体" panose="02010609060101010101" pitchFamily="49" charset="-122"/>
              <a:ea typeface="楷体" panose="02010609060101010101" pitchFamily="49" charset="-122"/>
            </a:endParaRPr>
          </a:p>
          <a:p>
            <a:pPr>
              <a:lnSpc>
                <a:spcPct val="80000"/>
              </a:lnSpc>
            </a:pPr>
            <a:r>
              <a:rPr lang="zh-CN" altLang="en-US" dirty="0"/>
              <a:t>做三个作业：上级和下级沟通、平级沟通、甲方和乙方沟通，进行现场演示 </a:t>
            </a:r>
            <a:endParaRPr lang="zh-CN" altLang="en-US" dirty="0"/>
          </a:p>
        </p:txBody>
      </p:sp>
      <p:sp>
        <p:nvSpPr>
          <p:cNvPr id="548876" name="Text Box 12"/>
          <p:cNvSpPr txBox="1">
            <a:spLocks noChangeArrowheads="1"/>
          </p:cNvSpPr>
          <p:nvPr/>
        </p:nvSpPr>
        <p:spPr bwMode="auto">
          <a:xfrm>
            <a:off x="2127250" y="9112250"/>
            <a:ext cx="184150" cy="369888"/>
          </a:xfrm>
          <a:prstGeom prst="rect">
            <a:avLst/>
          </a:prstGeom>
          <a:noFill/>
          <a:ln>
            <a:noFill/>
          </a:ln>
          <a:effectLst/>
        </p:spPr>
        <p:txBody>
          <a:bodyPr wrap="none" lIns="91989" tIns="45994" rIns="91989" bIns="45994" anchor="ctr">
            <a:spAutoFit/>
          </a:bodyPr>
          <a:lstStyle/>
          <a:p>
            <a:pPr algn="ctr">
              <a:defRPr/>
            </a:pPr>
            <a:endParaRPr lang="zh-CN" altLang="en-US" sz="1800">
              <a:effectLst>
                <a:outerShdw blurRad="38100" dist="38100" dir="2700000" algn="tl">
                  <a:srgbClr val="C0C0C0"/>
                </a:outerShdw>
              </a:effectLst>
              <a:latin typeface="Futura Lt" pitchFamily="34" charset="0"/>
              <a:ea typeface="仿宋_GB2312" pitchFamily="49" charset="-122"/>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幻灯片图像占位符 1"/>
          <p:cNvSpPr>
            <a:spLocks noGrp="1" noRot="1" noChangeAspect="1" noChangeArrowheads="1" noTextEdit="1"/>
          </p:cNvSpPr>
          <p:nvPr>
            <p:ph type="sldImg"/>
          </p:nvPr>
        </p:nvSpPr>
        <p:spPr/>
      </p:sp>
      <p:sp>
        <p:nvSpPr>
          <p:cNvPr id="145411" name="备注占位符 2"/>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5412" name="灯片编号占位符 3"/>
          <p:cNvSpPr>
            <a:spLocks noGrp="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84E632F5-46A2-4F33-908E-BC5BAFCB35BC}" type="slidenum">
              <a:rPr lang="zh-CN" altLang="en-US" sz="1200"/>
            </a:fld>
            <a:endParaRPr lang="en-US" altLang="zh-CN" sz="120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幻灯片图像占位符 1"/>
          <p:cNvSpPr>
            <a:spLocks noGrp="1" noRot="1" noChangeAspect="1" noChangeArrowheads="1" noTextEdit="1"/>
          </p:cNvSpPr>
          <p:nvPr>
            <p:ph type="sldImg"/>
          </p:nvPr>
        </p:nvSpPr>
        <p:spPr/>
      </p:sp>
      <p:sp>
        <p:nvSpPr>
          <p:cNvPr id="147459" name="备注占位符 2"/>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60" name="灯片编号占位符 3"/>
          <p:cNvSpPr>
            <a:spLocks noGrp="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8DAEBA81-A694-498A-87DA-FFCCA93EFADC}" type="slidenum">
              <a:rPr lang="zh-CN" altLang="en-US" sz="1200"/>
            </a:fld>
            <a:endParaRPr lang="en-US" altLang="zh-CN" sz="120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幻灯片图像占位符 1"/>
          <p:cNvSpPr>
            <a:spLocks noGrp="1" noRot="1" noChangeAspect="1" noChangeArrowheads="1" noTextEdit="1"/>
          </p:cNvSpPr>
          <p:nvPr>
            <p:ph type="sldImg"/>
          </p:nvPr>
        </p:nvSpPr>
        <p:spPr/>
      </p:sp>
      <p:sp>
        <p:nvSpPr>
          <p:cNvPr id="149507" name="备注占位符 2"/>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9508" name="灯片编号占位符 3"/>
          <p:cNvSpPr>
            <a:spLocks noGrp="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84B21ECF-9476-4754-A715-4E3FC7C84F3A}" type="slidenum">
              <a:rPr lang="zh-CN" altLang="en-US" sz="1200"/>
            </a:fld>
            <a:endParaRPr lang="en-US" altLang="zh-CN" sz="120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p:cNvSpPr>
            <a:spLocks noGrp="1" noChangeArrowheads="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6125" indent="-287655">
              <a:defRPr sz="2400">
                <a:solidFill>
                  <a:schemeClr val="tx1"/>
                </a:solidFill>
                <a:latin typeface="Futura Bk" pitchFamily="34" charset="0"/>
                <a:ea typeface="宋体" panose="02010600030101010101" pitchFamily="2" charset="-122"/>
              </a:defRPr>
            </a:lvl2pPr>
            <a:lvl3pPr marL="1149350" indent="-228600">
              <a:defRPr sz="2400">
                <a:solidFill>
                  <a:schemeClr val="tx1"/>
                </a:solidFill>
                <a:latin typeface="Futura Bk" pitchFamily="34" charset="0"/>
                <a:ea typeface="宋体" panose="02010600030101010101" pitchFamily="2" charset="-122"/>
              </a:defRPr>
            </a:lvl3pPr>
            <a:lvl4pPr marL="1609725" indent="-228600">
              <a:defRPr sz="2400">
                <a:solidFill>
                  <a:schemeClr val="tx1"/>
                </a:solidFill>
                <a:latin typeface="Futura Bk" pitchFamily="34" charset="0"/>
                <a:ea typeface="宋体" panose="02010600030101010101" pitchFamily="2" charset="-122"/>
              </a:defRPr>
            </a:lvl4pPr>
            <a:lvl5pPr marL="2068830" indent="-228600">
              <a:defRPr sz="2400">
                <a:solidFill>
                  <a:schemeClr val="tx1"/>
                </a:solidFill>
                <a:latin typeface="Futura Bk" pitchFamily="34" charset="0"/>
                <a:ea typeface="宋体" panose="02010600030101010101" pitchFamily="2" charset="-122"/>
              </a:defRPr>
            </a:lvl5pPr>
            <a:lvl6pPr marL="25260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832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404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976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6FEB6C14-91B7-4C11-B39E-677B2086F4DC}" type="slidenum">
              <a:rPr lang="zh-CN" altLang="en-US" sz="1200"/>
            </a:fld>
            <a:endParaRPr lang="en-US" altLang="zh-CN" sz="1200"/>
          </a:p>
        </p:txBody>
      </p:sp>
      <p:sp>
        <p:nvSpPr>
          <p:cNvPr id="151555" name="Rectangle 2"/>
          <p:cNvSpPr>
            <a:spLocks noGrp="1" noRot="1" noChangeAspect="1" noChangeArrowheads="1" noTextEdit="1"/>
          </p:cNvSpPr>
          <p:nvPr>
            <p:ph type="sldImg"/>
          </p:nvPr>
        </p:nvSpPr>
        <p:spPr/>
      </p:sp>
      <p:sp>
        <p:nvSpPr>
          <p:cNvPr id="151556" name="Rectangle 3"/>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t>非正式的沟通方式：四处走动</a:t>
            </a:r>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6125" indent="-287655">
              <a:defRPr sz="2400">
                <a:solidFill>
                  <a:schemeClr val="tx1"/>
                </a:solidFill>
                <a:latin typeface="Futura Bk" pitchFamily="34" charset="0"/>
                <a:ea typeface="宋体" panose="02010600030101010101" pitchFamily="2" charset="-122"/>
              </a:defRPr>
            </a:lvl2pPr>
            <a:lvl3pPr marL="1149350" indent="-228600">
              <a:defRPr sz="2400">
                <a:solidFill>
                  <a:schemeClr val="tx1"/>
                </a:solidFill>
                <a:latin typeface="Futura Bk" pitchFamily="34" charset="0"/>
                <a:ea typeface="宋体" panose="02010600030101010101" pitchFamily="2" charset="-122"/>
              </a:defRPr>
            </a:lvl3pPr>
            <a:lvl4pPr marL="1609725" indent="-228600">
              <a:defRPr sz="2400">
                <a:solidFill>
                  <a:schemeClr val="tx1"/>
                </a:solidFill>
                <a:latin typeface="Futura Bk" pitchFamily="34" charset="0"/>
                <a:ea typeface="宋体" panose="02010600030101010101" pitchFamily="2" charset="-122"/>
              </a:defRPr>
            </a:lvl4pPr>
            <a:lvl5pPr marL="2068830" indent="-228600">
              <a:defRPr sz="2400">
                <a:solidFill>
                  <a:schemeClr val="tx1"/>
                </a:solidFill>
                <a:latin typeface="Futura Bk" pitchFamily="34" charset="0"/>
                <a:ea typeface="宋体" panose="02010600030101010101" pitchFamily="2" charset="-122"/>
              </a:defRPr>
            </a:lvl5pPr>
            <a:lvl6pPr marL="25260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832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404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976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C00552EA-6B69-4C2C-A2E1-16426497C30A}" type="slidenum">
              <a:rPr lang="zh-CN" altLang="en-US" sz="1200"/>
            </a:fld>
            <a:endParaRPr lang="en-US" altLang="zh-CN" sz="1200"/>
          </a:p>
        </p:txBody>
      </p:sp>
      <p:sp>
        <p:nvSpPr>
          <p:cNvPr id="153603" name="Rectangle 2"/>
          <p:cNvSpPr>
            <a:spLocks noGrp="1" noRot="1" noChangeAspect="1" noChangeArrowheads="1" noTextEdit="1"/>
          </p:cNvSpPr>
          <p:nvPr>
            <p:ph type="sldImg"/>
          </p:nvPr>
        </p:nvSpPr>
        <p:spPr/>
      </p:sp>
      <p:sp>
        <p:nvSpPr>
          <p:cNvPr id="153604" name="Rectangle 3"/>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t>非正式的沟通方式：四处走动</a:t>
            </a:r>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7"/>
          <p:cNvSpPr>
            <a:spLocks noGrp="1" noChangeArrowheads="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6125" indent="-287655">
              <a:defRPr sz="2400">
                <a:solidFill>
                  <a:schemeClr val="tx1"/>
                </a:solidFill>
                <a:latin typeface="Futura Bk" pitchFamily="34" charset="0"/>
                <a:ea typeface="宋体" panose="02010600030101010101" pitchFamily="2" charset="-122"/>
              </a:defRPr>
            </a:lvl2pPr>
            <a:lvl3pPr marL="1149350" indent="-228600">
              <a:defRPr sz="2400">
                <a:solidFill>
                  <a:schemeClr val="tx1"/>
                </a:solidFill>
                <a:latin typeface="Futura Bk" pitchFamily="34" charset="0"/>
                <a:ea typeface="宋体" panose="02010600030101010101" pitchFamily="2" charset="-122"/>
              </a:defRPr>
            </a:lvl3pPr>
            <a:lvl4pPr marL="1609725" indent="-228600">
              <a:defRPr sz="2400">
                <a:solidFill>
                  <a:schemeClr val="tx1"/>
                </a:solidFill>
                <a:latin typeface="Futura Bk" pitchFamily="34" charset="0"/>
                <a:ea typeface="宋体" panose="02010600030101010101" pitchFamily="2" charset="-122"/>
              </a:defRPr>
            </a:lvl4pPr>
            <a:lvl5pPr marL="2068830" indent="-228600">
              <a:defRPr sz="2400">
                <a:solidFill>
                  <a:schemeClr val="tx1"/>
                </a:solidFill>
                <a:latin typeface="Futura Bk" pitchFamily="34" charset="0"/>
                <a:ea typeface="宋体" panose="02010600030101010101" pitchFamily="2" charset="-122"/>
              </a:defRPr>
            </a:lvl5pPr>
            <a:lvl6pPr marL="25260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832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404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976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32A0E927-33A5-4EB5-830E-0FDA51A40DBA}" type="slidenum">
              <a:rPr lang="zh-CN" altLang="en-US" sz="1200"/>
            </a:fld>
            <a:endParaRPr lang="en-US" altLang="zh-CN" sz="1200"/>
          </a:p>
        </p:txBody>
      </p:sp>
      <p:sp>
        <p:nvSpPr>
          <p:cNvPr id="155651" name="Rectangle 2"/>
          <p:cNvSpPr>
            <a:spLocks noGrp="1" noRot="1" noChangeAspect="1" noChangeArrowheads="1" noTextEdit="1"/>
          </p:cNvSpPr>
          <p:nvPr>
            <p:ph type="sldImg"/>
          </p:nvPr>
        </p:nvSpPr>
        <p:spPr/>
      </p:sp>
      <p:sp>
        <p:nvSpPr>
          <p:cNvPr id="155652" name="Rectangle 3"/>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a:p>
            <a:endParaRPr lang="zh-CN" altLang="en-US"/>
          </a:p>
          <a:p>
            <a:endParaRPr lang="zh-CN" altLang="en-US"/>
          </a:p>
          <a:p>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幻灯片图像占位符 1"/>
          <p:cNvSpPr>
            <a:spLocks noGrp="1" noRot="1" noChangeAspect="1" noChangeArrowheads="1" noTextEdit="1"/>
          </p:cNvSpPr>
          <p:nvPr>
            <p:ph type="sldImg"/>
          </p:nvPr>
        </p:nvSpPr>
        <p:spPr/>
      </p:sp>
      <p:sp>
        <p:nvSpPr>
          <p:cNvPr id="157699" name="备注占位符 2"/>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7700" name="灯片编号占位符 3"/>
          <p:cNvSpPr>
            <a:spLocks noGrp="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8E4E1E86-BB93-4032-9EEC-1B517A86133A}" type="slidenum">
              <a:rPr lang="zh-CN" altLang="en-US" sz="1200"/>
            </a:fld>
            <a:endParaRPr lang="en-US" altLang="zh-CN" sz="120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t>现场有神灵  </a:t>
            </a:r>
            <a:r>
              <a:rPr lang="en-US" altLang="zh-CN" dirty="0"/>
              <a:t>https://www.sohu.com/a/300386269_99915097</a:t>
            </a:r>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C5B7699D-886D-4F4B-A5A1-A919EDAA6DE1}" type="slidenum">
              <a:rPr lang="zh-CN" altLang="en-US" smtClean="0"/>
            </a:fld>
            <a:endParaRPr lang="en-US" altLang="zh-CN"/>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https://www.hrsee.com/?id=788</a:t>
            </a:r>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C5B7699D-886D-4F4B-A5A1-A919EDAA6DE1}" type="slidenum">
              <a:rPr lang="zh-CN" altLang="en-US" smtClean="0"/>
            </a:fld>
            <a:endParaRPr lang="en-US" altLang="zh-CN"/>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自传式回应（</a:t>
            </a:r>
            <a:r>
              <a:rPr lang="en-US" altLang="zh-CN" dirty="0"/>
              <a:t>Autobiographical Responses</a:t>
            </a:r>
            <a:r>
              <a:rPr lang="zh-CN" altLang="en-US" dirty="0"/>
              <a:t>）是沟通中的一种现象，其中一个人在听取他人分享的时候，从自己的视角出发，基于个人经历和价值观来回应对方的经历或问题。这种回应方式可以在一定程度上影响双方的沟通效果，有时可能导致对方感觉不被理解或支持。</a:t>
            </a:r>
            <a:endParaRPr lang="zh-CN" altLang="en-US" dirty="0"/>
          </a:p>
          <a:p>
            <a:endParaRPr lang="zh-CN" altLang="en-US" dirty="0"/>
          </a:p>
          <a:p>
            <a:r>
              <a:rPr lang="en-US" altLang="zh-CN" dirty="0"/>
              <a:t>### </a:t>
            </a:r>
            <a:r>
              <a:rPr lang="zh-CN" altLang="en-US" dirty="0"/>
              <a:t>来源</a:t>
            </a:r>
            <a:endParaRPr lang="zh-CN" altLang="en-US" dirty="0"/>
          </a:p>
          <a:p>
            <a:endParaRPr lang="zh-CN" altLang="en-US" dirty="0"/>
          </a:p>
          <a:p>
            <a:r>
              <a:rPr lang="zh-CN" altLang="en-US" dirty="0"/>
              <a:t>自传式回应的概念源于</a:t>
            </a:r>
            <a:r>
              <a:rPr lang="en-US" altLang="zh-CN" dirty="0"/>
              <a:t>Stephen R. Covey</a:t>
            </a:r>
            <a:r>
              <a:rPr lang="zh-CN" altLang="en-US" dirty="0"/>
              <a:t>的著作</a:t>
            </a:r>
            <a:r>
              <a:rPr lang="en-US" altLang="zh-CN" dirty="0"/>
              <a:t>《</a:t>
            </a:r>
            <a:r>
              <a:rPr lang="zh-CN" altLang="en-US" dirty="0"/>
              <a:t>高效能人士的七个习惯</a:t>
            </a:r>
            <a:r>
              <a:rPr lang="en-US" altLang="zh-CN" dirty="0"/>
              <a:t>》</a:t>
            </a:r>
            <a:r>
              <a:rPr lang="zh-CN" altLang="en-US" dirty="0"/>
              <a:t>中提出的沟通理论。</a:t>
            </a:r>
            <a:r>
              <a:rPr lang="en-US" altLang="zh-CN" dirty="0"/>
              <a:t>Covey</a:t>
            </a:r>
            <a:r>
              <a:rPr lang="zh-CN" altLang="en-US" dirty="0"/>
              <a:t>指出，许多人在倾听时，实际上是在通过自己的经验、情感和判断来解读对方的话语，这种方式阻碍了真正的理解和共鸣。</a:t>
            </a:r>
            <a:endParaRPr lang="zh-CN" altLang="en-US" dirty="0"/>
          </a:p>
          <a:p>
            <a:endParaRPr lang="zh-CN" altLang="en-US" dirty="0"/>
          </a:p>
          <a:p>
            <a:r>
              <a:rPr lang="en-US" altLang="zh-CN" dirty="0"/>
              <a:t>### </a:t>
            </a:r>
            <a:r>
              <a:rPr lang="zh-CN" altLang="en-US" dirty="0"/>
              <a:t>四种自传式回应</a:t>
            </a:r>
            <a:endParaRPr lang="zh-CN" altLang="en-US" dirty="0"/>
          </a:p>
          <a:p>
            <a:endParaRPr lang="zh-CN" altLang="en-US" dirty="0"/>
          </a:p>
          <a:p>
            <a:r>
              <a:rPr lang="en-US" altLang="zh-CN" dirty="0"/>
              <a:t>1. **</a:t>
            </a:r>
            <a:r>
              <a:rPr lang="zh-CN" altLang="en-US" dirty="0"/>
              <a:t>价值判断（</a:t>
            </a:r>
            <a:r>
              <a:rPr lang="en-US" altLang="zh-CN" dirty="0"/>
              <a:t>Evaluate</a:t>
            </a:r>
            <a:r>
              <a:rPr lang="zh-CN" altLang="en-US" dirty="0"/>
              <a:t>）**</a:t>
            </a:r>
            <a:r>
              <a:rPr lang="en-US" altLang="zh-CN" dirty="0"/>
              <a:t>:</a:t>
            </a:r>
            <a:endParaRPr lang="en-US" altLang="zh-CN" dirty="0"/>
          </a:p>
          <a:p>
            <a:r>
              <a:rPr lang="en-US" altLang="zh-CN" dirty="0"/>
              <a:t>   - **</a:t>
            </a:r>
            <a:r>
              <a:rPr lang="zh-CN" altLang="en-US" dirty="0"/>
              <a:t>描述**：在这种回应中，个体会根据自己的价值观和标准来评判对方的情况，判断其为“好”或“坏”。</a:t>
            </a:r>
            <a:endParaRPr lang="zh-CN" altLang="en-US" dirty="0"/>
          </a:p>
          <a:p>
            <a:r>
              <a:rPr lang="zh-CN" altLang="en-US" dirty="0"/>
              <a:t>   </a:t>
            </a:r>
            <a:r>
              <a:rPr lang="en-US" altLang="zh-CN" dirty="0"/>
              <a:t>- **</a:t>
            </a:r>
            <a:r>
              <a:rPr lang="zh-CN" altLang="en-US" dirty="0"/>
              <a:t>影响**：可能导致对方感觉被评判，从而引起防御或抵触情绪。</a:t>
            </a:r>
            <a:endParaRPr lang="zh-CN" altLang="en-US" dirty="0"/>
          </a:p>
          <a:p>
            <a:endParaRPr lang="zh-CN" altLang="en-US" dirty="0"/>
          </a:p>
          <a:p>
            <a:r>
              <a:rPr lang="en-US" altLang="zh-CN" dirty="0"/>
              <a:t>2. **</a:t>
            </a:r>
            <a:r>
              <a:rPr lang="zh-CN" altLang="en-US" dirty="0"/>
              <a:t>追根究底（</a:t>
            </a:r>
            <a:r>
              <a:rPr lang="en-US" altLang="zh-CN" dirty="0"/>
              <a:t>Probe</a:t>
            </a:r>
            <a:r>
              <a:rPr lang="zh-CN" altLang="en-US" dirty="0"/>
              <a:t>）**</a:t>
            </a:r>
            <a:r>
              <a:rPr lang="en-US" altLang="zh-CN" dirty="0"/>
              <a:t>:</a:t>
            </a:r>
            <a:endParaRPr lang="en-US" altLang="zh-CN" dirty="0"/>
          </a:p>
          <a:p>
            <a:r>
              <a:rPr lang="en-US" altLang="zh-CN" dirty="0"/>
              <a:t>   - **</a:t>
            </a:r>
            <a:r>
              <a:rPr lang="zh-CN" altLang="en-US" dirty="0"/>
              <a:t>描述**：通过提问或探索，试图更深入了解对方的情况，但这些问题往往基于自己的兴趣和好奇心，而非对方的需求。</a:t>
            </a:r>
            <a:endParaRPr lang="zh-CN" altLang="en-US" dirty="0"/>
          </a:p>
          <a:p>
            <a:r>
              <a:rPr lang="zh-CN" altLang="en-US" dirty="0"/>
              <a:t>   </a:t>
            </a:r>
            <a:r>
              <a:rPr lang="en-US" altLang="zh-CN" dirty="0"/>
              <a:t>- **</a:t>
            </a:r>
            <a:r>
              <a:rPr lang="zh-CN" altLang="en-US" dirty="0"/>
              <a:t>影响**：可能让对方感觉自己的隐私受到侵犯，或者感到不舒服。</a:t>
            </a:r>
            <a:endParaRPr lang="zh-CN" altLang="en-US" dirty="0"/>
          </a:p>
          <a:p>
            <a:endParaRPr lang="zh-CN" altLang="en-US" dirty="0"/>
          </a:p>
          <a:p>
            <a:r>
              <a:rPr lang="en-US" altLang="zh-CN" dirty="0"/>
              <a:t>3. **</a:t>
            </a:r>
            <a:r>
              <a:rPr lang="zh-CN" altLang="en-US" dirty="0"/>
              <a:t>好为人师（</a:t>
            </a:r>
            <a:r>
              <a:rPr lang="en-US" altLang="zh-CN" dirty="0"/>
              <a:t>Advise</a:t>
            </a:r>
            <a:r>
              <a:rPr lang="zh-CN" altLang="en-US" dirty="0"/>
              <a:t>）**</a:t>
            </a:r>
            <a:r>
              <a:rPr lang="en-US" altLang="zh-CN" dirty="0"/>
              <a:t>:</a:t>
            </a:r>
            <a:endParaRPr lang="en-US" altLang="zh-CN" dirty="0"/>
          </a:p>
          <a:p>
            <a:r>
              <a:rPr lang="en-US" altLang="zh-CN" dirty="0"/>
              <a:t>   - **</a:t>
            </a:r>
            <a:r>
              <a:rPr lang="zh-CN" altLang="en-US" dirty="0"/>
              <a:t>描述**：提供建议或解决方案，这些建议通常基于自己的经验而非对方的具体情况。</a:t>
            </a:r>
            <a:endParaRPr lang="zh-CN" altLang="en-US" dirty="0"/>
          </a:p>
          <a:p>
            <a:r>
              <a:rPr lang="zh-CN" altLang="en-US" dirty="0"/>
              <a:t>   </a:t>
            </a:r>
            <a:r>
              <a:rPr lang="en-US" altLang="zh-CN" dirty="0"/>
              <a:t>- **</a:t>
            </a:r>
            <a:r>
              <a:rPr lang="zh-CN" altLang="en-US" dirty="0"/>
              <a:t>影响**：对方可能会觉得没有被充分理解，或感觉到压力，因为建议可能并不适合他们的实际需要。</a:t>
            </a:r>
            <a:endParaRPr lang="zh-CN" altLang="en-US" dirty="0"/>
          </a:p>
          <a:p>
            <a:endParaRPr lang="zh-CN" altLang="en-US" dirty="0"/>
          </a:p>
          <a:p>
            <a:r>
              <a:rPr lang="en-US" altLang="zh-CN" dirty="0"/>
              <a:t>4. **</a:t>
            </a:r>
            <a:r>
              <a:rPr lang="zh-CN" altLang="en-US" dirty="0"/>
              <a:t>想当然（</a:t>
            </a:r>
            <a:r>
              <a:rPr lang="en-US" altLang="zh-CN" dirty="0"/>
              <a:t>Interpret</a:t>
            </a:r>
            <a:r>
              <a:rPr lang="zh-CN" altLang="en-US" dirty="0"/>
              <a:t>）**</a:t>
            </a:r>
            <a:r>
              <a:rPr lang="en-US" altLang="zh-CN" dirty="0"/>
              <a:t>:</a:t>
            </a:r>
            <a:endParaRPr lang="en-US" altLang="zh-CN" dirty="0"/>
          </a:p>
          <a:p>
            <a:r>
              <a:rPr lang="en-US" altLang="zh-CN" dirty="0"/>
              <a:t>   - **</a:t>
            </a:r>
            <a:r>
              <a:rPr lang="zh-CN" altLang="en-US" dirty="0"/>
              <a:t>描述**：试图解释或推测对方的行为和动机，基于自己的经验和假设。</a:t>
            </a:r>
            <a:endParaRPr lang="zh-CN" altLang="en-US" dirty="0"/>
          </a:p>
          <a:p>
            <a:r>
              <a:rPr lang="zh-CN" altLang="en-US" dirty="0"/>
              <a:t>   </a:t>
            </a:r>
            <a:r>
              <a:rPr lang="en-US" altLang="zh-CN" dirty="0"/>
              <a:t>- **</a:t>
            </a:r>
            <a:r>
              <a:rPr lang="zh-CN" altLang="en-US" dirty="0"/>
              <a:t>影响**：这种解释往往忽略了对方的真实感受和动机，可能导致误解和沟通障碍。</a:t>
            </a:r>
            <a:endParaRPr lang="zh-CN" altLang="en-US" dirty="0"/>
          </a:p>
          <a:p>
            <a:endParaRPr lang="zh-CN" altLang="en-US" dirty="0"/>
          </a:p>
          <a:p>
            <a:r>
              <a:rPr lang="en-US" altLang="zh-CN" dirty="0"/>
              <a:t>### </a:t>
            </a:r>
            <a:r>
              <a:rPr lang="zh-CN" altLang="en-US" dirty="0"/>
              <a:t>沟通中的应用</a:t>
            </a:r>
            <a:endParaRPr lang="zh-CN" altLang="en-US" dirty="0"/>
          </a:p>
          <a:p>
            <a:endParaRPr lang="zh-CN" altLang="en-US" dirty="0"/>
          </a:p>
          <a:p>
            <a:r>
              <a:rPr lang="zh-CN" altLang="en-US" dirty="0"/>
              <a:t>了解自传式回应的类型和影响对于改善沟通技巧至关重要。有效的沟通不仅仅是分享信息，更重要的是理解和响应对方的需求。通过减少自传式回应，采用更多的倾听技巧（如反映性听力或同理心听力），可以帮助建立更深层的理解和连接。</a:t>
            </a:r>
            <a:endParaRPr lang="zh-CN" altLang="en-US" dirty="0"/>
          </a:p>
        </p:txBody>
      </p:sp>
      <p:sp>
        <p:nvSpPr>
          <p:cNvPr id="4" name="灯片编号占位符 3"/>
          <p:cNvSpPr>
            <a:spLocks noGrp="1"/>
          </p:cNvSpPr>
          <p:nvPr>
            <p:ph type="sldNum" sz="quarter" idx="5"/>
          </p:nvPr>
        </p:nvSpPr>
        <p:spPr/>
        <p:txBody>
          <a:bodyPr/>
          <a:lstStyle/>
          <a:p>
            <a:pPr>
              <a:defRPr/>
            </a:pPr>
            <a:fld id="{C5B7699D-886D-4F4B-A5A1-A919EDAA6DE1}" type="slidenum">
              <a:rPr lang="zh-CN" altLang="en-US" smtClean="0"/>
            </a:fld>
            <a:endParaRPr lang="en-US" altLang="zh-CN"/>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7"/>
          <p:cNvSpPr>
            <a:spLocks noGrp="1" noChangeArrowheads="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6125" indent="-287655">
              <a:defRPr sz="2400">
                <a:solidFill>
                  <a:schemeClr val="tx1"/>
                </a:solidFill>
                <a:latin typeface="Futura Bk" pitchFamily="34" charset="0"/>
                <a:ea typeface="宋体" panose="02010600030101010101" pitchFamily="2" charset="-122"/>
              </a:defRPr>
            </a:lvl2pPr>
            <a:lvl3pPr marL="1149350" indent="-228600">
              <a:defRPr sz="2400">
                <a:solidFill>
                  <a:schemeClr val="tx1"/>
                </a:solidFill>
                <a:latin typeface="Futura Bk" pitchFamily="34" charset="0"/>
                <a:ea typeface="宋体" panose="02010600030101010101" pitchFamily="2" charset="-122"/>
              </a:defRPr>
            </a:lvl3pPr>
            <a:lvl4pPr marL="1609725" indent="-228600">
              <a:defRPr sz="2400">
                <a:solidFill>
                  <a:schemeClr val="tx1"/>
                </a:solidFill>
                <a:latin typeface="Futura Bk" pitchFamily="34" charset="0"/>
                <a:ea typeface="宋体" panose="02010600030101010101" pitchFamily="2" charset="-122"/>
              </a:defRPr>
            </a:lvl4pPr>
            <a:lvl5pPr marL="2068830" indent="-228600">
              <a:defRPr sz="2400">
                <a:solidFill>
                  <a:schemeClr val="tx1"/>
                </a:solidFill>
                <a:latin typeface="Futura Bk" pitchFamily="34" charset="0"/>
                <a:ea typeface="宋体" panose="02010600030101010101" pitchFamily="2" charset="-122"/>
              </a:defRPr>
            </a:lvl5pPr>
            <a:lvl6pPr marL="25260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832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404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976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4EAAEC53-0A53-46FA-81CB-6702ED3E63B7}" type="slidenum">
              <a:rPr lang="zh-CN" altLang="en-US" sz="1200"/>
            </a:fld>
            <a:endParaRPr lang="en-US" altLang="zh-CN" sz="1200"/>
          </a:p>
        </p:txBody>
      </p:sp>
      <p:sp>
        <p:nvSpPr>
          <p:cNvPr id="174083" name="Rectangle 2"/>
          <p:cNvSpPr>
            <a:spLocks noGrp="1" noRot="1" noChangeAspect="1" noChangeArrowheads="1" noTextEdit="1"/>
          </p:cNvSpPr>
          <p:nvPr>
            <p:ph type="sldImg"/>
          </p:nvPr>
        </p:nvSpPr>
        <p:spPr/>
      </p:sp>
      <p:sp>
        <p:nvSpPr>
          <p:cNvPr id="174084" name="Rectangle 3"/>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7"/>
          <p:cNvSpPr>
            <a:spLocks noGrp="1" noChangeArrowheads="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6125" indent="-287655">
              <a:defRPr sz="2400">
                <a:solidFill>
                  <a:schemeClr val="tx1"/>
                </a:solidFill>
                <a:latin typeface="Futura Bk" pitchFamily="34" charset="0"/>
                <a:ea typeface="宋体" panose="02010600030101010101" pitchFamily="2" charset="-122"/>
              </a:defRPr>
            </a:lvl2pPr>
            <a:lvl3pPr marL="1149350" indent="-228600">
              <a:defRPr sz="2400">
                <a:solidFill>
                  <a:schemeClr val="tx1"/>
                </a:solidFill>
                <a:latin typeface="Futura Bk" pitchFamily="34" charset="0"/>
                <a:ea typeface="宋体" panose="02010600030101010101" pitchFamily="2" charset="-122"/>
              </a:defRPr>
            </a:lvl3pPr>
            <a:lvl4pPr marL="1609725" indent="-228600">
              <a:defRPr sz="2400">
                <a:solidFill>
                  <a:schemeClr val="tx1"/>
                </a:solidFill>
                <a:latin typeface="Futura Bk" pitchFamily="34" charset="0"/>
                <a:ea typeface="宋体" panose="02010600030101010101" pitchFamily="2" charset="-122"/>
              </a:defRPr>
            </a:lvl4pPr>
            <a:lvl5pPr marL="2068830" indent="-228600">
              <a:defRPr sz="2400">
                <a:solidFill>
                  <a:schemeClr val="tx1"/>
                </a:solidFill>
                <a:latin typeface="Futura Bk" pitchFamily="34" charset="0"/>
                <a:ea typeface="宋体" panose="02010600030101010101" pitchFamily="2" charset="-122"/>
              </a:defRPr>
            </a:lvl5pPr>
            <a:lvl6pPr marL="25260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832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404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976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EE3E552E-4EA1-46B7-93E5-33C488D447E9}" type="slidenum">
              <a:rPr lang="zh-CN" altLang="en-US" sz="1200"/>
            </a:fld>
            <a:endParaRPr lang="en-US" altLang="zh-CN" sz="1200"/>
          </a:p>
        </p:txBody>
      </p:sp>
      <p:sp>
        <p:nvSpPr>
          <p:cNvPr id="176131" name="Rectangle 2"/>
          <p:cNvSpPr>
            <a:spLocks noGrp="1" noRot="1" noChangeAspect="1" noChangeArrowheads="1" noTextEdit="1"/>
          </p:cNvSpPr>
          <p:nvPr>
            <p:ph type="sldImg"/>
          </p:nvPr>
        </p:nvSpPr>
        <p:spPr/>
      </p:sp>
      <p:sp>
        <p:nvSpPr>
          <p:cNvPr id="176132" name="Rectangle 3"/>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40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7"/>
          <p:cNvSpPr>
            <a:spLocks noGrp="1" noChangeArrowheads="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6125" indent="-287655">
              <a:defRPr sz="2400">
                <a:solidFill>
                  <a:schemeClr val="tx1"/>
                </a:solidFill>
                <a:latin typeface="Futura Bk" pitchFamily="34" charset="0"/>
                <a:ea typeface="宋体" panose="02010600030101010101" pitchFamily="2" charset="-122"/>
              </a:defRPr>
            </a:lvl2pPr>
            <a:lvl3pPr marL="1149350" indent="-228600">
              <a:defRPr sz="2400">
                <a:solidFill>
                  <a:schemeClr val="tx1"/>
                </a:solidFill>
                <a:latin typeface="Futura Bk" pitchFamily="34" charset="0"/>
                <a:ea typeface="宋体" panose="02010600030101010101" pitchFamily="2" charset="-122"/>
              </a:defRPr>
            </a:lvl3pPr>
            <a:lvl4pPr marL="1609725" indent="-228600">
              <a:defRPr sz="2400">
                <a:solidFill>
                  <a:schemeClr val="tx1"/>
                </a:solidFill>
                <a:latin typeface="Futura Bk" pitchFamily="34" charset="0"/>
                <a:ea typeface="宋体" panose="02010600030101010101" pitchFamily="2" charset="-122"/>
              </a:defRPr>
            </a:lvl4pPr>
            <a:lvl5pPr marL="2068830" indent="-228600">
              <a:defRPr sz="2400">
                <a:solidFill>
                  <a:schemeClr val="tx1"/>
                </a:solidFill>
                <a:latin typeface="Futura Bk" pitchFamily="34" charset="0"/>
                <a:ea typeface="宋体" panose="02010600030101010101" pitchFamily="2" charset="-122"/>
              </a:defRPr>
            </a:lvl5pPr>
            <a:lvl6pPr marL="25260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832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404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976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F4B5CA39-EE55-473C-A528-73B8615C2EE7}" type="slidenum">
              <a:rPr lang="zh-CN" altLang="en-US" sz="1200"/>
            </a:fld>
            <a:endParaRPr lang="en-US" altLang="zh-CN" sz="1200"/>
          </a:p>
        </p:txBody>
      </p:sp>
      <p:sp>
        <p:nvSpPr>
          <p:cNvPr id="178179" name="Rectangle 2"/>
          <p:cNvSpPr>
            <a:spLocks noGrp="1" noRot="1" noChangeAspect="1" noChangeArrowheads="1" noTextEdit="1"/>
          </p:cNvSpPr>
          <p:nvPr>
            <p:ph type="sldImg"/>
          </p:nvPr>
        </p:nvSpPr>
        <p:spPr/>
      </p:sp>
      <p:sp>
        <p:nvSpPr>
          <p:cNvPr id="178180" name="Rectangle 3"/>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zh-CN"/>
              <a:t>Project organization:</a:t>
            </a:r>
            <a:endParaRPr lang="en-US" altLang="zh-CN"/>
          </a:p>
          <a:p>
            <a:r>
              <a:rPr lang="en-US" altLang="zh-CN"/>
              <a:t>Functional</a:t>
            </a:r>
            <a:endParaRPr lang="en-US" altLang="zh-CN"/>
          </a:p>
          <a:p>
            <a:r>
              <a:rPr lang="en-US" altLang="zh-CN"/>
              <a:t>Projectized</a:t>
            </a:r>
            <a:endParaRPr lang="en-US" altLang="zh-CN"/>
          </a:p>
          <a:p>
            <a:r>
              <a:rPr lang="en-US" altLang="zh-CN"/>
              <a:t>Matrix</a:t>
            </a:r>
            <a:endParaRPr lang="en-US" altLang="zh-CN"/>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7"/>
          <p:cNvSpPr>
            <a:spLocks noGrp="1" noChangeArrowheads="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6125" indent="-287655">
              <a:defRPr sz="2400">
                <a:solidFill>
                  <a:schemeClr val="tx1"/>
                </a:solidFill>
                <a:latin typeface="Futura Bk" pitchFamily="34" charset="0"/>
                <a:ea typeface="宋体" panose="02010600030101010101" pitchFamily="2" charset="-122"/>
              </a:defRPr>
            </a:lvl2pPr>
            <a:lvl3pPr marL="1149350" indent="-228600">
              <a:defRPr sz="2400">
                <a:solidFill>
                  <a:schemeClr val="tx1"/>
                </a:solidFill>
                <a:latin typeface="Futura Bk" pitchFamily="34" charset="0"/>
                <a:ea typeface="宋体" panose="02010600030101010101" pitchFamily="2" charset="-122"/>
              </a:defRPr>
            </a:lvl3pPr>
            <a:lvl4pPr marL="1609725" indent="-228600">
              <a:defRPr sz="2400">
                <a:solidFill>
                  <a:schemeClr val="tx1"/>
                </a:solidFill>
                <a:latin typeface="Futura Bk" pitchFamily="34" charset="0"/>
                <a:ea typeface="宋体" panose="02010600030101010101" pitchFamily="2" charset="-122"/>
              </a:defRPr>
            </a:lvl4pPr>
            <a:lvl5pPr marL="2068830" indent="-228600">
              <a:defRPr sz="2400">
                <a:solidFill>
                  <a:schemeClr val="tx1"/>
                </a:solidFill>
                <a:latin typeface="Futura Bk" pitchFamily="34" charset="0"/>
                <a:ea typeface="宋体" panose="02010600030101010101" pitchFamily="2" charset="-122"/>
              </a:defRPr>
            </a:lvl5pPr>
            <a:lvl6pPr marL="25260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832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404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976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FB78209E-177E-4644-9F38-70C2029CF88F}" type="slidenum">
              <a:rPr lang="zh-CN" altLang="en-US" sz="1200"/>
            </a:fld>
            <a:endParaRPr lang="en-US" altLang="zh-CN" sz="1200"/>
          </a:p>
        </p:txBody>
      </p:sp>
      <p:sp>
        <p:nvSpPr>
          <p:cNvPr id="180227" name="Rectangle 2"/>
          <p:cNvSpPr>
            <a:spLocks noGrp="1" noRot="1" noChangeAspect="1" noChangeArrowheads="1" noTextEdit="1"/>
          </p:cNvSpPr>
          <p:nvPr>
            <p:ph type="sldImg"/>
          </p:nvPr>
        </p:nvSpPr>
        <p:spPr/>
      </p:sp>
      <p:sp>
        <p:nvSpPr>
          <p:cNvPr id="180228" name="Rectangle 3"/>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zh-CN"/>
              <a:t>Motivators </a:t>
            </a:r>
            <a:r>
              <a:rPr lang="zh-CN" altLang="en-US"/>
              <a:t>促进因素：对人员有积极影响的行为或环境－使他们工作表现更好。</a:t>
            </a:r>
            <a:endParaRPr lang="zh-CN" altLang="en-US"/>
          </a:p>
          <a:p>
            <a:r>
              <a:rPr lang="en-US" altLang="zh-CN"/>
              <a:t>Herzberg identified the following motivators:</a:t>
            </a:r>
            <a:endParaRPr lang="en-US" altLang="zh-CN"/>
          </a:p>
          <a:p>
            <a:r>
              <a:rPr lang="en-US" altLang="zh-CN"/>
              <a:t>Recognition</a:t>
            </a:r>
            <a:endParaRPr lang="en-US" altLang="zh-CN"/>
          </a:p>
          <a:p>
            <a:r>
              <a:rPr lang="en-US" altLang="zh-CN"/>
              <a:t>Advancement and growth</a:t>
            </a:r>
            <a:endParaRPr lang="en-US" altLang="zh-CN"/>
          </a:p>
          <a:p>
            <a:r>
              <a:rPr lang="en-US" altLang="zh-CN"/>
              <a:t>Responsibility</a:t>
            </a:r>
            <a:endParaRPr lang="en-US" altLang="zh-CN"/>
          </a:p>
          <a:p>
            <a:r>
              <a:rPr lang="en-US" altLang="zh-CN"/>
              <a:t>Work intself</a:t>
            </a:r>
            <a:endParaRPr lang="en-US" altLang="zh-CN"/>
          </a:p>
          <a:p>
            <a:endParaRPr lang="en-US" altLang="zh-CN"/>
          </a:p>
          <a:p>
            <a:r>
              <a:rPr lang="en-US" altLang="zh-CN"/>
              <a:t>Demotivators includes:</a:t>
            </a:r>
            <a:endParaRPr lang="en-US" altLang="zh-CN"/>
          </a:p>
          <a:p>
            <a:r>
              <a:rPr lang="en-US" altLang="zh-CN"/>
              <a:t>Company policy</a:t>
            </a:r>
            <a:endParaRPr lang="en-US" altLang="zh-CN"/>
          </a:p>
          <a:p>
            <a:r>
              <a:rPr lang="en-US" altLang="zh-CN"/>
              <a:t>Administrative practices</a:t>
            </a:r>
            <a:endParaRPr lang="en-US" altLang="zh-CN"/>
          </a:p>
          <a:p>
            <a:r>
              <a:rPr lang="en-US" altLang="zh-CN"/>
              <a:t>Working conditions</a:t>
            </a:r>
            <a:endParaRPr lang="en-US" altLang="zh-CN"/>
          </a:p>
          <a:p>
            <a:r>
              <a:rPr lang="en-US" altLang="zh-CN"/>
              <a:t>Technical supervision</a:t>
            </a:r>
            <a:endParaRPr lang="en-US" altLang="zh-CN"/>
          </a:p>
          <a:p>
            <a:r>
              <a:rPr lang="en-US" altLang="zh-CN"/>
              <a:t>Interpersonal relations</a:t>
            </a:r>
            <a:endParaRPr lang="en-US" altLang="zh-CN"/>
          </a:p>
          <a:p>
            <a:r>
              <a:rPr lang="en-US" altLang="zh-CN"/>
              <a:t>Job security</a:t>
            </a:r>
            <a:endParaRPr lang="en-US" altLang="zh-CN"/>
          </a:p>
          <a:p>
            <a:r>
              <a:rPr lang="en-US" altLang="zh-CN"/>
              <a:t>Salary</a:t>
            </a:r>
            <a:endParaRPr lang="en-US" altLang="zh-CN"/>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幻灯片图像占位符 1"/>
          <p:cNvSpPr>
            <a:spLocks noGrp="1" noRot="1" noChangeAspect="1" noChangeArrowheads="1" noTextEdit="1"/>
          </p:cNvSpPr>
          <p:nvPr>
            <p:ph type="sldImg"/>
          </p:nvPr>
        </p:nvSpPr>
        <p:spPr/>
      </p:sp>
      <p:sp>
        <p:nvSpPr>
          <p:cNvPr id="182275" name="备注占位符 2"/>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p>
        </p:txBody>
      </p:sp>
      <p:sp>
        <p:nvSpPr>
          <p:cNvPr id="182276" name="灯片编号占位符 3"/>
          <p:cNvSpPr>
            <a:spLocks noGrp="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952AB656-9CFB-4D43-AA02-3A404A883E6B}" type="slidenum">
              <a:rPr lang="zh-CN" altLang="en-US" sz="1200"/>
            </a:fld>
            <a:endParaRPr lang="en-US" altLang="zh-CN" sz="120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7"/>
          <p:cNvSpPr>
            <a:spLocks noGrp="1" noChangeArrowheads="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6125" indent="-287655">
              <a:defRPr sz="2400">
                <a:solidFill>
                  <a:schemeClr val="tx1"/>
                </a:solidFill>
                <a:latin typeface="Futura Bk" pitchFamily="34" charset="0"/>
                <a:ea typeface="宋体" panose="02010600030101010101" pitchFamily="2" charset="-122"/>
              </a:defRPr>
            </a:lvl2pPr>
            <a:lvl3pPr marL="1149350" indent="-228600">
              <a:defRPr sz="2400">
                <a:solidFill>
                  <a:schemeClr val="tx1"/>
                </a:solidFill>
                <a:latin typeface="Futura Bk" pitchFamily="34" charset="0"/>
                <a:ea typeface="宋体" panose="02010600030101010101" pitchFamily="2" charset="-122"/>
              </a:defRPr>
            </a:lvl3pPr>
            <a:lvl4pPr marL="1609725" indent="-228600">
              <a:defRPr sz="2400">
                <a:solidFill>
                  <a:schemeClr val="tx1"/>
                </a:solidFill>
                <a:latin typeface="Futura Bk" pitchFamily="34" charset="0"/>
                <a:ea typeface="宋体" panose="02010600030101010101" pitchFamily="2" charset="-122"/>
              </a:defRPr>
            </a:lvl4pPr>
            <a:lvl5pPr marL="2068830" indent="-228600">
              <a:defRPr sz="2400">
                <a:solidFill>
                  <a:schemeClr val="tx1"/>
                </a:solidFill>
                <a:latin typeface="Futura Bk" pitchFamily="34" charset="0"/>
                <a:ea typeface="宋体" panose="02010600030101010101" pitchFamily="2" charset="-122"/>
              </a:defRPr>
            </a:lvl5pPr>
            <a:lvl6pPr marL="25260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832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404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976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9D775084-CDFB-412D-8CFB-52751663623A}" type="slidenum">
              <a:rPr lang="zh-CN" altLang="en-US" sz="1200"/>
            </a:fld>
            <a:endParaRPr lang="en-US" altLang="zh-CN" sz="1200"/>
          </a:p>
        </p:txBody>
      </p:sp>
      <p:sp>
        <p:nvSpPr>
          <p:cNvPr id="184323" name="Rectangle 2"/>
          <p:cNvSpPr>
            <a:spLocks noGrp="1" noRot="1" noChangeAspect="1" noChangeArrowheads="1" noTextEdit="1"/>
          </p:cNvSpPr>
          <p:nvPr>
            <p:ph type="sldImg"/>
          </p:nvPr>
        </p:nvSpPr>
        <p:spPr/>
      </p:sp>
      <p:sp>
        <p:nvSpPr>
          <p:cNvPr id="184324" name="Rectangle 3"/>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zh-CN" sz="1400" b="1">
                <a:latin typeface="Times New Roman" panose="02020603050405020304" pitchFamily="18" charset="0"/>
              </a:rPr>
              <a:t>Show sample template for kick-off meeting</a:t>
            </a:r>
            <a:endParaRPr lang="en-US" altLang="zh-CN" sz="1400" b="1">
              <a:latin typeface="Times New Roman" panose="02020603050405020304" pitchFamily="18" charset="0"/>
            </a:endParaRPr>
          </a:p>
          <a:p>
            <a:endParaRPr lang="en-US" altLang="zh-CN" sz="1400" b="1">
              <a:latin typeface="Times New Roman" panose="02020603050405020304" pitchFamily="18" charset="0"/>
            </a:endParaRPr>
          </a:p>
          <a:p>
            <a:r>
              <a:rPr lang="en-US" altLang="zh-CN" sz="1400" b="1">
                <a:latin typeface="Times New Roman" panose="02020603050405020304" pitchFamily="18" charset="0"/>
              </a:rPr>
              <a:t>1 hour for kick-off meeting preparation</a:t>
            </a:r>
            <a:endParaRPr lang="en-US" altLang="zh-CN" sz="1400" b="1">
              <a:latin typeface="Times New Roman" panose="02020603050405020304" pitchFamily="18" charset="0"/>
            </a:endParaRPr>
          </a:p>
          <a:p>
            <a:endParaRPr lang="en-US" altLang="zh-CN" sz="1400" b="1">
              <a:latin typeface="Times New Roman" panose="02020603050405020304" pitchFamily="18" charset="0"/>
            </a:endParaRPr>
          </a:p>
          <a:p>
            <a:r>
              <a:rPr lang="zh-CN" altLang="en-US" sz="1400" b="1">
                <a:latin typeface="Times New Roman" panose="02020603050405020304" pitchFamily="18" charset="0"/>
              </a:rPr>
              <a:t>第</a:t>
            </a:r>
            <a:r>
              <a:rPr lang="en-US" altLang="zh-CN" sz="1400" b="1">
                <a:latin typeface="Times New Roman" panose="02020603050405020304" pitchFamily="18" charset="0"/>
              </a:rPr>
              <a:t>3</a:t>
            </a:r>
            <a:r>
              <a:rPr lang="zh-CN" altLang="en-US" sz="1400" b="1">
                <a:latin typeface="Times New Roman" panose="02020603050405020304" pitchFamily="18" charset="0"/>
              </a:rPr>
              <a:t>天上午结束</a:t>
            </a:r>
            <a:endParaRPr lang="zh-CN" altLang="en-US" sz="1400" b="1">
              <a:latin typeface="Times New Roman" panose="02020603050405020304" pitchFamily="18" charset="0"/>
            </a:endParaRPr>
          </a:p>
          <a:p>
            <a:endParaRPr lang="en-US" altLang="zh-CN" sz="1400" b="1">
              <a:latin typeface="Times New Roman" panose="02020603050405020304" pitchFamily="18" charset="0"/>
            </a:endParaRPr>
          </a:p>
          <a:p>
            <a:r>
              <a:rPr lang="en-US" altLang="zh-CN" sz="1400" b="1">
                <a:latin typeface="Times New Roman" panose="02020603050405020304" pitchFamily="18" charset="0"/>
              </a:rPr>
              <a:t>Conduct the kick-off meeting by group</a:t>
            </a:r>
            <a:endParaRPr lang="en-US" altLang="zh-CN" sz="1400" b="1">
              <a:latin typeface="Times New Roman" panose="02020603050405020304" pitchFamily="18" charset="0"/>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幻灯片图像占位符 1"/>
          <p:cNvSpPr>
            <a:spLocks noGrp="1" noRot="1" noChangeAspect="1" noChangeArrowheads="1" noTextEdit="1"/>
          </p:cNvSpPr>
          <p:nvPr>
            <p:ph type="sldImg"/>
          </p:nvPr>
        </p:nvSpPr>
        <p:spPr/>
      </p:sp>
      <p:sp>
        <p:nvSpPr>
          <p:cNvPr id="186371" name="备注占位符 2"/>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6372" name="灯片编号占位符 3"/>
          <p:cNvSpPr>
            <a:spLocks noGrp="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8F5D50C1-2161-4442-860D-48C005F2BAEF}" type="slidenum">
              <a:rPr lang="zh-CN" altLang="en-US" sz="1200"/>
            </a:fld>
            <a:endParaRPr lang="en-US" altLang="zh-CN" sz="1200"/>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幻灯片图像占位符 1"/>
          <p:cNvSpPr>
            <a:spLocks noGrp="1" noRot="1" noChangeAspect="1" noChangeArrowheads="1" noTextEdit="1"/>
          </p:cNvSpPr>
          <p:nvPr>
            <p:ph type="sldImg"/>
          </p:nvPr>
        </p:nvSpPr>
        <p:spPr/>
      </p:sp>
      <p:sp>
        <p:nvSpPr>
          <p:cNvPr id="188419" name="备注占位符 2"/>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8420" name="灯片编号占位符 3"/>
          <p:cNvSpPr>
            <a:spLocks noGrp="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F1072AF1-6D92-40FC-B10B-B09DDA6ECD1C}" type="slidenum">
              <a:rPr lang="zh-CN" altLang="en-US" sz="1200"/>
            </a:fld>
            <a:endParaRPr lang="en-US" altLang="zh-CN" sz="1200"/>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7"/>
          <p:cNvSpPr>
            <a:spLocks noGrp="1" noChangeArrowheads="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6125" indent="-287655">
              <a:defRPr sz="2400">
                <a:solidFill>
                  <a:schemeClr val="tx1"/>
                </a:solidFill>
                <a:latin typeface="Futura Bk" pitchFamily="34" charset="0"/>
                <a:ea typeface="宋体" panose="02010600030101010101" pitchFamily="2" charset="-122"/>
              </a:defRPr>
            </a:lvl2pPr>
            <a:lvl3pPr marL="1149350" indent="-228600">
              <a:defRPr sz="2400">
                <a:solidFill>
                  <a:schemeClr val="tx1"/>
                </a:solidFill>
                <a:latin typeface="Futura Bk" pitchFamily="34" charset="0"/>
                <a:ea typeface="宋体" panose="02010600030101010101" pitchFamily="2" charset="-122"/>
              </a:defRPr>
            </a:lvl3pPr>
            <a:lvl4pPr marL="1609725" indent="-228600">
              <a:defRPr sz="2400">
                <a:solidFill>
                  <a:schemeClr val="tx1"/>
                </a:solidFill>
                <a:latin typeface="Futura Bk" pitchFamily="34" charset="0"/>
                <a:ea typeface="宋体" panose="02010600030101010101" pitchFamily="2" charset="-122"/>
              </a:defRPr>
            </a:lvl4pPr>
            <a:lvl5pPr marL="2068830" indent="-228600">
              <a:defRPr sz="2400">
                <a:solidFill>
                  <a:schemeClr val="tx1"/>
                </a:solidFill>
                <a:latin typeface="Futura Bk" pitchFamily="34" charset="0"/>
                <a:ea typeface="宋体" panose="02010600030101010101" pitchFamily="2" charset="-122"/>
              </a:defRPr>
            </a:lvl5pPr>
            <a:lvl6pPr marL="25260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832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404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976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EFB5A372-528A-44EB-AD75-37933238CDE1}" type="slidenum">
              <a:rPr lang="zh-CN" altLang="en-US" sz="1200"/>
            </a:fld>
            <a:endParaRPr lang="en-US" altLang="zh-CN" sz="1200"/>
          </a:p>
        </p:txBody>
      </p:sp>
      <p:sp>
        <p:nvSpPr>
          <p:cNvPr id="190467" name="Rectangle 2"/>
          <p:cNvSpPr>
            <a:spLocks noGrp="1" noRot="1" noChangeAspect="1" noChangeArrowheads="1" noTextEdit="1"/>
          </p:cNvSpPr>
          <p:nvPr>
            <p:ph type="sldImg"/>
          </p:nvPr>
        </p:nvSpPr>
        <p:spPr/>
      </p:sp>
      <p:sp>
        <p:nvSpPr>
          <p:cNvPr id="190468" name="Rectangle 3"/>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sz="1400">
                <a:solidFill>
                  <a:srgbClr val="000000"/>
                </a:solidFill>
                <a:latin typeface="Futura Lt" pitchFamily="34" charset="0"/>
              </a:rPr>
              <a:t>监督实施－创造积极、乐观的气氛</a:t>
            </a:r>
            <a:endParaRPr lang="zh-CN" altLang="en-US" sz="1400">
              <a:solidFill>
                <a:srgbClr val="000000"/>
              </a:solidFill>
              <a:latin typeface="Futura Lt" pitchFamily="34" charset="0"/>
            </a:endParaRPr>
          </a:p>
          <a:p>
            <a:r>
              <a:rPr lang="zh-CN" altLang="en-US" sz="1400">
                <a:solidFill>
                  <a:srgbClr val="000000"/>
                </a:solidFill>
                <a:latin typeface="Futura Lt" pitchFamily="34" charset="0"/>
              </a:rPr>
              <a:t>目标：明确，从团队的到每个人的，阶段性目标（每周）</a:t>
            </a:r>
            <a:endParaRPr lang="zh-CN" altLang="en-US" sz="1400">
              <a:solidFill>
                <a:srgbClr val="000000"/>
              </a:solidFill>
              <a:latin typeface="Futura Lt" pitchFamily="34" charset="0"/>
            </a:endParaRPr>
          </a:p>
          <a:p>
            <a:r>
              <a:rPr lang="zh-CN" altLang="en-US" sz="1400">
                <a:solidFill>
                  <a:srgbClr val="000000"/>
                </a:solidFill>
                <a:latin typeface="Futura Lt" pitchFamily="34" charset="0"/>
              </a:rPr>
              <a:t>资源利用和费用：主要指工作分配是否均衡，不要出现”忙的忙死，闲的闲得发慌“，不利于工作的开展。</a:t>
            </a:r>
            <a:endParaRPr lang="zh-CN" altLang="en-US" sz="1400">
              <a:solidFill>
                <a:srgbClr val="000000"/>
              </a:solidFill>
              <a:latin typeface="Futura Lt" pitchFamily="34" charset="0"/>
            </a:endParaRPr>
          </a:p>
          <a:p>
            <a:r>
              <a:rPr lang="zh-CN" altLang="en-US" sz="1400">
                <a:solidFill>
                  <a:srgbClr val="000000"/>
                </a:solidFill>
                <a:latin typeface="Futura Lt" pitchFamily="34" charset="0"/>
              </a:rPr>
              <a:t>人员工作表现：给以及时的肯定和鼓励。</a:t>
            </a:r>
            <a:endParaRPr lang="zh-CN" altLang="en-US" sz="1400">
              <a:solidFill>
                <a:srgbClr val="000000"/>
              </a:solidFill>
              <a:latin typeface="Futura Lt" pitchFamily="34" charset="0"/>
            </a:endParaRPr>
          </a:p>
          <a:p>
            <a:endParaRPr lang="zh-CN" alt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7"/>
          <p:cNvSpPr>
            <a:spLocks noGrp="1" noChangeArrowheads="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6125" indent="-287655">
              <a:defRPr sz="2400">
                <a:solidFill>
                  <a:schemeClr val="tx1"/>
                </a:solidFill>
                <a:latin typeface="Futura Bk" pitchFamily="34" charset="0"/>
                <a:ea typeface="宋体" panose="02010600030101010101" pitchFamily="2" charset="-122"/>
              </a:defRPr>
            </a:lvl2pPr>
            <a:lvl3pPr marL="1149350" indent="-228600">
              <a:defRPr sz="2400">
                <a:solidFill>
                  <a:schemeClr val="tx1"/>
                </a:solidFill>
                <a:latin typeface="Futura Bk" pitchFamily="34" charset="0"/>
                <a:ea typeface="宋体" panose="02010600030101010101" pitchFamily="2" charset="-122"/>
              </a:defRPr>
            </a:lvl3pPr>
            <a:lvl4pPr marL="1609725" indent="-228600">
              <a:defRPr sz="2400">
                <a:solidFill>
                  <a:schemeClr val="tx1"/>
                </a:solidFill>
                <a:latin typeface="Futura Bk" pitchFamily="34" charset="0"/>
                <a:ea typeface="宋体" panose="02010600030101010101" pitchFamily="2" charset="-122"/>
              </a:defRPr>
            </a:lvl4pPr>
            <a:lvl5pPr marL="2068830" indent="-228600">
              <a:defRPr sz="2400">
                <a:solidFill>
                  <a:schemeClr val="tx1"/>
                </a:solidFill>
                <a:latin typeface="Futura Bk" pitchFamily="34" charset="0"/>
                <a:ea typeface="宋体" panose="02010600030101010101" pitchFamily="2" charset="-122"/>
              </a:defRPr>
            </a:lvl5pPr>
            <a:lvl6pPr marL="25260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832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404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976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BCCDD027-2EF6-4E4D-88AF-22155C614F5C}" type="slidenum">
              <a:rPr lang="zh-CN" altLang="en-US" sz="1200"/>
            </a:fld>
            <a:endParaRPr lang="en-US" altLang="zh-CN" sz="1200"/>
          </a:p>
        </p:txBody>
      </p:sp>
      <p:sp>
        <p:nvSpPr>
          <p:cNvPr id="192515" name="Rectangle 2"/>
          <p:cNvSpPr>
            <a:spLocks noGrp="1" noRot="1" noChangeAspect="1" noChangeArrowheads="1" noTextEdit="1"/>
          </p:cNvSpPr>
          <p:nvPr>
            <p:ph type="sldImg"/>
          </p:nvPr>
        </p:nvSpPr>
        <p:spPr/>
      </p:sp>
      <p:sp>
        <p:nvSpPr>
          <p:cNvPr id="192516" name="Rectangle 3"/>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7"/>
          <p:cNvSpPr>
            <a:spLocks noGrp="1" noChangeArrowheads="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6125" indent="-287655">
              <a:defRPr sz="2400">
                <a:solidFill>
                  <a:schemeClr val="tx1"/>
                </a:solidFill>
                <a:latin typeface="Futura Bk" pitchFamily="34" charset="0"/>
                <a:ea typeface="宋体" panose="02010600030101010101" pitchFamily="2" charset="-122"/>
              </a:defRPr>
            </a:lvl2pPr>
            <a:lvl3pPr marL="1149350" indent="-228600">
              <a:defRPr sz="2400">
                <a:solidFill>
                  <a:schemeClr val="tx1"/>
                </a:solidFill>
                <a:latin typeface="Futura Bk" pitchFamily="34" charset="0"/>
                <a:ea typeface="宋体" panose="02010600030101010101" pitchFamily="2" charset="-122"/>
              </a:defRPr>
            </a:lvl3pPr>
            <a:lvl4pPr marL="1609725" indent="-228600">
              <a:defRPr sz="2400">
                <a:solidFill>
                  <a:schemeClr val="tx1"/>
                </a:solidFill>
                <a:latin typeface="Futura Bk" pitchFamily="34" charset="0"/>
                <a:ea typeface="宋体" panose="02010600030101010101" pitchFamily="2" charset="-122"/>
              </a:defRPr>
            </a:lvl4pPr>
            <a:lvl5pPr marL="2068830" indent="-228600">
              <a:defRPr sz="2400">
                <a:solidFill>
                  <a:schemeClr val="tx1"/>
                </a:solidFill>
                <a:latin typeface="Futura Bk" pitchFamily="34" charset="0"/>
                <a:ea typeface="宋体" panose="02010600030101010101" pitchFamily="2" charset="-122"/>
              </a:defRPr>
            </a:lvl5pPr>
            <a:lvl6pPr marL="25260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832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404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976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3996D4A2-7B02-4809-BF75-C263261F28DC}" type="slidenum">
              <a:rPr lang="zh-CN" altLang="en-US" sz="1200"/>
            </a:fld>
            <a:endParaRPr lang="en-US" altLang="zh-CN" sz="1200"/>
          </a:p>
        </p:txBody>
      </p:sp>
      <p:sp>
        <p:nvSpPr>
          <p:cNvPr id="194563" name="Rectangle 2"/>
          <p:cNvSpPr>
            <a:spLocks noGrp="1" noRot="1" noChangeAspect="1" noChangeArrowheads="1" noTextEdit="1"/>
          </p:cNvSpPr>
          <p:nvPr>
            <p:ph type="sldImg"/>
          </p:nvPr>
        </p:nvSpPr>
        <p:spPr/>
      </p:sp>
      <p:sp>
        <p:nvSpPr>
          <p:cNvPr id="194564" name="Rectangle 3"/>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zh-CN" sz="1400"/>
              <a:t>Show request for change form sample</a:t>
            </a:r>
            <a:endParaRPr lang="en-US" altLang="zh-CN" sz="1400"/>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7"/>
          <p:cNvSpPr>
            <a:spLocks noGrp="1" noChangeArrowheads="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6125" indent="-287655">
              <a:defRPr sz="2400">
                <a:solidFill>
                  <a:schemeClr val="tx1"/>
                </a:solidFill>
                <a:latin typeface="Futura Bk" pitchFamily="34" charset="0"/>
                <a:ea typeface="宋体" panose="02010600030101010101" pitchFamily="2" charset="-122"/>
              </a:defRPr>
            </a:lvl2pPr>
            <a:lvl3pPr marL="1149350" indent="-228600">
              <a:defRPr sz="2400">
                <a:solidFill>
                  <a:schemeClr val="tx1"/>
                </a:solidFill>
                <a:latin typeface="Futura Bk" pitchFamily="34" charset="0"/>
                <a:ea typeface="宋体" panose="02010600030101010101" pitchFamily="2" charset="-122"/>
              </a:defRPr>
            </a:lvl3pPr>
            <a:lvl4pPr marL="1609725" indent="-228600">
              <a:defRPr sz="2400">
                <a:solidFill>
                  <a:schemeClr val="tx1"/>
                </a:solidFill>
                <a:latin typeface="Futura Bk" pitchFamily="34" charset="0"/>
                <a:ea typeface="宋体" panose="02010600030101010101" pitchFamily="2" charset="-122"/>
              </a:defRPr>
            </a:lvl4pPr>
            <a:lvl5pPr marL="2068830" indent="-228600">
              <a:defRPr sz="2400">
                <a:solidFill>
                  <a:schemeClr val="tx1"/>
                </a:solidFill>
                <a:latin typeface="Futura Bk" pitchFamily="34" charset="0"/>
                <a:ea typeface="宋体" panose="02010600030101010101" pitchFamily="2" charset="-122"/>
              </a:defRPr>
            </a:lvl5pPr>
            <a:lvl6pPr marL="25260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832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404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976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45EA8FC4-5CC5-4F5E-A714-4FF0336B08D9}" type="slidenum">
              <a:rPr lang="zh-CN" altLang="en-US" sz="1200"/>
            </a:fld>
            <a:endParaRPr lang="en-US" altLang="zh-CN" sz="1200"/>
          </a:p>
        </p:txBody>
      </p:sp>
      <p:sp>
        <p:nvSpPr>
          <p:cNvPr id="196611" name="Rectangle 2"/>
          <p:cNvSpPr>
            <a:spLocks noGrp="1" noRot="1" noChangeAspect="1" noChangeArrowheads="1" noTextEdit="1"/>
          </p:cNvSpPr>
          <p:nvPr>
            <p:ph type="sldImg"/>
          </p:nvPr>
        </p:nvSpPr>
        <p:spPr/>
      </p:sp>
      <p:sp>
        <p:nvSpPr>
          <p:cNvPr id="196612" name="Rectangle 3"/>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zh-CN" sz="1400"/>
              <a:t>Show the CAF KM slides</a:t>
            </a:r>
            <a:endParaRPr lang="en-US" altLang="zh-CN" sz="1400"/>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幻灯片图像占位符 1"/>
          <p:cNvSpPr>
            <a:spLocks noGrp="1" noRot="1" noChangeAspect="1" noChangeArrowheads="1" noTextEdit="1"/>
          </p:cNvSpPr>
          <p:nvPr>
            <p:ph type="sldImg"/>
          </p:nvPr>
        </p:nvSpPr>
        <p:spPr/>
      </p:sp>
      <p:sp>
        <p:nvSpPr>
          <p:cNvPr id="198659" name="备注占位符 2"/>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8660" name="灯片编号占位符 3"/>
          <p:cNvSpPr>
            <a:spLocks noGrp="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CF153DB7-EAF6-4ACF-9610-5CE1E59B17FF}" type="slidenum">
              <a:rPr lang="zh-CN" altLang="en-US" sz="1200"/>
            </a:fld>
            <a:endParaRPr lang="en-US" altLang="zh-CN" sz="1200"/>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幻灯片图像占位符 1"/>
          <p:cNvSpPr>
            <a:spLocks noGrp="1" noRot="1" noChangeAspect="1" noChangeArrowheads="1" noTextEdit="1"/>
          </p:cNvSpPr>
          <p:nvPr>
            <p:ph type="sldImg"/>
          </p:nvPr>
        </p:nvSpPr>
        <p:spPr/>
      </p:sp>
      <p:sp>
        <p:nvSpPr>
          <p:cNvPr id="200707" name="备注占位符 2"/>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0708" name="灯片编号占位符 3"/>
          <p:cNvSpPr>
            <a:spLocks noGrp="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534E09A3-0C0C-4D09-AD4F-0B4ACE344A39}" type="slidenum">
              <a:rPr lang="zh-CN" altLang="en-US" sz="1200"/>
            </a:fld>
            <a:endParaRPr lang="en-US" altLang="zh-CN" sz="1200"/>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幻灯片图像占位符 1"/>
          <p:cNvSpPr>
            <a:spLocks noGrp="1" noRot="1" noChangeAspect="1" noChangeArrowheads="1" noTextEdit="1"/>
          </p:cNvSpPr>
          <p:nvPr>
            <p:ph type="sldImg"/>
          </p:nvPr>
        </p:nvSpPr>
        <p:spPr/>
      </p:sp>
      <p:sp>
        <p:nvSpPr>
          <p:cNvPr id="202755" name="备注占位符 2"/>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2756" name="灯片编号占位符 3"/>
          <p:cNvSpPr>
            <a:spLocks noGrp="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BE2D46C8-E027-4CFC-BB2C-820CAAD6425E}" type="slidenum">
              <a:rPr lang="zh-CN" altLang="en-US" sz="1200"/>
            </a:fld>
            <a:endParaRPr lang="en-US" altLang="zh-CN" sz="1200"/>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幻灯片图像占位符 1"/>
          <p:cNvSpPr>
            <a:spLocks noGrp="1" noRot="1" noChangeAspect="1" noChangeArrowheads="1" noTextEdit="1"/>
          </p:cNvSpPr>
          <p:nvPr>
            <p:ph type="sldImg"/>
          </p:nvPr>
        </p:nvSpPr>
        <p:spPr/>
      </p:sp>
      <p:sp>
        <p:nvSpPr>
          <p:cNvPr id="204803" name="备注占位符 2"/>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804" name="灯片编号占位符 3"/>
          <p:cNvSpPr>
            <a:spLocks noGrp="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08AC9AA0-E5D2-4B38-8F2E-40BFA20750AD}" type="slidenum">
              <a:rPr lang="zh-CN" altLang="en-US" sz="1200"/>
            </a:fld>
            <a:endParaRPr lang="en-US" altLang="zh-CN" sz="1200"/>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幻灯片图像占位符 1"/>
          <p:cNvSpPr>
            <a:spLocks noGrp="1" noRot="1" noChangeAspect="1" noChangeArrowheads="1" noTextEdit="1"/>
          </p:cNvSpPr>
          <p:nvPr>
            <p:ph type="sldImg"/>
          </p:nvPr>
        </p:nvSpPr>
        <p:spPr/>
      </p:sp>
      <p:sp>
        <p:nvSpPr>
          <p:cNvPr id="206851" name="备注占位符 2"/>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6852" name="灯片编号占位符 3"/>
          <p:cNvSpPr>
            <a:spLocks noGrp="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15829FE5-07C0-45EB-A31B-ED6DD3FC5918}" type="slidenum">
              <a:rPr lang="zh-CN" altLang="en-US" sz="1200"/>
            </a:fld>
            <a:endParaRPr lang="en-US" altLang="zh-CN" sz="1200"/>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幻灯片图像占位符 1"/>
          <p:cNvSpPr>
            <a:spLocks noGrp="1" noRot="1" noChangeAspect="1" noChangeArrowheads="1" noTextEdit="1"/>
          </p:cNvSpPr>
          <p:nvPr>
            <p:ph type="sldImg"/>
          </p:nvPr>
        </p:nvSpPr>
        <p:spPr/>
      </p:sp>
      <p:sp>
        <p:nvSpPr>
          <p:cNvPr id="208899" name="备注占位符 2"/>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8900" name="灯片编号占位符 3"/>
          <p:cNvSpPr>
            <a:spLocks noGrp="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C4D9910E-0D64-47F6-B45C-0E670A9CC502}" type="slidenum">
              <a:rPr lang="zh-CN" altLang="en-US" sz="1200"/>
            </a:fld>
            <a:endParaRPr lang="en-US" altLang="zh-CN" sz="1200"/>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幻灯片图像占位符 1"/>
          <p:cNvSpPr>
            <a:spLocks noGrp="1" noRot="1" noChangeAspect="1" noChangeArrowheads="1" noTextEdit="1"/>
          </p:cNvSpPr>
          <p:nvPr>
            <p:ph type="sldImg"/>
          </p:nvPr>
        </p:nvSpPr>
        <p:spPr/>
      </p:sp>
      <p:sp>
        <p:nvSpPr>
          <p:cNvPr id="210947" name="备注占位符 2"/>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0948" name="灯片编号占位符 3"/>
          <p:cNvSpPr>
            <a:spLocks noGrp="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B591F963-391B-467C-8BC4-7CD03A965E74}" type="slidenum">
              <a:rPr lang="zh-CN" altLang="en-US" sz="1200"/>
            </a:fld>
            <a:endParaRPr lang="en-US" altLang="zh-CN" sz="1200"/>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幻灯片图像占位符 1"/>
          <p:cNvSpPr>
            <a:spLocks noGrp="1" noRot="1" noChangeAspect="1" noChangeArrowheads="1" noTextEdit="1"/>
          </p:cNvSpPr>
          <p:nvPr>
            <p:ph type="sldImg"/>
          </p:nvPr>
        </p:nvSpPr>
        <p:spPr/>
      </p:sp>
      <p:sp>
        <p:nvSpPr>
          <p:cNvPr id="212995" name="备注占位符 2"/>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2996" name="灯片编号占位符 3"/>
          <p:cNvSpPr>
            <a:spLocks noGrp="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AC1817EE-3994-4C84-ADE3-0B084F99E188}" type="slidenum">
              <a:rPr lang="zh-CN" altLang="en-US" sz="1200"/>
            </a:fld>
            <a:endParaRPr lang="en-US" altLang="zh-CN" sz="1200"/>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幻灯片图像占位符 1"/>
          <p:cNvSpPr>
            <a:spLocks noGrp="1" noRot="1" noChangeAspect="1" noChangeArrowheads="1" noTextEdit="1"/>
          </p:cNvSpPr>
          <p:nvPr>
            <p:ph type="sldImg"/>
          </p:nvPr>
        </p:nvSpPr>
        <p:spPr/>
      </p:sp>
      <p:sp>
        <p:nvSpPr>
          <p:cNvPr id="219139" name="备注占位符 2"/>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9140" name="灯片编号占位符 3"/>
          <p:cNvSpPr>
            <a:spLocks noGrp="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0559D7CB-8201-4605-A23C-6F3239E1BC4A}" type="slidenum">
              <a:rPr lang="zh-CN" altLang="en-US" sz="1200"/>
            </a:fld>
            <a:endParaRPr lang="en-US" altLang="zh-CN" sz="1200"/>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7"/>
          <p:cNvSpPr>
            <a:spLocks noGrp="1" noChangeArrowheads="1"/>
          </p:cNvSpPr>
          <p:nvPr>
            <p:ph type="sldNum" sz="quarter" idx="5"/>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Futura Bk" pitchFamily="34" charset="0"/>
                <a:ea typeface="宋体" panose="02010600030101010101" pitchFamily="2" charset="-122"/>
              </a:defRPr>
            </a:lvl1pPr>
            <a:lvl2pPr marL="746125" indent="-287655">
              <a:defRPr sz="2400">
                <a:solidFill>
                  <a:schemeClr val="tx1"/>
                </a:solidFill>
                <a:latin typeface="Futura Bk" pitchFamily="34" charset="0"/>
                <a:ea typeface="宋体" panose="02010600030101010101" pitchFamily="2" charset="-122"/>
              </a:defRPr>
            </a:lvl2pPr>
            <a:lvl3pPr marL="1149350" indent="-228600">
              <a:defRPr sz="2400">
                <a:solidFill>
                  <a:schemeClr val="tx1"/>
                </a:solidFill>
                <a:latin typeface="Futura Bk" pitchFamily="34" charset="0"/>
                <a:ea typeface="宋体" panose="02010600030101010101" pitchFamily="2" charset="-122"/>
              </a:defRPr>
            </a:lvl3pPr>
            <a:lvl4pPr marL="1609725" indent="-228600">
              <a:defRPr sz="2400">
                <a:solidFill>
                  <a:schemeClr val="tx1"/>
                </a:solidFill>
                <a:latin typeface="Futura Bk" pitchFamily="34" charset="0"/>
                <a:ea typeface="宋体" panose="02010600030101010101" pitchFamily="2" charset="-122"/>
              </a:defRPr>
            </a:lvl4pPr>
            <a:lvl5pPr marL="2068830" indent="-228600">
              <a:defRPr sz="2400">
                <a:solidFill>
                  <a:schemeClr val="tx1"/>
                </a:solidFill>
                <a:latin typeface="Futura Bk" pitchFamily="34" charset="0"/>
                <a:ea typeface="宋体" panose="02010600030101010101" pitchFamily="2" charset="-122"/>
              </a:defRPr>
            </a:lvl5pPr>
            <a:lvl6pPr marL="25260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832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404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9763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fld id="{6EE83ECA-71A2-42FE-BF9D-084CB8B21AF2}" type="slidenum">
              <a:rPr lang="zh-CN" altLang="en-US" sz="1200"/>
            </a:fld>
            <a:endParaRPr lang="en-US" altLang="zh-CN" sz="1200"/>
          </a:p>
        </p:txBody>
      </p:sp>
      <p:sp>
        <p:nvSpPr>
          <p:cNvPr id="217091" name="Rectangle 2"/>
          <p:cNvSpPr>
            <a:spLocks noGrp="1" noRot="1" noChangeAspect="1" noChangeArrowheads="1" noTextEdit="1"/>
          </p:cNvSpPr>
          <p:nvPr>
            <p:ph type="sldImg"/>
          </p:nvPr>
        </p:nvSpPr>
        <p:spPr/>
      </p:sp>
      <p:sp>
        <p:nvSpPr>
          <p:cNvPr id="217092" name="Rectangle 3"/>
          <p:cNvSpPr>
            <a:spLocks noGrp="1" noChangeArrowheads="1"/>
          </p:cNvSpPr>
          <p:nvPr>
            <p:ph type="body" idx="1"/>
          </p:nvPr>
        </p:nvSpPr>
        <p:spPr>
          <a:noFill/>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zh-CN"/>
              <a:t>Go ahead, just practice again and again. You will be a world-class project manager.</a:t>
            </a:r>
            <a:endParaRPr lang="en-US" altLang="zh-CN"/>
          </a:p>
          <a:p>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bwMode="ltGray">
      <p:bgPr>
        <a:solidFill>
          <a:schemeClr val="bg1"/>
        </a:solidFill>
        <a:effectLst/>
      </p:bgPr>
    </p:bg>
    <p:spTree>
      <p:nvGrpSpPr>
        <p:cNvPr id="1" name=""/>
        <p:cNvGrpSpPr/>
        <p:nvPr/>
      </p:nvGrpSpPr>
      <p:grpSpPr>
        <a:xfrm>
          <a:off x="0" y="0"/>
          <a:ext cx="0" cy="0"/>
          <a:chOff x="0" y="0"/>
          <a:chExt cx="0" cy="0"/>
        </a:xfrm>
      </p:grpSpPr>
      <p:sp>
        <p:nvSpPr>
          <p:cNvPr id="2" name="Rectangle 2"/>
          <p:cNvSpPr>
            <a:spLocks noChangeArrowheads="1"/>
          </p:cNvSpPr>
          <p:nvPr/>
        </p:nvSpPr>
        <p:spPr bwMode="auto">
          <a:xfrm>
            <a:off x="0" y="0"/>
            <a:ext cx="3667125" cy="6858000"/>
          </a:xfrm>
          <a:prstGeom prst="rect">
            <a:avLst/>
          </a:prstGeom>
          <a:solidFill>
            <a:schemeClr val="tx1"/>
          </a:solidFill>
          <a:ln>
            <a:noFill/>
          </a:ln>
          <a:effectLst/>
        </p:spPr>
        <p:txBody>
          <a:bodyPr wrap="none" lIns="0" tIns="0" rIns="0" bIns="0" anchor="ctr"/>
          <a:lstStyle>
            <a:lvl1pPr>
              <a:spcBef>
                <a:spcPct val="50000"/>
              </a:spcBef>
              <a:defRPr sz="2400">
                <a:solidFill>
                  <a:schemeClr val="tx1"/>
                </a:solidFill>
                <a:latin typeface="Futura Bk" pitchFamily="34" charset="0"/>
                <a:ea typeface="宋体" panose="02010600030101010101" pitchFamily="2" charset="-122"/>
              </a:defRPr>
            </a:lvl1pPr>
            <a:lvl2pPr marL="742950" indent="-285750">
              <a:spcBef>
                <a:spcPct val="50000"/>
              </a:spcBef>
              <a:defRPr sz="2400">
                <a:solidFill>
                  <a:schemeClr val="tx1"/>
                </a:solidFill>
                <a:latin typeface="Futura Bk" pitchFamily="34" charset="0"/>
                <a:ea typeface="宋体" panose="02010600030101010101" pitchFamily="2" charset="-122"/>
              </a:defRPr>
            </a:lvl2pPr>
            <a:lvl3pPr marL="1143000" indent="-228600">
              <a:spcBef>
                <a:spcPct val="50000"/>
              </a:spcBef>
              <a:defRPr sz="2400">
                <a:solidFill>
                  <a:schemeClr val="tx1"/>
                </a:solidFill>
                <a:latin typeface="Futura Bk" pitchFamily="34" charset="0"/>
                <a:ea typeface="宋体" panose="02010600030101010101" pitchFamily="2" charset="-122"/>
              </a:defRPr>
            </a:lvl3pPr>
            <a:lvl4pPr marL="1600200" indent="-228600">
              <a:spcBef>
                <a:spcPct val="50000"/>
              </a:spcBef>
              <a:defRPr sz="2400">
                <a:solidFill>
                  <a:schemeClr val="tx1"/>
                </a:solidFill>
                <a:latin typeface="Futura Bk" pitchFamily="34" charset="0"/>
                <a:ea typeface="宋体" panose="02010600030101010101" pitchFamily="2" charset="-122"/>
              </a:defRPr>
            </a:lvl4pPr>
            <a:lvl5pPr marL="2057400" indent="-228600">
              <a:spcBef>
                <a:spcPct val="50000"/>
              </a:spcBef>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5000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5000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5000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50000"/>
              </a:spcBef>
              <a:spcAft>
                <a:spcPct val="0"/>
              </a:spcAft>
              <a:defRPr sz="2400">
                <a:solidFill>
                  <a:schemeClr val="tx1"/>
                </a:solidFill>
                <a:latin typeface="Futura Bk" pitchFamily="34" charset="0"/>
                <a:ea typeface="宋体" panose="02010600030101010101" pitchFamily="2" charset="-122"/>
              </a:defRPr>
            </a:lvl9pPr>
          </a:lstStyle>
          <a:p>
            <a:pPr eaLnBrk="1" hangingPunct="1">
              <a:defRPr/>
            </a:pPr>
            <a:endParaRPr lang="zh-CN" altLang="en-US"/>
          </a:p>
        </p:txBody>
      </p:sp>
      <p:pic>
        <p:nvPicPr>
          <p:cNvPr id="3" name="Picture 5" descr="HPtrueCOL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9350" y="2916238"/>
            <a:ext cx="133032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4803" name="Rectangle 3"/>
          <p:cNvSpPr>
            <a:spLocks noGrp="1" noChangeArrowheads="1"/>
          </p:cNvSpPr>
          <p:nvPr>
            <p:ph type="ctrTitle" sz="quarter"/>
          </p:nvPr>
        </p:nvSpPr>
        <p:spPr>
          <a:xfrm>
            <a:off x="3938588" y="450850"/>
            <a:ext cx="5768975" cy="2795588"/>
          </a:xfrm>
        </p:spPr>
        <p:txBody>
          <a:bodyPr lIns="182880" tIns="91440" rIns="182880" bIns="91440" anchor="t"/>
          <a:lstStyle>
            <a:lvl1pPr>
              <a:defRPr/>
            </a:lvl1pPr>
          </a:lstStyle>
          <a:p>
            <a:pPr lvl="0"/>
            <a:r>
              <a:rPr lang="en-US" altLang="zh-CN" noProof="0"/>
              <a:t>Click to edit Master title style</a:t>
            </a:r>
            <a:endParaRPr lang="en-US" altLang="zh-CN" noProof="0"/>
          </a:p>
        </p:txBody>
      </p:sp>
      <p:sp>
        <p:nvSpPr>
          <p:cNvPr id="844804" name="Rectangle 4"/>
          <p:cNvSpPr>
            <a:spLocks noGrp="1" noChangeArrowheads="1"/>
          </p:cNvSpPr>
          <p:nvPr>
            <p:ph type="subTitle" sz="quarter" idx="1" hasCustomPrompt="1"/>
          </p:nvPr>
        </p:nvSpPr>
        <p:spPr>
          <a:xfrm>
            <a:off x="3956050" y="3429000"/>
            <a:ext cx="5729288" cy="3125788"/>
          </a:xfrm>
        </p:spPr>
        <p:txBody>
          <a:bodyPr lIns="182880" tIns="91440" rIns="182880" bIns="274320" anchor="b"/>
          <a:lstStyle>
            <a:lvl1pPr marL="0" indent="0">
              <a:buFontTx/>
              <a:buNone/>
              <a:defRPr sz="2800"/>
            </a:lvl1pPr>
          </a:lstStyle>
          <a:p>
            <a:pPr lvl="0"/>
            <a:r>
              <a:rPr lang="en-US" altLang="zh-CN" noProof="0"/>
              <a:t>Click to edit Master text styles</a:t>
            </a:r>
            <a:endParaRPr lang="en-US" altLang="zh-CN" noProof="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6"/>
          <p:cNvSpPr>
            <a:spLocks noGrp="1" noChangeArrowheads="1"/>
          </p:cNvSpPr>
          <p:nvPr>
            <p:ph type="sldNum" sz="quarter" idx="10"/>
          </p:nvPr>
        </p:nvSpPr>
        <p:spPr/>
        <p:txBody>
          <a:bodyPr/>
          <a:lstStyle>
            <a:lvl1pPr>
              <a:defRPr/>
            </a:lvl1pPr>
          </a:lstStyle>
          <a:p>
            <a:pPr>
              <a:defRPr/>
            </a:pPr>
            <a:fld id="{6D9D2222-8541-46EA-AD3B-36A5E091B774}" type="slidenum">
              <a:rPr lang="en-US" altLang="zh-CN" smtClean="0"/>
            </a:fld>
            <a:endParaRPr lang="en-US" altLang="zh-CN" dirty="0"/>
          </a:p>
        </p:txBody>
      </p:sp>
      <p:sp>
        <p:nvSpPr>
          <p:cNvPr id="5" name="Rectangle 7"/>
          <p:cNvSpPr>
            <a:spLocks noGrp="1" noChangeArrowheads="1"/>
          </p:cNvSpPr>
          <p:nvPr>
            <p:ph type="dt" sz="quarter" idx="11"/>
          </p:nvPr>
        </p:nvSpPr>
        <p:spPr/>
        <p:txBody>
          <a:bodyPr/>
          <a:lstStyle>
            <a:lvl1pPr>
              <a:defRPr/>
            </a:lvl1pPr>
          </a:lstStyle>
          <a:p>
            <a:pPr>
              <a:defRPr/>
            </a:pPr>
            <a:fld id="{634DB7A7-78F5-4514-9F4A-94D69BF0E6C9}" type="datetime1">
              <a:rPr lang="zh-CN" altLang="en-US" smtClean="0"/>
            </a:fld>
            <a:endParaRPr lang="en-US" altLang="zh-CN"/>
          </a:p>
        </p:txBody>
      </p:sp>
      <p:sp>
        <p:nvSpPr>
          <p:cNvPr id="6" name="Rectangle 8"/>
          <p:cNvSpPr>
            <a:spLocks noGrp="1" noChangeArrowheads="1"/>
          </p:cNvSpPr>
          <p:nvPr>
            <p:ph type="ftr" sz="quarter" idx="12"/>
          </p:nvPr>
        </p:nvSpPr>
        <p:spPr/>
        <p:txBody>
          <a:bodyPr/>
          <a:lstStyle>
            <a:lvl1pPr>
              <a:defRPr/>
            </a:lvl1pPr>
          </a:lstStyle>
          <a:p>
            <a:pPr>
              <a:defRPr/>
            </a:pPr>
            <a:r>
              <a:rPr lang="en-US" altLang="zh-CN"/>
              <a:t>      </a:t>
            </a:r>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知识回顾">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6"/>
          <p:cNvSpPr>
            <a:spLocks noGrp="1" noChangeArrowheads="1"/>
          </p:cNvSpPr>
          <p:nvPr>
            <p:ph type="sldNum" sz="quarter" idx="10"/>
          </p:nvPr>
        </p:nvSpPr>
        <p:spPr/>
        <p:txBody>
          <a:bodyPr/>
          <a:lstStyle>
            <a:lvl1pPr>
              <a:defRPr/>
            </a:lvl1pPr>
          </a:lstStyle>
          <a:p>
            <a:pPr>
              <a:defRPr/>
            </a:pPr>
            <a:fld id="{6D9D2222-8541-46EA-AD3B-36A5E091B774}" type="slidenum">
              <a:rPr lang="en-US" altLang="zh-CN" smtClean="0"/>
            </a:fld>
            <a:endParaRPr lang="en-US" altLang="zh-CN" dirty="0"/>
          </a:p>
        </p:txBody>
      </p:sp>
      <p:sp>
        <p:nvSpPr>
          <p:cNvPr id="5" name="Rectangle 7"/>
          <p:cNvSpPr>
            <a:spLocks noGrp="1" noChangeArrowheads="1"/>
          </p:cNvSpPr>
          <p:nvPr>
            <p:ph type="dt" sz="quarter" idx="11"/>
          </p:nvPr>
        </p:nvSpPr>
        <p:spPr/>
        <p:txBody>
          <a:bodyPr/>
          <a:lstStyle>
            <a:lvl1pPr>
              <a:defRPr/>
            </a:lvl1pPr>
          </a:lstStyle>
          <a:p>
            <a:pPr>
              <a:defRPr/>
            </a:pPr>
            <a:fld id="{634DB7A7-78F5-4514-9F4A-94D69BF0E6C9}" type="datetime1">
              <a:rPr lang="zh-CN" altLang="en-US" smtClean="0"/>
            </a:fld>
            <a:endParaRPr lang="en-US" altLang="zh-CN"/>
          </a:p>
        </p:txBody>
      </p:sp>
      <p:sp>
        <p:nvSpPr>
          <p:cNvPr id="6" name="Rectangle 8"/>
          <p:cNvSpPr>
            <a:spLocks noGrp="1" noChangeArrowheads="1"/>
          </p:cNvSpPr>
          <p:nvPr>
            <p:ph type="ftr" sz="quarter" idx="12"/>
          </p:nvPr>
        </p:nvSpPr>
        <p:spPr/>
        <p:txBody>
          <a:bodyPr/>
          <a:lstStyle>
            <a:lvl1pPr>
              <a:defRPr/>
            </a:lvl1pPr>
          </a:lstStyle>
          <a:p>
            <a:pPr>
              <a:defRPr/>
            </a:pPr>
            <a:r>
              <a:rPr lang="en-US" altLang="zh-CN"/>
              <a:t>      </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tmplLst>
          <p:tmpl lvl="0">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76275" y="1709738"/>
            <a:ext cx="8543925"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76275" y="4589463"/>
            <a:ext cx="8543925"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4" name="Rectangle 6"/>
          <p:cNvSpPr>
            <a:spLocks noGrp="1" noChangeArrowheads="1"/>
          </p:cNvSpPr>
          <p:nvPr>
            <p:ph type="sldNum" sz="quarter" idx="10"/>
          </p:nvPr>
        </p:nvSpPr>
        <p:spPr/>
        <p:txBody>
          <a:bodyPr/>
          <a:lstStyle>
            <a:lvl1pPr>
              <a:defRPr/>
            </a:lvl1pPr>
          </a:lstStyle>
          <a:p>
            <a:pPr>
              <a:defRPr/>
            </a:pPr>
            <a:fld id="{0526A2B9-3F67-45B8-A1A9-CDC518E76386}" type="slidenum">
              <a:rPr lang="en-US" altLang="zh-CN" smtClean="0"/>
            </a:fld>
            <a:endParaRPr lang="en-US" altLang="zh-CN" dirty="0"/>
          </a:p>
        </p:txBody>
      </p:sp>
      <p:sp>
        <p:nvSpPr>
          <p:cNvPr id="5" name="Rectangle 7"/>
          <p:cNvSpPr>
            <a:spLocks noGrp="1" noChangeArrowheads="1"/>
          </p:cNvSpPr>
          <p:nvPr>
            <p:ph type="dt" sz="quarter" idx="11"/>
          </p:nvPr>
        </p:nvSpPr>
        <p:spPr/>
        <p:txBody>
          <a:bodyPr/>
          <a:lstStyle>
            <a:lvl1pPr>
              <a:defRPr/>
            </a:lvl1pPr>
          </a:lstStyle>
          <a:p>
            <a:pPr>
              <a:defRPr/>
            </a:pPr>
            <a:fld id="{2679B593-9524-4E89-8D2F-5689217479C6}" type="datetime1">
              <a:rPr lang="zh-CN" altLang="en-US" smtClean="0"/>
            </a:fld>
            <a:endParaRPr lang="en-US" altLang="zh-CN"/>
          </a:p>
        </p:txBody>
      </p:sp>
      <p:sp>
        <p:nvSpPr>
          <p:cNvPr id="6" name="Rectangle 8"/>
          <p:cNvSpPr>
            <a:spLocks noGrp="1" noChangeArrowheads="1"/>
          </p:cNvSpPr>
          <p:nvPr>
            <p:ph type="ftr" sz="quarter" idx="12"/>
          </p:nvPr>
        </p:nvSpPr>
        <p:spPr/>
        <p:txBody>
          <a:bodyPr/>
          <a:lstStyle>
            <a:lvl1pPr>
              <a:defRPr/>
            </a:lvl1pPr>
          </a:lstStyle>
          <a:p>
            <a:pPr>
              <a:defRPr/>
            </a:pPr>
            <a:r>
              <a:rPr lang="en-US" altLang="zh-CN"/>
              <a:t>      </a:t>
            </a:r>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365125" y="1273175"/>
            <a:ext cx="4470400" cy="5270500"/>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987925" y="1273175"/>
            <a:ext cx="4470400" cy="5270500"/>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6"/>
          <p:cNvSpPr>
            <a:spLocks noGrp="1" noChangeArrowheads="1"/>
          </p:cNvSpPr>
          <p:nvPr>
            <p:ph type="sldNum" sz="quarter" idx="10"/>
          </p:nvPr>
        </p:nvSpPr>
        <p:spPr/>
        <p:txBody>
          <a:bodyPr/>
          <a:lstStyle>
            <a:lvl1pPr>
              <a:defRPr/>
            </a:lvl1pPr>
          </a:lstStyle>
          <a:p>
            <a:pPr>
              <a:defRPr/>
            </a:pPr>
            <a:fld id="{ADA0D315-17C2-4F0F-B1C6-8BF8415BD984}" type="slidenum">
              <a:rPr lang="en-US" altLang="zh-CN" smtClean="0"/>
            </a:fld>
            <a:endParaRPr lang="en-US" altLang="zh-CN" dirty="0"/>
          </a:p>
        </p:txBody>
      </p:sp>
      <p:sp>
        <p:nvSpPr>
          <p:cNvPr id="6" name="Rectangle 7"/>
          <p:cNvSpPr>
            <a:spLocks noGrp="1" noChangeArrowheads="1"/>
          </p:cNvSpPr>
          <p:nvPr>
            <p:ph type="dt" sz="quarter" idx="11"/>
          </p:nvPr>
        </p:nvSpPr>
        <p:spPr/>
        <p:txBody>
          <a:bodyPr/>
          <a:lstStyle>
            <a:lvl1pPr>
              <a:defRPr/>
            </a:lvl1pPr>
          </a:lstStyle>
          <a:p>
            <a:pPr>
              <a:defRPr/>
            </a:pPr>
            <a:fld id="{F3F645E0-575F-4E1E-AE18-3D4C3FA23D1B}" type="datetime1">
              <a:rPr lang="zh-CN" altLang="en-US" smtClean="0"/>
            </a:fld>
            <a:endParaRPr lang="en-US" altLang="zh-CN"/>
          </a:p>
        </p:txBody>
      </p:sp>
      <p:sp>
        <p:nvSpPr>
          <p:cNvPr id="7" name="Rectangle 8"/>
          <p:cNvSpPr>
            <a:spLocks noGrp="1" noChangeArrowheads="1"/>
          </p:cNvSpPr>
          <p:nvPr>
            <p:ph type="ftr" sz="quarter" idx="12"/>
          </p:nvPr>
        </p:nvSpPr>
        <p:spPr/>
        <p:txBody>
          <a:bodyPr/>
          <a:lstStyle>
            <a:lvl1pPr>
              <a:defRPr/>
            </a:lvl1pPr>
          </a:lstStyle>
          <a:p>
            <a:pPr>
              <a:defRPr/>
            </a:pPr>
            <a:r>
              <a:rPr lang="en-US" altLang="zh-CN"/>
              <a:t>      </a:t>
            </a:r>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82625" y="365125"/>
            <a:ext cx="8543925"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82625" y="1681163"/>
            <a:ext cx="41910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82625" y="2505075"/>
            <a:ext cx="4191000"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5014913" y="1681163"/>
            <a:ext cx="42116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5014913" y="2505075"/>
            <a:ext cx="421163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6"/>
          <p:cNvSpPr>
            <a:spLocks noGrp="1" noChangeArrowheads="1"/>
          </p:cNvSpPr>
          <p:nvPr>
            <p:ph type="sldNum" sz="quarter" idx="10"/>
          </p:nvPr>
        </p:nvSpPr>
        <p:spPr/>
        <p:txBody>
          <a:bodyPr/>
          <a:lstStyle>
            <a:lvl1pPr>
              <a:defRPr/>
            </a:lvl1pPr>
          </a:lstStyle>
          <a:p>
            <a:pPr>
              <a:defRPr/>
            </a:pPr>
            <a:fld id="{9C0BD6A4-3513-4974-9036-E823F1D94243}" type="slidenum">
              <a:rPr lang="en-US" altLang="zh-CN" smtClean="0"/>
            </a:fld>
            <a:endParaRPr lang="en-US" altLang="zh-CN" dirty="0"/>
          </a:p>
        </p:txBody>
      </p:sp>
      <p:sp>
        <p:nvSpPr>
          <p:cNvPr id="8" name="Rectangle 7"/>
          <p:cNvSpPr>
            <a:spLocks noGrp="1" noChangeArrowheads="1"/>
          </p:cNvSpPr>
          <p:nvPr>
            <p:ph type="dt" sz="quarter" idx="11"/>
          </p:nvPr>
        </p:nvSpPr>
        <p:spPr/>
        <p:txBody>
          <a:bodyPr/>
          <a:lstStyle>
            <a:lvl1pPr>
              <a:defRPr/>
            </a:lvl1pPr>
          </a:lstStyle>
          <a:p>
            <a:pPr>
              <a:defRPr/>
            </a:pPr>
            <a:fld id="{D1CCB284-A0AE-4FB1-93A3-326AF5984089}" type="datetime1">
              <a:rPr lang="zh-CN" altLang="en-US" smtClean="0"/>
            </a:fld>
            <a:endParaRPr lang="en-US" altLang="zh-CN"/>
          </a:p>
        </p:txBody>
      </p:sp>
      <p:sp>
        <p:nvSpPr>
          <p:cNvPr id="9" name="Rectangle 8"/>
          <p:cNvSpPr>
            <a:spLocks noGrp="1" noChangeArrowheads="1"/>
          </p:cNvSpPr>
          <p:nvPr>
            <p:ph type="ftr" sz="quarter" idx="12"/>
          </p:nvPr>
        </p:nvSpPr>
        <p:spPr/>
        <p:txBody>
          <a:bodyPr/>
          <a:lstStyle>
            <a:lvl1pPr>
              <a:defRPr/>
            </a:lvl1pPr>
          </a:lstStyle>
          <a:p>
            <a:pPr>
              <a:defRPr/>
            </a:pPr>
            <a:r>
              <a:rPr lang="en-US" altLang="zh-CN"/>
              <a:t>      </a:t>
            </a:r>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6"/>
          <p:cNvSpPr>
            <a:spLocks noGrp="1" noChangeArrowheads="1"/>
          </p:cNvSpPr>
          <p:nvPr>
            <p:ph type="sldNum" sz="quarter" idx="10"/>
          </p:nvPr>
        </p:nvSpPr>
        <p:spPr/>
        <p:txBody>
          <a:bodyPr/>
          <a:lstStyle>
            <a:lvl1pPr>
              <a:defRPr/>
            </a:lvl1pPr>
          </a:lstStyle>
          <a:p>
            <a:pPr>
              <a:defRPr/>
            </a:pPr>
            <a:fld id="{A6A0D67D-9B30-457F-9874-1F92730590A0}" type="slidenum">
              <a:rPr lang="en-US" altLang="zh-CN" smtClean="0"/>
            </a:fld>
            <a:endParaRPr lang="en-US" altLang="zh-CN" dirty="0"/>
          </a:p>
        </p:txBody>
      </p:sp>
      <p:sp>
        <p:nvSpPr>
          <p:cNvPr id="4" name="Rectangle 7"/>
          <p:cNvSpPr>
            <a:spLocks noGrp="1" noChangeArrowheads="1"/>
          </p:cNvSpPr>
          <p:nvPr>
            <p:ph type="dt" sz="quarter" idx="11"/>
          </p:nvPr>
        </p:nvSpPr>
        <p:spPr/>
        <p:txBody>
          <a:bodyPr/>
          <a:lstStyle>
            <a:lvl1pPr>
              <a:defRPr/>
            </a:lvl1pPr>
          </a:lstStyle>
          <a:p>
            <a:pPr>
              <a:defRPr/>
            </a:pPr>
            <a:fld id="{2D70EFBF-3792-4466-B4AF-093D13661589}" type="datetime1">
              <a:rPr lang="zh-CN" altLang="en-US" smtClean="0"/>
            </a:fld>
            <a:endParaRPr lang="en-US" altLang="zh-CN"/>
          </a:p>
        </p:txBody>
      </p:sp>
      <p:sp>
        <p:nvSpPr>
          <p:cNvPr id="5" name="Rectangle 8"/>
          <p:cNvSpPr>
            <a:spLocks noGrp="1" noChangeArrowheads="1"/>
          </p:cNvSpPr>
          <p:nvPr>
            <p:ph type="ftr" sz="quarter" idx="12"/>
          </p:nvPr>
        </p:nvSpPr>
        <p:spPr/>
        <p:txBody>
          <a:bodyPr/>
          <a:lstStyle>
            <a:lvl1pPr>
              <a:defRPr/>
            </a:lvl1pPr>
          </a:lstStyle>
          <a:p>
            <a:pPr>
              <a:defRPr/>
            </a:pPr>
            <a:r>
              <a:rPr lang="en-US" altLang="zh-CN"/>
              <a:t>      </a:t>
            </a:r>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p:txBody>
          <a:bodyPr/>
          <a:lstStyle>
            <a:lvl1pPr>
              <a:defRPr/>
            </a:lvl1pPr>
          </a:lstStyle>
          <a:p>
            <a:pPr>
              <a:defRPr/>
            </a:pPr>
            <a:fld id="{7BCA0E37-74AF-40C7-A4B1-8FEEC1BBF772}" type="slidenum">
              <a:rPr lang="en-US" altLang="zh-CN" smtClean="0"/>
            </a:fld>
            <a:endParaRPr lang="en-US" altLang="zh-CN" dirty="0"/>
          </a:p>
        </p:txBody>
      </p:sp>
      <p:sp>
        <p:nvSpPr>
          <p:cNvPr id="3" name="Rectangle 7"/>
          <p:cNvSpPr>
            <a:spLocks noGrp="1" noChangeArrowheads="1"/>
          </p:cNvSpPr>
          <p:nvPr>
            <p:ph type="dt" sz="quarter" idx="11"/>
          </p:nvPr>
        </p:nvSpPr>
        <p:spPr/>
        <p:txBody>
          <a:bodyPr/>
          <a:lstStyle>
            <a:lvl1pPr>
              <a:defRPr/>
            </a:lvl1pPr>
          </a:lstStyle>
          <a:p>
            <a:pPr>
              <a:defRPr/>
            </a:pPr>
            <a:fld id="{C93B2DBD-EB68-4229-A760-79A956A876C3}" type="datetime1">
              <a:rPr lang="zh-CN" altLang="en-US" smtClean="0"/>
            </a:fld>
            <a:endParaRPr lang="en-US" altLang="zh-CN"/>
          </a:p>
        </p:txBody>
      </p:sp>
      <p:sp>
        <p:nvSpPr>
          <p:cNvPr id="4" name="Rectangle 8"/>
          <p:cNvSpPr>
            <a:spLocks noGrp="1" noChangeArrowheads="1"/>
          </p:cNvSpPr>
          <p:nvPr>
            <p:ph type="ftr" sz="quarter" idx="12"/>
          </p:nvPr>
        </p:nvSpPr>
        <p:spPr/>
        <p:txBody>
          <a:bodyPr/>
          <a:lstStyle>
            <a:lvl1pPr>
              <a:defRPr/>
            </a:lvl1pPr>
          </a:lstStyle>
          <a:p>
            <a:pPr>
              <a:defRPr/>
            </a:pPr>
            <a:r>
              <a:rPr lang="en-US" altLang="zh-CN"/>
              <a:t>      </a:t>
            </a:r>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82625" y="457200"/>
            <a:ext cx="3194050"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4211638" y="987425"/>
            <a:ext cx="5014912"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82625" y="2057400"/>
            <a:ext cx="319405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Rectangle 6"/>
          <p:cNvSpPr>
            <a:spLocks noGrp="1" noChangeArrowheads="1"/>
          </p:cNvSpPr>
          <p:nvPr>
            <p:ph type="sldNum" sz="quarter" idx="10"/>
          </p:nvPr>
        </p:nvSpPr>
        <p:spPr/>
        <p:txBody>
          <a:bodyPr/>
          <a:lstStyle>
            <a:lvl1pPr>
              <a:defRPr/>
            </a:lvl1pPr>
          </a:lstStyle>
          <a:p>
            <a:pPr>
              <a:defRPr/>
            </a:pPr>
            <a:fld id="{E8E7D48A-EC27-4AE2-AB26-F204CE524832}" type="slidenum">
              <a:rPr lang="en-US" altLang="zh-CN" smtClean="0"/>
            </a:fld>
            <a:endParaRPr lang="en-US" altLang="zh-CN" dirty="0"/>
          </a:p>
        </p:txBody>
      </p:sp>
      <p:sp>
        <p:nvSpPr>
          <p:cNvPr id="6" name="Rectangle 7"/>
          <p:cNvSpPr>
            <a:spLocks noGrp="1" noChangeArrowheads="1"/>
          </p:cNvSpPr>
          <p:nvPr>
            <p:ph type="dt" sz="quarter" idx="11"/>
          </p:nvPr>
        </p:nvSpPr>
        <p:spPr/>
        <p:txBody>
          <a:bodyPr/>
          <a:lstStyle>
            <a:lvl1pPr>
              <a:defRPr/>
            </a:lvl1pPr>
          </a:lstStyle>
          <a:p>
            <a:pPr>
              <a:defRPr/>
            </a:pPr>
            <a:fld id="{A8A496DB-8793-4A9B-99CA-3BEAD5E0327A}" type="datetime1">
              <a:rPr lang="zh-CN" altLang="en-US" smtClean="0"/>
            </a:fld>
            <a:endParaRPr lang="en-US" altLang="zh-CN"/>
          </a:p>
        </p:txBody>
      </p:sp>
      <p:sp>
        <p:nvSpPr>
          <p:cNvPr id="7" name="Rectangle 8"/>
          <p:cNvSpPr>
            <a:spLocks noGrp="1" noChangeArrowheads="1"/>
          </p:cNvSpPr>
          <p:nvPr>
            <p:ph type="ftr" sz="quarter" idx="12"/>
          </p:nvPr>
        </p:nvSpPr>
        <p:spPr/>
        <p:txBody>
          <a:bodyPr/>
          <a:lstStyle>
            <a:lvl1pPr>
              <a:defRPr/>
            </a:lvl1pPr>
          </a:lstStyle>
          <a:p>
            <a:pPr>
              <a:defRPr/>
            </a:pPr>
            <a:r>
              <a:rPr lang="en-US" altLang="zh-CN"/>
              <a:t>      </a:t>
            </a:r>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82625" y="457200"/>
            <a:ext cx="3194050"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4211638" y="987425"/>
            <a:ext cx="5014912"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hasCustomPrompt="1"/>
          </p:nvPr>
        </p:nvSpPr>
        <p:spPr>
          <a:xfrm>
            <a:off x="682625" y="2057400"/>
            <a:ext cx="319405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Rectangle 6"/>
          <p:cNvSpPr>
            <a:spLocks noGrp="1" noChangeArrowheads="1"/>
          </p:cNvSpPr>
          <p:nvPr>
            <p:ph type="sldNum" sz="quarter" idx="10"/>
          </p:nvPr>
        </p:nvSpPr>
        <p:spPr/>
        <p:txBody>
          <a:bodyPr/>
          <a:lstStyle>
            <a:lvl1pPr>
              <a:defRPr/>
            </a:lvl1pPr>
          </a:lstStyle>
          <a:p>
            <a:pPr>
              <a:defRPr/>
            </a:pPr>
            <a:fld id="{A6C3F7B1-1408-4591-B53D-7E9A9794E881}" type="slidenum">
              <a:rPr lang="en-US" altLang="zh-CN" smtClean="0"/>
            </a:fld>
            <a:endParaRPr lang="en-US" altLang="zh-CN" dirty="0"/>
          </a:p>
        </p:txBody>
      </p:sp>
      <p:sp>
        <p:nvSpPr>
          <p:cNvPr id="6" name="Rectangle 7"/>
          <p:cNvSpPr>
            <a:spLocks noGrp="1" noChangeArrowheads="1"/>
          </p:cNvSpPr>
          <p:nvPr>
            <p:ph type="dt" sz="quarter" idx="11"/>
          </p:nvPr>
        </p:nvSpPr>
        <p:spPr/>
        <p:txBody>
          <a:bodyPr/>
          <a:lstStyle>
            <a:lvl1pPr>
              <a:defRPr/>
            </a:lvl1pPr>
          </a:lstStyle>
          <a:p>
            <a:pPr>
              <a:defRPr/>
            </a:pPr>
            <a:fld id="{33069F33-0C9B-462A-AE78-3D3583750D7C}" type="datetime1">
              <a:rPr lang="zh-CN" altLang="en-US" smtClean="0"/>
            </a:fld>
            <a:endParaRPr lang="en-US" altLang="zh-CN"/>
          </a:p>
        </p:txBody>
      </p:sp>
      <p:sp>
        <p:nvSpPr>
          <p:cNvPr id="7" name="Rectangle 8"/>
          <p:cNvSpPr>
            <a:spLocks noGrp="1" noChangeArrowheads="1"/>
          </p:cNvSpPr>
          <p:nvPr>
            <p:ph type="ftr" sz="quarter" idx="12"/>
          </p:nvPr>
        </p:nvSpPr>
        <p:spPr/>
        <p:txBody>
          <a:bodyPr/>
          <a:lstStyle>
            <a:lvl1pPr>
              <a:defRPr/>
            </a:lvl1pPr>
          </a:lstStyle>
          <a:p>
            <a:pPr>
              <a:defRPr/>
            </a:pPr>
            <a:r>
              <a:rPr lang="en-US" altLang="zh-CN"/>
              <a:t>      </a:t>
            </a:r>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6"/>
          <p:cNvSpPr>
            <a:spLocks noGrp="1" noChangeArrowheads="1"/>
          </p:cNvSpPr>
          <p:nvPr>
            <p:ph type="sldNum" sz="quarter" idx="10"/>
          </p:nvPr>
        </p:nvSpPr>
        <p:spPr/>
        <p:txBody>
          <a:bodyPr/>
          <a:lstStyle>
            <a:lvl1pPr>
              <a:defRPr/>
            </a:lvl1pPr>
          </a:lstStyle>
          <a:p>
            <a:pPr>
              <a:defRPr/>
            </a:pPr>
            <a:fld id="{930836C6-6BB7-4AD4-ACC6-85D1C26ECDB4}" type="slidenum">
              <a:rPr lang="en-US" altLang="zh-CN" smtClean="0"/>
            </a:fld>
            <a:endParaRPr lang="en-US" altLang="zh-CN" dirty="0"/>
          </a:p>
        </p:txBody>
      </p:sp>
      <p:sp>
        <p:nvSpPr>
          <p:cNvPr id="5" name="Rectangle 7"/>
          <p:cNvSpPr>
            <a:spLocks noGrp="1" noChangeArrowheads="1"/>
          </p:cNvSpPr>
          <p:nvPr>
            <p:ph type="dt" sz="quarter" idx="11"/>
          </p:nvPr>
        </p:nvSpPr>
        <p:spPr/>
        <p:txBody>
          <a:bodyPr/>
          <a:lstStyle>
            <a:lvl1pPr>
              <a:defRPr/>
            </a:lvl1pPr>
          </a:lstStyle>
          <a:p>
            <a:pPr>
              <a:defRPr/>
            </a:pPr>
            <a:fld id="{36E1CD73-51CE-4603-AD5C-51E43EA837F0}" type="datetime1">
              <a:rPr lang="zh-CN" altLang="en-US" smtClean="0"/>
            </a:fld>
            <a:endParaRPr lang="en-US" altLang="zh-CN"/>
          </a:p>
        </p:txBody>
      </p:sp>
      <p:sp>
        <p:nvSpPr>
          <p:cNvPr id="6" name="Rectangle 8"/>
          <p:cNvSpPr>
            <a:spLocks noGrp="1" noChangeArrowheads="1"/>
          </p:cNvSpPr>
          <p:nvPr>
            <p:ph type="ftr" sz="quarter" idx="12"/>
          </p:nvPr>
        </p:nvSpPr>
        <p:spPr/>
        <p:txBody>
          <a:bodyPr/>
          <a:lstStyle>
            <a:lvl1pPr>
              <a:defRPr/>
            </a:lvl1pPr>
          </a:lstStyle>
          <a:p>
            <a:pPr>
              <a:defRPr/>
            </a:pPr>
            <a:r>
              <a:rPr lang="en-US" altLang="zh-CN"/>
              <a:t>      </a:t>
            </a:r>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85025" y="195263"/>
            <a:ext cx="2273300" cy="6348412"/>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365125" y="195263"/>
            <a:ext cx="6667500" cy="6348412"/>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6"/>
          <p:cNvSpPr>
            <a:spLocks noGrp="1" noChangeArrowheads="1"/>
          </p:cNvSpPr>
          <p:nvPr>
            <p:ph type="sldNum" sz="quarter" idx="10"/>
          </p:nvPr>
        </p:nvSpPr>
        <p:spPr/>
        <p:txBody>
          <a:bodyPr/>
          <a:lstStyle>
            <a:lvl1pPr>
              <a:defRPr/>
            </a:lvl1pPr>
          </a:lstStyle>
          <a:p>
            <a:pPr>
              <a:defRPr/>
            </a:pPr>
            <a:fld id="{CAF4EC3D-938B-4309-8CA1-4A4B1B02D65C}" type="slidenum">
              <a:rPr lang="en-US" altLang="zh-CN" smtClean="0"/>
            </a:fld>
            <a:endParaRPr lang="en-US" altLang="zh-CN" dirty="0"/>
          </a:p>
        </p:txBody>
      </p:sp>
      <p:sp>
        <p:nvSpPr>
          <p:cNvPr id="5" name="Rectangle 7"/>
          <p:cNvSpPr>
            <a:spLocks noGrp="1" noChangeArrowheads="1"/>
          </p:cNvSpPr>
          <p:nvPr>
            <p:ph type="dt" sz="quarter" idx="11"/>
          </p:nvPr>
        </p:nvSpPr>
        <p:spPr/>
        <p:txBody>
          <a:bodyPr/>
          <a:lstStyle>
            <a:lvl1pPr>
              <a:defRPr/>
            </a:lvl1pPr>
          </a:lstStyle>
          <a:p>
            <a:pPr>
              <a:defRPr/>
            </a:pPr>
            <a:fld id="{38E84320-FBD0-4C6C-81FE-73A719A3E612}" type="datetime1">
              <a:rPr lang="zh-CN" altLang="en-US" smtClean="0"/>
            </a:fld>
            <a:endParaRPr lang="en-US" altLang="zh-CN"/>
          </a:p>
        </p:txBody>
      </p:sp>
      <p:sp>
        <p:nvSpPr>
          <p:cNvPr id="6" name="Rectangle 8"/>
          <p:cNvSpPr>
            <a:spLocks noGrp="1" noChangeArrowheads="1"/>
          </p:cNvSpPr>
          <p:nvPr>
            <p:ph type="ftr" sz="quarter" idx="12"/>
          </p:nvPr>
        </p:nvSpPr>
        <p:spPr/>
        <p:txBody>
          <a:bodyPr/>
          <a:lstStyle>
            <a:lvl1pPr>
              <a:defRPr/>
            </a:lvl1pPr>
          </a:lstStyle>
          <a:p>
            <a:pPr>
              <a:defRPr/>
            </a:pPr>
            <a:r>
              <a:rPr lang="en-US" altLang="zh-CN"/>
              <a:t>      </a:t>
            </a:r>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66713" y="195263"/>
            <a:ext cx="7943850" cy="822325"/>
          </a:xfrm>
        </p:spPr>
        <p:txBody>
          <a:bodyPr/>
          <a:lstStyle/>
          <a:p>
            <a:r>
              <a:rPr lang="zh-CN" altLang="en-US"/>
              <a:t>单击此处编辑母版标题样式</a:t>
            </a:r>
            <a:endParaRPr lang="zh-CN" altLang="en-US"/>
          </a:p>
        </p:txBody>
      </p:sp>
      <p:sp>
        <p:nvSpPr>
          <p:cNvPr id="3" name="文本占位符 2"/>
          <p:cNvSpPr>
            <a:spLocks noGrp="1"/>
          </p:cNvSpPr>
          <p:nvPr>
            <p:ph type="body" sz="half" idx="1" hasCustomPrompt="1"/>
          </p:nvPr>
        </p:nvSpPr>
        <p:spPr>
          <a:xfrm>
            <a:off x="365125" y="1273175"/>
            <a:ext cx="4470400" cy="5270500"/>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987925" y="1273175"/>
            <a:ext cx="4470400" cy="5270500"/>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6"/>
          <p:cNvSpPr>
            <a:spLocks noGrp="1" noChangeArrowheads="1"/>
          </p:cNvSpPr>
          <p:nvPr>
            <p:ph type="sldNum" sz="quarter" idx="10"/>
          </p:nvPr>
        </p:nvSpPr>
        <p:spPr/>
        <p:txBody>
          <a:bodyPr/>
          <a:lstStyle>
            <a:lvl1pPr>
              <a:defRPr/>
            </a:lvl1pPr>
          </a:lstStyle>
          <a:p>
            <a:pPr>
              <a:defRPr/>
            </a:pPr>
            <a:fld id="{F27F5BE5-8861-4060-A118-98763C301AE1}" type="slidenum">
              <a:rPr lang="en-US" altLang="zh-CN" smtClean="0"/>
            </a:fld>
            <a:endParaRPr lang="en-US" altLang="zh-CN" dirty="0"/>
          </a:p>
        </p:txBody>
      </p:sp>
      <p:sp>
        <p:nvSpPr>
          <p:cNvPr id="6" name="Rectangle 7"/>
          <p:cNvSpPr>
            <a:spLocks noGrp="1" noChangeArrowheads="1"/>
          </p:cNvSpPr>
          <p:nvPr>
            <p:ph type="dt" sz="quarter" idx="11"/>
          </p:nvPr>
        </p:nvSpPr>
        <p:spPr/>
        <p:txBody>
          <a:bodyPr/>
          <a:lstStyle>
            <a:lvl1pPr>
              <a:defRPr/>
            </a:lvl1pPr>
          </a:lstStyle>
          <a:p>
            <a:pPr>
              <a:defRPr/>
            </a:pPr>
            <a:fld id="{309E9427-1F52-48DB-AA53-4F7BD12B1F23}" type="datetime1">
              <a:rPr lang="zh-CN" altLang="en-US" smtClean="0"/>
            </a:fld>
            <a:endParaRPr lang="en-US" altLang="zh-CN"/>
          </a:p>
        </p:txBody>
      </p:sp>
      <p:sp>
        <p:nvSpPr>
          <p:cNvPr id="7" name="Rectangle 8"/>
          <p:cNvSpPr>
            <a:spLocks noGrp="1" noChangeArrowheads="1"/>
          </p:cNvSpPr>
          <p:nvPr>
            <p:ph type="ftr" sz="quarter" idx="12"/>
          </p:nvPr>
        </p:nvSpPr>
        <p:spPr/>
        <p:txBody>
          <a:bodyPr/>
          <a:lstStyle>
            <a:lvl1pPr>
              <a:defRPr/>
            </a:lvl1pPr>
          </a:lstStyle>
          <a:p>
            <a:pPr>
              <a:defRPr/>
            </a:pPr>
            <a:r>
              <a:rPr lang="en-US" altLang="zh-CN"/>
              <a:t>      </a:t>
            </a:r>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66713" y="195263"/>
            <a:ext cx="7943850" cy="822325"/>
          </a:xfrm>
        </p:spPr>
        <p:txBody>
          <a:bodyPr/>
          <a:lstStyle/>
          <a:p>
            <a:r>
              <a:rPr lang="zh-CN" altLang="en-US"/>
              <a:t>单击此处编辑母版标题样式</a:t>
            </a:r>
            <a:endParaRPr lang="zh-CN" altLang="en-US"/>
          </a:p>
        </p:txBody>
      </p:sp>
      <p:sp>
        <p:nvSpPr>
          <p:cNvPr id="3" name="表格占位符 2"/>
          <p:cNvSpPr>
            <a:spLocks noGrp="1"/>
          </p:cNvSpPr>
          <p:nvPr>
            <p:ph type="tbl" idx="1"/>
          </p:nvPr>
        </p:nvSpPr>
        <p:spPr>
          <a:xfrm>
            <a:off x="365125" y="1273175"/>
            <a:ext cx="9093200" cy="5270500"/>
          </a:xfrm>
        </p:spPr>
        <p:txBody>
          <a:bodyPr/>
          <a:lstStyle/>
          <a:p>
            <a:pPr lvl="0"/>
            <a:endParaRPr lang="zh-CN" altLang="en-US" noProof="0"/>
          </a:p>
        </p:txBody>
      </p:sp>
      <p:sp>
        <p:nvSpPr>
          <p:cNvPr id="4" name="Rectangle 6"/>
          <p:cNvSpPr>
            <a:spLocks noGrp="1" noChangeArrowheads="1"/>
          </p:cNvSpPr>
          <p:nvPr>
            <p:ph type="sldNum" sz="quarter" idx="10"/>
          </p:nvPr>
        </p:nvSpPr>
        <p:spPr/>
        <p:txBody>
          <a:bodyPr/>
          <a:lstStyle>
            <a:lvl1pPr>
              <a:defRPr/>
            </a:lvl1pPr>
          </a:lstStyle>
          <a:p>
            <a:pPr>
              <a:defRPr/>
            </a:pPr>
            <a:fld id="{D7EDB7A7-69D7-44E1-AE5E-78DB385E1DC1}" type="slidenum">
              <a:rPr lang="en-US" altLang="zh-CN" smtClean="0"/>
            </a:fld>
            <a:endParaRPr lang="en-US" altLang="zh-CN" dirty="0"/>
          </a:p>
        </p:txBody>
      </p:sp>
      <p:sp>
        <p:nvSpPr>
          <p:cNvPr id="5" name="Rectangle 7"/>
          <p:cNvSpPr>
            <a:spLocks noGrp="1" noChangeArrowheads="1"/>
          </p:cNvSpPr>
          <p:nvPr>
            <p:ph type="dt" sz="quarter" idx="11"/>
          </p:nvPr>
        </p:nvSpPr>
        <p:spPr/>
        <p:txBody>
          <a:bodyPr/>
          <a:lstStyle>
            <a:lvl1pPr>
              <a:defRPr/>
            </a:lvl1pPr>
          </a:lstStyle>
          <a:p>
            <a:pPr>
              <a:defRPr/>
            </a:pPr>
            <a:fld id="{F3A2C338-E117-4AFD-9FBA-D1A90DF86711}" type="datetime1">
              <a:rPr lang="zh-CN" altLang="en-US" smtClean="0"/>
            </a:fld>
            <a:endParaRPr lang="en-US" altLang="zh-CN"/>
          </a:p>
        </p:txBody>
      </p:sp>
      <p:sp>
        <p:nvSpPr>
          <p:cNvPr id="6" name="Rectangle 8"/>
          <p:cNvSpPr>
            <a:spLocks noGrp="1" noChangeArrowheads="1"/>
          </p:cNvSpPr>
          <p:nvPr>
            <p:ph type="ftr" sz="quarter" idx="12"/>
          </p:nvPr>
        </p:nvSpPr>
        <p:spPr/>
        <p:txBody>
          <a:bodyPr/>
          <a:lstStyle>
            <a:lvl1pPr>
              <a:defRPr/>
            </a:lvl1pPr>
          </a:lstStyle>
          <a:p>
            <a:pPr>
              <a:defRPr/>
            </a:pPr>
            <a:r>
              <a:rPr lang="en-US" altLang="zh-CN"/>
              <a:t>      </a:t>
            </a:r>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ltGray">
          <a:xfrm>
            <a:off x="0" y="0"/>
            <a:ext cx="9906000" cy="1201738"/>
          </a:xfrm>
          <a:prstGeom prst="rect">
            <a:avLst/>
          </a:prstGeom>
          <a:solidFill>
            <a:schemeClr val="bg1"/>
          </a:solidFill>
          <a:ln>
            <a:noFill/>
          </a:ln>
          <a:effectLst/>
        </p:spPr>
        <p:txBody>
          <a:bodyPr wrap="none" lIns="0" tIns="0" rIns="0" bIns="0" anchor="ctr"/>
          <a:lstStyle>
            <a:lvl1pPr>
              <a:spcBef>
                <a:spcPct val="50000"/>
              </a:spcBef>
              <a:defRPr sz="2400">
                <a:solidFill>
                  <a:schemeClr val="tx1"/>
                </a:solidFill>
                <a:latin typeface="Futura Bk" pitchFamily="34" charset="0"/>
                <a:ea typeface="宋体" panose="02010600030101010101" pitchFamily="2" charset="-122"/>
              </a:defRPr>
            </a:lvl1pPr>
            <a:lvl2pPr marL="742950" indent="-285750">
              <a:spcBef>
                <a:spcPct val="50000"/>
              </a:spcBef>
              <a:defRPr sz="2400">
                <a:solidFill>
                  <a:schemeClr val="tx1"/>
                </a:solidFill>
                <a:latin typeface="Futura Bk" pitchFamily="34" charset="0"/>
                <a:ea typeface="宋体" panose="02010600030101010101" pitchFamily="2" charset="-122"/>
              </a:defRPr>
            </a:lvl2pPr>
            <a:lvl3pPr marL="1143000" indent="-228600">
              <a:spcBef>
                <a:spcPct val="50000"/>
              </a:spcBef>
              <a:defRPr sz="2400">
                <a:solidFill>
                  <a:schemeClr val="tx1"/>
                </a:solidFill>
                <a:latin typeface="Futura Bk" pitchFamily="34" charset="0"/>
                <a:ea typeface="宋体" panose="02010600030101010101" pitchFamily="2" charset="-122"/>
              </a:defRPr>
            </a:lvl3pPr>
            <a:lvl4pPr marL="1600200" indent="-228600">
              <a:spcBef>
                <a:spcPct val="50000"/>
              </a:spcBef>
              <a:defRPr sz="2400">
                <a:solidFill>
                  <a:schemeClr val="tx1"/>
                </a:solidFill>
                <a:latin typeface="Futura Bk" pitchFamily="34" charset="0"/>
                <a:ea typeface="宋体" panose="02010600030101010101" pitchFamily="2" charset="-122"/>
              </a:defRPr>
            </a:lvl4pPr>
            <a:lvl5pPr marL="2057400" indent="-228600">
              <a:spcBef>
                <a:spcPct val="50000"/>
              </a:spcBef>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5000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5000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5000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50000"/>
              </a:spcBef>
              <a:spcAft>
                <a:spcPct val="0"/>
              </a:spcAft>
              <a:defRPr sz="2400">
                <a:solidFill>
                  <a:schemeClr val="tx1"/>
                </a:solidFill>
                <a:latin typeface="Futura Bk" pitchFamily="34" charset="0"/>
                <a:ea typeface="宋体" panose="02010600030101010101" pitchFamily="2" charset="-122"/>
              </a:defRPr>
            </a:lvl9pPr>
          </a:lstStyle>
          <a:p>
            <a:pPr eaLnBrk="1" hangingPunct="1">
              <a:defRPr/>
            </a:pPr>
            <a:endParaRPr lang="zh-CN" altLang="en-US"/>
          </a:p>
        </p:txBody>
      </p:sp>
      <p:sp>
        <p:nvSpPr>
          <p:cNvPr id="1027" name="Rectangle 3"/>
          <p:cNvSpPr>
            <a:spLocks noGrp="1" noChangeArrowheads="1"/>
          </p:cNvSpPr>
          <p:nvPr>
            <p:ph type="title"/>
          </p:nvPr>
        </p:nvSpPr>
        <p:spPr bwMode="black">
          <a:xfrm>
            <a:off x="366713" y="195263"/>
            <a:ext cx="9091612"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lstStyle/>
          <a:p>
            <a:pPr lvl="0"/>
            <a:r>
              <a:rPr lang="en-US" altLang="zh-CN"/>
              <a:t>Click to edit Master title style</a:t>
            </a:r>
            <a:endParaRPr lang="en-US" altLang="zh-CN"/>
          </a:p>
        </p:txBody>
      </p:sp>
      <p:sp>
        <p:nvSpPr>
          <p:cNvPr id="1028" name="Rectangle 4"/>
          <p:cNvSpPr>
            <a:spLocks noGrp="1" noChangeArrowheads="1"/>
          </p:cNvSpPr>
          <p:nvPr>
            <p:ph type="body" idx="1"/>
          </p:nvPr>
        </p:nvSpPr>
        <p:spPr bwMode="black">
          <a:xfrm>
            <a:off x="365125" y="1273175"/>
            <a:ext cx="9093200" cy="5270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37160" rIns="0" bIns="0" numCol="1" anchor="t" anchorCtr="0" compatLnSpc="1"/>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p:txBody>
      </p:sp>
      <p:sp>
        <p:nvSpPr>
          <p:cNvPr id="1029" name="Line 5"/>
          <p:cNvSpPr>
            <a:spLocks noChangeShapeType="1"/>
          </p:cNvSpPr>
          <p:nvPr/>
        </p:nvSpPr>
        <p:spPr bwMode="ltGray">
          <a:xfrm>
            <a:off x="0" y="6591300"/>
            <a:ext cx="9906000" cy="0"/>
          </a:xfrm>
          <a:prstGeom prst="line">
            <a:avLst/>
          </a:prstGeom>
          <a:noFill/>
          <a:ln w="9525">
            <a:solidFill>
              <a:srgbClr val="5A93B6"/>
            </a:solidFill>
            <a:round/>
            <a:tailEnd type="none" w="lg"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p>
            <a:endParaRPr lang="zh-CN" altLang="en-US"/>
          </a:p>
        </p:txBody>
      </p:sp>
      <p:sp>
        <p:nvSpPr>
          <p:cNvPr id="843782" name="Rectangle 6"/>
          <p:cNvSpPr>
            <a:spLocks noGrp="1" noChangeArrowheads="1"/>
          </p:cNvSpPr>
          <p:nvPr>
            <p:ph type="sldNum" sz="quarter" idx="4"/>
          </p:nvPr>
        </p:nvSpPr>
        <p:spPr bwMode="gray">
          <a:xfrm>
            <a:off x="9212263" y="6667500"/>
            <a:ext cx="436562" cy="122238"/>
          </a:xfrm>
          <a:prstGeom prst="rect">
            <a:avLst/>
          </a:prstGeom>
          <a:noFill/>
          <a:ln>
            <a:noFill/>
          </a:ln>
          <a:effectLst/>
        </p:spPr>
        <p:txBody>
          <a:bodyPr vert="horz" wrap="square" lIns="0" tIns="0" rIns="0" bIns="0" numCol="1" anchor="ctr" anchorCtr="0" compatLnSpc="1">
            <a:spAutoFit/>
          </a:bodyPr>
          <a:lstStyle>
            <a:lvl1pPr algn="r">
              <a:defRPr sz="800">
                <a:solidFill>
                  <a:srgbClr val="5A93B6"/>
                </a:solidFill>
              </a:defRPr>
            </a:lvl1pPr>
          </a:lstStyle>
          <a:p>
            <a:pPr>
              <a:defRPr/>
            </a:pPr>
            <a:fld id="{E638A2AB-A06B-4E4E-8B1F-54863A089F66}" type="slidenum">
              <a:rPr lang="en-US" altLang="zh-CN" smtClean="0"/>
            </a:fld>
            <a:endParaRPr lang="en-US" altLang="zh-CN" dirty="0"/>
          </a:p>
        </p:txBody>
      </p:sp>
      <p:sp>
        <p:nvSpPr>
          <p:cNvPr id="843783" name="Rectangle 7"/>
          <p:cNvSpPr>
            <a:spLocks noGrp="1" noChangeArrowheads="1"/>
          </p:cNvSpPr>
          <p:nvPr>
            <p:ph type="dt" sz="quarter" idx="2"/>
          </p:nvPr>
        </p:nvSpPr>
        <p:spPr bwMode="gray">
          <a:xfrm>
            <a:off x="265113" y="6667500"/>
            <a:ext cx="1200150" cy="122238"/>
          </a:xfrm>
          <a:prstGeom prst="rect">
            <a:avLst/>
          </a:prstGeom>
          <a:noFill/>
          <a:ln>
            <a:noFill/>
          </a:ln>
          <a:effectLst/>
        </p:spPr>
        <p:txBody>
          <a:bodyPr vert="horz" wrap="square" lIns="0" tIns="0" rIns="0" bIns="0" numCol="1" anchor="ctr" anchorCtr="0" compatLnSpc="1">
            <a:spAutoFit/>
          </a:bodyPr>
          <a:lstStyle>
            <a:lvl1pPr eaLnBrk="0" hangingPunct="0">
              <a:spcBef>
                <a:spcPct val="0"/>
              </a:spcBef>
              <a:defRPr sz="800">
                <a:solidFill>
                  <a:srgbClr val="5A93B6"/>
                </a:solidFill>
              </a:defRPr>
            </a:lvl1pPr>
          </a:lstStyle>
          <a:p>
            <a:pPr>
              <a:defRPr/>
            </a:pPr>
            <a:fld id="{65F5EE89-E81D-453D-8086-9F2C997386F7}" type="datetime1">
              <a:rPr lang="zh-CN" altLang="en-US" smtClean="0"/>
            </a:fld>
            <a:endParaRPr lang="en-US" altLang="zh-CN"/>
          </a:p>
        </p:txBody>
      </p:sp>
      <p:sp>
        <p:nvSpPr>
          <p:cNvPr id="843784" name="Rectangle 8"/>
          <p:cNvSpPr>
            <a:spLocks noGrp="1" noChangeArrowheads="1"/>
          </p:cNvSpPr>
          <p:nvPr>
            <p:ph type="ftr" sz="quarter" idx="3"/>
          </p:nvPr>
        </p:nvSpPr>
        <p:spPr bwMode="gray">
          <a:xfrm>
            <a:off x="1685925" y="6657975"/>
            <a:ext cx="6524625" cy="122238"/>
          </a:xfrm>
          <a:prstGeom prst="rect">
            <a:avLst/>
          </a:prstGeom>
          <a:noFill/>
          <a:ln>
            <a:noFill/>
          </a:ln>
          <a:effectLst/>
        </p:spPr>
        <p:txBody>
          <a:bodyPr vert="horz" wrap="square" lIns="0" tIns="0" rIns="0" bIns="0" numCol="1" anchor="ctr" anchorCtr="0" compatLnSpc="1">
            <a:spAutoFit/>
          </a:bodyPr>
          <a:lstStyle>
            <a:lvl1pPr algn="ctr" eaLnBrk="0" hangingPunct="0">
              <a:spcBef>
                <a:spcPct val="0"/>
              </a:spcBef>
              <a:defRPr sz="800">
                <a:solidFill>
                  <a:srgbClr val="5A93B6"/>
                </a:solidFill>
              </a:defRPr>
            </a:lvl1pPr>
          </a:lstStyle>
          <a:p>
            <a:pPr>
              <a:defRPr/>
            </a:pPr>
            <a:r>
              <a:rPr lang="en-US" altLang="zh-CN"/>
              <a:t>      </a:t>
            </a:r>
            <a:endParaRPr lang="en-US" altLang="zh-CN"/>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dt="0"/>
  <p:txStyles>
    <p:titleStyle>
      <a:lvl1pPr algn="l" rtl="0" eaLnBrk="0" fontAlgn="base" hangingPunct="0">
        <a:spcBef>
          <a:spcPct val="0"/>
        </a:spcBef>
        <a:spcAft>
          <a:spcPct val="0"/>
        </a:spcAft>
        <a:defRPr sz="3600" kern="1200">
          <a:solidFill>
            <a:schemeClr val="tx1"/>
          </a:solidFill>
          <a:latin typeface="+mj-lt"/>
          <a:ea typeface="+mj-ea"/>
          <a:cs typeface="+mj-cs"/>
        </a:defRPr>
      </a:lvl1pPr>
      <a:lvl2pPr algn="l" rtl="0" eaLnBrk="0" fontAlgn="base" hangingPunct="0">
        <a:spcBef>
          <a:spcPct val="0"/>
        </a:spcBef>
        <a:spcAft>
          <a:spcPct val="0"/>
        </a:spcAft>
        <a:defRPr sz="3600">
          <a:solidFill>
            <a:schemeClr val="tx1"/>
          </a:solidFill>
          <a:latin typeface="Futura Hv" pitchFamily="34" charset="0"/>
          <a:ea typeface="黑体" panose="02010609060101010101" pitchFamily="49" charset="-122"/>
        </a:defRPr>
      </a:lvl2pPr>
      <a:lvl3pPr algn="l" rtl="0" eaLnBrk="0" fontAlgn="base" hangingPunct="0">
        <a:spcBef>
          <a:spcPct val="0"/>
        </a:spcBef>
        <a:spcAft>
          <a:spcPct val="0"/>
        </a:spcAft>
        <a:defRPr sz="3600">
          <a:solidFill>
            <a:schemeClr val="tx1"/>
          </a:solidFill>
          <a:latin typeface="Futura Hv" pitchFamily="34" charset="0"/>
          <a:ea typeface="黑体" panose="02010609060101010101" pitchFamily="49" charset="-122"/>
        </a:defRPr>
      </a:lvl3pPr>
      <a:lvl4pPr algn="l" rtl="0" eaLnBrk="0" fontAlgn="base" hangingPunct="0">
        <a:spcBef>
          <a:spcPct val="0"/>
        </a:spcBef>
        <a:spcAft>
          <a:spcPct val="0"/>
        </a:spcAft>
        <a:defRPr sz="3600">
          <a:solidFill>
            <a:schemeClr val="tx1"/>
          </a:solidFill>
          <a:latin typeface="Futura Hv" pitchFamily="34" charset="0"/>
          <a:ea typeface="黑体" panose="02010609060101010101" pitchFamily="49" charset="-122"/>
        </a:defRPr>
      </a:lvl4pPr>
      <a:lvl5pPr algn="l" rtl="0" eaLnBrk="0" fontAlgn="base" hangingPunct="0">
        <a:spcBef>
          <a:spcPct val="0"/>
        </a:spcBef>
        <a:spcAft>
          <a:spcPct val="0"/>
        </a:spcAft>
        <a:defRPr sz="3600">
          <a:solidFill>
            <a:schemeClr val="tx1"/>
          </a:solidFill>
          <a:latin typeface="Futura Hv" pitchFamily="34" charset="0"/>
          <a:ea typeface="黑体" panose="02010609060101010101" pitchFamily="49" charset="-122"/>
        </a:defRPr>
      </a:lvl5pPr>
      <a:lvl6pPr marL="457200" algn="l" rtl="0" fontAlgn="base">
        <a:spcBef>
          <a:spcPct val="0"/>
        </a:spcBef>
        <a:spcAft>
          <a:spcPct val="0"/>
        </a:spcAft>
        <a:defRPr sz="3600">
          <a:solidFill>
            <a:schemeClr val="tx1"/>
          </a:solidFill>
          <a:latin typeface="Futura Hv" pitchFamily="34" charset="0"/>
          <a:ea typeface="黑体" panose="02010609060101010101" pitchFamily="49" charset="-122"/>
        </a:defRPr>
      </a:lvl6pPr>
      <a:lvl7pPr marL="914400" algn="l" rtl="0" fontAlgn="base">
        <a:spcBef>
          <a:spcPct val="0"/>
        </a:spcBef>
        <a:spcAft>
          <a:spcPct val="0"/>
        </a:spcAft>
        <a:defRPr sz="3600">
          <a:solidFill>
            <a:schemeClr val="tx1"/>
          </a:solidFill>
          <a:latin typeface="Futura Hv" pitchFamily="34" charset="0"/>
          <a:ea typeface="黑体" panose="02010609060101010101" pitchFamily="49" charset="-122"/>
        </a:defRPr>
      </a:lvl7pPr>
      <a:lvl8pPr marL="1371600" algn="l" rtl="0" fontAlgn="base">
        <a:spcBef>
          <a:spcPct val="0"/>
        </a:spcBef>
        <a:spcAft>
          <a:spcPct val="0"/>
        </a:spcAft>
        <a:defRPr sz="3600">
          <a:solidFill>
            <a:schemeClr val="tx1"/>
          </a:solidFill>
          <a:latin typeface="Futura Hv" pitchFamily="34" charset="0"/>
          <a:ea typeface="黑体" panose="02010609060101010101" pitchFamily="49" charset="-122"/>
        </a:defRPr>
      </a:lvl8pPr>
      <a:lvl9pPr marL="1828800" algn="l" rtl="0" fontAlgn="base">
        <a:spcBef>
          <a:spcPct val="0"/>
        </a:spcBef>
        <a:spcAft>
          <a:spcPct val="0"/>
        </a:spcAft>
        <a:defRPr sz="3600">
          <a:solidFill>
            <a:schemeClr val="tx1"/>
          </a:solidFill>
          <a:latin typeface="Futura Hv" pitchFamily="34" charset="0"/>
          <a:ea typeface="黑体" panose="02010609060101010101" pitchFamily="49" charset="-122"/>
        </a:defRPr>
      </a:lvl9pPr>
    </p:titleStyle>
    <p:bodyStyle>
      <a:lvl1pPr marL="225425" indent="-225425" algn="l" rtl="0" eaLnBrk="0" fontAlgn="base" hangingPunct="0">
        <a:lnSpc>
          <a:spcPct val="95000"/>
        </a:lnSpc>
        <a:spcBef>
          <a:spcPct val="10000"/>
        </a:spcBef>
        <a:spcAft>
          <a:spcPct val="30000"/>
        </a:spcAft>
        <a:buSzPct val="80000"/>
        <a:buChar char="•"/>
        <a:defRPr sz="3200" kern="1200">
          <a:solidFill>
            <a:schemeClr val="bg2"/>
          </a:solidFill>
          <a:latin typeface="+mn-lt"/>
          <a:ea typeface="+mn-ea"/>
          <a:cs typeface="+mn-cs"/>
        </a:defRPr>
      </a:lvl1pPr>
      <a:lvl2pPr marL="471805" indent="-244475" algn="l" rtl="0" eaLnBrk="0" fontAlgn="base" hangingPunct="0">
        <a:lnSpc>
          <a:spcPct val="95000"/>
        </a:lnSpc>
        <a:spcBef>
          <a:spcPct val="10000"/>
        </a:spcBef>
        <a:spcAft>
          <a:spcPct val="30000"/>
        </a:spcAft>
        <a:buSzPct val="80000"/>
        <a:buFont typeface="Futura Bk" pitchFamily="34" charset="0"/>
        <a:buChar char="–"/>
        <a:defRPr sz="2800" kern="1200">
          <a:solidFill>
            <a:schemeClr val="bg2"/>
          </a:solidFill>
          <a:latin typeface="+mn-lt"/>
          <a:ea typeface="+mn-ea"/>
          <a:cs typeface="+mn-cs"/>
        </a:defRPr>
      </a:lvl2pPr>
      <a:lvl3pPr marL="911225" indent="-198755" algn="l" rtl="0" eaLnBrk="0" fontAlgn="base" hangingPunct="0">
        <a:lnSpc>
          <a:spcPct val="95000"/>
        </a:lnSpc>
        <a:spcBef>
          <a:spcPct val="10000"/>
        </a:spcBef>
        <a:spcAft>
          <a:spcPct val="30000"/>
        </a:spcAft>
        <a:buSzPct val="85000"/>
        <a:buChar char="•"/>
        <a:defRPr sz="2400" kern="1200">
          <a:solidFill>
            <a:schemeClr val="bg1"/>
          </a:solidFill>
          <a:latin typeface="+mn-lt"/>
          <a:ea typeface="宋体" panose="02010600030101010101" pitchFamily="2" charset="-122"/>
          <a:cs typeface="+mn-cs"/>
        </a:defRPr>
      </a:lvl3pPr>
      <a:lvl4pPr marL="1208405" indent="-182880" algn="l" rtl="0" eaLnBrk="0" fontAlgn="base" hangingPunct="0">
        <a:lnSpc>
          <a:spcPct val="95000"/>
        </a:lnSpc>
        <a:spcBef>
          <a:spcPct val="10000"/>
        </a:spcBef>
        <a:spcAft>
          <a:spcPct val="30000"/>
        </a:spcAft>
        <a:buFont typeface="Futura Bk" pitchFamily="34" charset="0"/>
        <a:buChar char="–"/>
        <a:defRPr kern="1200">
          <a:solidFill>
            <a:schemeClr val="tx1"/>
          </a:solidFill>
          <a:latin typeface="+mn-lt"/>
          <a:ea typeface="宋体" panose="02010600030101010101" pitchFamily="2" charset="-122"/>
          <a:cs typeface="+mn-cs"/>
        </a:defRPr>
      </a:lvl4pPr>
      <a:lvl5pPr marL="1933575" indent="-220980" algn="l" rtl="0" eaLnBrk="0" fontAlgn="base" hangingPunct="0">
        <a:lnSpc>
          <a:spcPct val="95000"/>
        </a:lnSpc>
        <a:spcBef>
          <a:spcPct val="10000"/>
        </a:spcBef>
        <a:spcAft>
          <a:spcPct val="30000"/>
        </a:spcAft>
        <a:buChar char="–"/>
        <a:defRPr kern="1200">
          <a:solidFill>
            <a:schemeClr val="tx1"/>
          </a:solidFill>
          <a:latin typeface="+mn-lt"/>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9" Type="http://schemas.openxmlformats.org/officeDocument/2006/relationships/diagramColors" Target="../diagrams/colors2.xml"/><Relationship Id="rId8" Type="http://schemas.openxmlformats.org/officeDocument/2006/relationships/diagramQuickStyle" Target="../diagrams/quickStyle2.xml"/><Relationship Id="rId7" Type="http://schemas.openxmlformats.org/officeDocument/2006/relationships/diagramLayout" Target="../diagrams/layout2.xml"/><Relationship Id="rId6" Type="http://schemas.openxmlformats.org/officeDocument/2006/relationships/diagramData" Target="../diagrams/data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1" Type="http://schemas.openxmlformats.org/officeDocument/2006/relationships/slideLayout" Target="../slideLayouts/slideLayout5.xml"/><Relationship Id="rId10" Type="http://schemas.microsoft.com/office/2007/relationships/diagramDrawing" Target="../diagrams/drawing2.xml"/><Relationship Id="rId1"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mailto:xudong.long@hp.com"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em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9" Type="http://schemas.openxmlformats.org/officeDocument/2006/relationships/diagramColors" Target="../diagrams/colors4.xml"/><Relationship Id="rId8" Type="http://schemas.openxmlformats.org/officeDocument/2006/relationships/diagramQuickStyle" Target="../diagrams/quickStyle4.xml"/><Relationship Id="rId7" Type="http://schemas.openxmlformats.org/officeDocument/2006/relationships/diagramLayout" Target="../diagrams/layout4.xml"/><Relationship Id="rId6" Type="http://schemas.openxmlformats.org/officeDocument/2006/relationships/diagramData" Target="../diagrams/data4.xml"/><Relationship Id="rId5" Type="http://schemas.microsoft.com/office/2007/relationships/diagramDrawing" Target="../diagrams/drawing3.xml"/><Relationship Id="rId4" Type="http://schemas.openxmlformats.org/officeDocument/2006/relationships/diagramColors" Target="../diagrams/colors3.xml"/><Relationship Id="rId3" Type="http://schemas.openxmlformats.org/officeDocument/2006/relationships/diagramQuickStyle" Target="../diagrams/quickStyle3.xml"/><Relationship Id="rId2" Type="http://schemas.openxmlformats.org/officeDocument/2006/relationships/diagramLayout" Target="../diagrams/layout3.xml"/><Relationship Id="rId11" Type="http://schemas.openxmlformats.org/officeDocument/2006/relationships/slideLayout" Target="../slideLayouts/slideLayout5.xml"/><Relationship Id="rId10" Type="http://schemas.microsoft.com/office/2007/relationships/diagramDrawing" Target="../diagrams/drawing4.xml"/><Relationship Id="rId1" Type="http://schemas.openxmlformats.org/officeDocument/2006/relationships/diagramData" Target="../diagrams/data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image" Target="../media/image5.wmf"/></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vmlDrawing" Target="../drawings/vmlDrawing1.vml"/><Relationship Id="rId5" Type="http://schemas.openxmlformats.org/officeDocument/2006/relationships/slideLayout" Target="../slideLayouts/slideLayout2.xml"/><Relationship Id="rId4" Type="http://schemas.openxmlformats.org/officeDocument/2006/relationships/image" Target="../media/image7.wmf"/><Relationship Id="rId3" Type="http://schemas.openxmlformats.org/officeDocument/2006/relationships/oleObject" Target="../embeddings/oleObject2.bin"/><Relationship Id="rId2" Type="http://schemas.openxmlformats.org/officeDocument/2006/relationships/image" Target="../media/image6.wmf"/><Relationship Id="rId1" Type="http://schemas.openxmlformats.org/officeDocument/2006/relationships/oleObject" Target="../embeddings/oleObject1.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2.xml"/><Relationship Id="rId3" Type="http://schemas.openxmlformats.org/officeDocument/2006/relationships/image" Target="../media/image8.jpeg"/><Relationship Id="rId2" Type="http://schemas.openxmlformats.org/officeDocument/2006/relationships/hyperlink" Target="lord-of-ring-pm.MPG" TargetMode="External"/><Relationship Id="rId1" Type="http://schemas.openxmlformats.org/officeDocument/2006/relationships/hyperlink" Target="lord-of-ring-sa.MPG"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notesSlide" Target="../notesSlides/notesSlide16.xml"/><Relationship Id="rId7" Type="http://schemas.openxmlformats.org/officeDocument/2006/relationships/vmlDrawing" Target="../drawings/vmlDrawing2.vml"/><Relationship Id="rId6" Type="http://schemas.openxmlformats.org/officeDocument/2006/relationships/slideLayout" Target="../slideLayouts/slideLayout7.xml"/><Relationship Id="rId5" Type="http://schemas.openxmlformats.org/officeDocument/2006/relationships/audio" Target="../media/audio1.wav"/><Relationship Id="rId4" Type="http://schemas.openxmlformats.org/officeDocument/2006/relationships/image" Target="../media/image10.wmf"/><Relationship Id="rId3" Type="http://schemas.openxmlformats.org/officeDocument/2006/relationships/oleObject" Target="../embeddings/oleObject4.bin"/><Relationship Id="rId2" Type="http://schemas.openxmlformats.org/officeDocument/2006/relationships/image" Target="../media/image9.wmf"/><Relationship Id="rId1" Type="http://schemas.openxmlformats.org/officeDocument/2006/relationships/oleObject" Target="../embeddings/oleObject3.bin"/></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9" Type="http://schemas.openxmlformats.org/officeDocument/2006/relationships/diagramColors" Target="../diagrams/colors6.xml"/><Relationship Id="rId8" Type="http://schemas.openxmlformats.org/officeDocument/2006/relationships/diagramQuickStyle" Target="../diagrams/quickStyle6.xml"/><Relationship Id="rId7" Type="http://schemas.openxmlformats.org/officeDocument/2006/relationships/diagramLayout" Target="../diagrams/layout6.xml"/><Relationship Id="rId6" Type="http://schemas.openxmlformats.org/officeDocument/2006/relationships/diagramData" Target="../diagrams/data6.xml"/><Relationship Id="rId5" Type="http://schemas.microsoft.com/office/2007/relationships/diagramDrawing" Target="../diagrams/drawing5.xml"/><Relationship Id="rId4" Type="http://schemas.openxmlformats.org/officeDocument/2006/relationships/diagramColors" Target="../diagrams/colors5.xml"/><Relationship Id="rId3" Type="http://schemas.openxmlformats.org/officeDocument/2006/relationships/diagramQuickStyle" Target="../diagrams/quickStyle5.xml"/><Relationship Id="rId2" Type="http://schemas.openxmlformats.org/officeDocument/2006/relationships/diagramLayout" Target="../diagrams/layout5.xml"/><Relationship Id="rId12" Type="http://schemas.openxmlformats.org/officeDocument/2006/relationships/notesSlide" Target="../notesSlides/notesSlide17.xml"/><Relationship Id="rId11" Type="http://schemas.openxmlformats.org/officeDocument/2006/relationships/slideLayout" Target="../slideLayouts/slideLayout5.xml"/><Relationship Id="rId10" Type="http://schemas.microsoft.com/office/2007/relationships/diagramDrawing" Target="../diagrams/drawing6.xml"/><Relationship Id="rId1" Type="http://schemas.openxmlformats.org/officeDocument/2006/relationships/diagramData" Target="../diagrams/data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7.xml"/><Relationship Id="rId1" Type="http://schemas.openxmlformats.org/officeDocument/2006/relationships/image" Target="../media/image11.wmf"/></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9" Type="http://schemas.openxmlformats.org/officeDocument/2006/relationships/diagramColors" Target="../diagrams/colors8.xml"/><Relationship Id="rId8" Type="http://schemas.openxmlformats.org/officeDocument/2006/relationships/diagramQuickStyle" Target="../diagrams/quickStyle8.xml"/><Relationship Id="rId7" Type="http://schemas.openxmlformats.org/officeDocument/2006/relationships/diagramLayout" Target="../diagrams/layout8.xml"/><Relationship Id="rId6" Type="http://schemas.openxmlformats.org/officeDocument/2006/relationships/diagramData" Target="../diagrams/data8.xml"/><Relationship Id="rId5" Type="http://schemas.microsoft.com/office/2007/relationships/diagramDrawing" Target="../diagrams/drawing7.xml"/><Relationship Id="rId4" Type="http://schemas.openxmlformats.org/officeDocument/2006/relationships/diagramColors" Target="../diagrams/colors7.xml"/><Relationship Id="rId3" Type="http://schemas.openxmlformats.org/officeDocument/2006/relationships/diagramQuickStyle" Target="../diagrams/quickStyle7.xml"/><Relationship Id="rId2" Type="http://schemas.openxmlformats.org/officeDocument/2006/relationships/diagramLayout" Target="../diagrams/layout7.xml"/><Relationship Id="rId11" Type="http://schemas.openxmlformats.org/officeDocument/2006/relationships/slideLayout" Target="../slideLayouts/slideLayout5.xml"/><Relationship Id="rId10" Type="http://schemas.microsoft.com/office/2007/relationships/diagramDrawing" Target="../diagrams/drawing8.xml"/><Relationship Id="rId1" Type="http://schemas.openxmlformats.org/officeDocument/2006/relationships/diagramData" Target="../diagrams/data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image" Target="../media/image12.wmf"/></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12.wmf"/></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7.xml"/><Relationship Id="rId1" Type="http://schemas.openxmlformats.org/officeDocument/2006/relationships/image" Target="../media/image11.wmf"/></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7.xml"/><Relationship Id="rId1" Type="http://schemas.openxmlformats.org/officeDocument/2006/relationships/image" Target="../media/image11.wmf"/></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microsoft.com/office/2007/relationships/diagramDrawing" Target="../diagrams/drawing9.xml"/><Relationship Id="rId4" Type="http://schemas.openxmlformats.org/officeDocument/2006/relationships/diagramColors" Target="../diagrams/colors9.xml"/><Relationship Id="rId3" Type="http://schemas.openxmlformats.org/officeDocument/2006/relationships/diagramQuickStyle" Target="../diagrams/quickStyle9.xml"/><Relationship Id="rId2" Type="http://schemas.openxmlformats.org/officeDocument/2006/relationships/diagramLayout" Target="../diagrams/layout9.xml"/><Relationship Id="rId1" Type="http://schemas.openxmlformats.org/officeDocument/2006/relationships/diagramData" Target="../diagrams/data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5" Type="http://schemas.openxmlformats.org/officeDocument/2006/relationships/notesSlide" Target="../notesSlides/notesSlide36.xml"/><Relationship Id="rId4" Type="http://schemas.openxmlformats.org/officeDocument/2006/relationships/vmlDrawing" Target="../drawings/vmlDrawing3.vml"/><Relationship Id="rId3" Type="http://schemas.openxmlformats.org/officeDocument/2006/relationships/slideLayout" Target="../slideLayouts/slideLayout7.xml"/><Relationship Id="rId2" Type="http://schemas.openxmlformats.org/officeDocument/2006/relationships/image" Target="../media/image13.emf"/><Relationship Id="rId1" Type="http://schemas.openxmlformats.org/officeDocument/2006/relationships/oleObject" Target="../embeddings/oleObject5.bin"/></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7.xml"/><Relationship Id="rId1" Type="http://schemas.openxmlformats.org/officeDocument/2006/relationships/image" Target="../media/image11.wmf"/></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9" Type="http://schemas.openxmlformats.org/officeDocument/2006/relationships/diagramColors" Target="../diagrams/colors11.xml"/><Relationship Id="rId8" Type="http://schemas.openxmlformats.org/officeDocument/2006/relationships/diagramQuickStyle" Target="../diagrams/quickStyle11.xml"/><Relationship Id="rId7" Type="http://schemas.openxmlformats.org/officeDocument/2006/relationships/diagramLayout" Target="../diagrams/layout11.xml"/><Relationship Id="rId6" Type="http://schemas.openxmlformats.org/officeDocument/2006/relationships/diagramData" Target="../diagrams/data11.xml"/><Relationship Id="rId5" Type="http://schemas.microsoft.com/office/2007/relationships/diagramDrawing" Target="../diagrams/drawing10.xml"/><Relationship Id="rId4" Type="http://schemas.openxmlformats.org/officeDocument/2006/relationships/diagramColors" Target="../diagrams/colors10.xml"/><Relationship Id="rId3" Type="http://schemas.openxmlformats.org/officeDocument/2006/relationships/diagramQuickStyle" Target="../diagrams/quickStyle10.xml"/><Relationship Id="rId2" Type="http://schemas.openxmlformats.org/officeDocument/2006/relationships/diagramLayout" Target="../diagrams/layout10.xml"/><Relationship Id="rId11" Type="http://schemas.openxmlformats.org/officeDocument/2006/relationships/slideLayout" Target="../slideLayouts/slideLayout5.xml"/><Relationship Id="rId10" Type="http://schemas.microsoft.com/office/2007/relationships/diagramDrawing" Target="../diagrams/drawing11.xml"/><Relationship Id="rId1" Type="http://schemas.openxmlformats.org/officeDocument/2006/relationships/diagramData" Target="../diagrams/data10.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7.xml"/><Relationship Id="rId1" Type="http://schemas.openxmlformats.org/officeDocument/2006/relationships/image" Target="../media/image11.wmf"/></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5" Type="http://schemas.openxmlformats.org/officeDocument/2006/relationships/notesSlide" Target="../notesSlides/notesSlide45.xml"/><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14.wmf"/><Relationship Id="rId1" Type="http://schemas.openxmlformats.org/officeDocument/2006/relationships/oleObject" Target="../embeddings/oleObject6.bin"/></Relationships>
</file>

<file path=ppt/slides/_rels/slide69.xml.rels><?xml version="1.0" encoding="UTF-8" standalone="yes"?>
<Relationships xmlns="http://schemas.openxmlformats.org/package/2006/relationships"><Relationship Id="rId5" Type="http://schemas.openxmlformats.org/officeDocument/2006/relationships/notesSlide" Target="../notesSlides/notesSlide46.xml"/><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14.wmf"/><Relationship Id="rId1" Type="http://schemas.openxmlformats.org/officeDocument/2006/relationships/oleObject" Target="../embeddings/oleObject7.bin"/></Relationships>
</file>

<file path=ppt/slides/_rels/slide70.xml.rels><?xml version="1.0" encoding="UTF-8" standalone="yes"?>
<Relationships xmlns="http://schemas.openxmlformats.org/package/2006/relationships"><Relationship Id="rId6" Type="http://schemas.openxmlformats.org/officeDocument/2006/relationships/notesSlide" Target="../notesSlides/notesSlide47.xml"/><Relationship Id="rId5" Type="http://schemas.openxmlformats.org/officeDocument/2006/relationships/vmlDrawing" Target="../drawings/vmlDrawing6.vml"/><Relationship Id="rId4" Type="http://schemas.openxmlformats.org/officeDocument/2006/relationships/slideLayout" Target="../slideLayouts/slideLayout2.xml"/><Relationship Id="rId3" Type="http://schemas.openxmlformats.org/officeDocument/2006/relationships/hyperlink" Target="http://docs.cstarway.com/pages/viewpage.action?pageId=24347100" TargetMode="External"/><Relationship Id="rId2" Type="http://schemas.openxmlformats.org/officeDocument/2006/relationships/image" Target="../media/image15.wmf"/><Relationship Id="rId1" Type="http://schemas.openxmlformats.org/officeDocument/2006/relationships/oleObject" Target="../embeddings/oleObject8.bin"/></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8.xml"/><Relationship Id="rId1" Type="http://schemas.openxmlformats.org/officeDocument/2006/relationships/image" Target="../media/image16.png"/></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8.xml"/><Relationship Id="rId1" Type="http://schemas.openxmlformats.org/officeDocument/2006/relationships/image" Target="../media/image17.pn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7.xml"/><Relationship Id="rId1" Type="http://schemas.openxmlformats.org/officeDocument/2006/relationships/image" Target="../media/image11.wmf"/></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8.xml"/><Relationship Id="rId1" Type="http://schemas.openxmlformats.org/officeDocument/2006/relationships/image" Target="../media/image18.png"/></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4.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8.xml"/><Relationship Id="rId1" Type="http://schemas.openxmlformats.org/officeDocument/2006/relationships/image" Target="../media/image19.png"/></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7" Type="http://schemas.openxmlformats.org/officeDocument/2006/relationships/notesSlide" Target="../notesSlides/notesSlide64.xml"/><Relationship Id="rId6" Type="http://schemas.openxmlformats.org/officeDocument/2006/relationships/slideLayout" Target="../slideLayouts/slideLayout2.xml"/><Relationship Id="rId5" Type="http://schemas.microsoft.com/office/2007/relationships/diagramDrawing" Target="../diagrams/drawing12.xml"/><Relationship Id="rId4" Type="http://schemas.openxmlformats.org/officeDocument/2006/relationships/diagramColors" Target="../diagrams/colors12.xml"/><Relationship Id="rId3" Type="http://schemas.openxmlformats.org/officeDocument/2006/relationships/diagramQuickStyle" Target="../diagrams/quickStyle12.xml"/><Relationship Id="rId2" Type="http://schemas.openxmlformats.org/officeDocument/2006/relationships/diagramLayout" Target="../diagrams/layout12.xml"/><Relationship Id="rId1" Type="http://schemas.openxmlformats.org/officeDocument/2006/relationships/diagramData" Target="../diagrams/data1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9" Type="http://schemas.openxmlformats.org/officeDocument/2006/relationships/diagramColors" Target="../diagrams/colors14.xml"/><Relationship Id="rId8" Type="http://schemas.openxmlformats.org/officeDocument/2006/relationships/diagramQuickStyle" Target="../diagrams/quickStyle14.xml"/><Relationship Id="rId7" Type="http://schemas.openxmlformats.org/officeDocument/2006/relationships/diagramLayout" Target="../diagrams/layout14.xml"/><Relationship Id="rId6" Type="http://schemas.openxmlformats.org/officeDocument/2006/relationships/diagramData" Target="../diagrams/data14.xml"/><Relationship Id="rId5" Type="http://schemas.microsoft.com/office/2007/relationships/diagramDrawing" Target="../diagrams/drawing13.xml"/><Relationship Id="rId4" Type="http://schemas.openxmlformats.org/officeDocument/2006/relationships/diagramColors" Target="../diagrams/colors13.xml"/><Relationship Id="rId3" Type="http://schemas.openxmlformats.org/officeDocument/2006/relationships/diagramQuickStyle" Target="../diagrams/quickStyle13.xml"/><Relationship Id="rId2" Type="http://schemas.openxmlformats.org/officeDocument/2006/relationships/diagramLayout" Target="../diagrams/layout13.xml"/><Relationship Id="rId11" Type="http://schemas.openxmlformats.org/officeDocument/2006/relationships/slideLayout" Target="../slideLayouts/slideLayout5.xml"/><Relationship Id="rId10" Type="http://schemas.microsoft.com/office/2007/relationships/diagramDrawing" Target="../diagrams/drawing14.xml"/><Relationship Id="rId1" Type="http://schemas.openxmlformats.org/officeDocument/2006/relationships/diagramData" Target="../diagrams/data13.xml"/></Relationships>
</file>

<file path=ppt/slides/_rels/slide95.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5.xml"/><Relationship Id="rId1" Type="http://schemas.openxmlformats.org/officeDocument/2006/relationships/image" Target="../media/image20.wmf"/></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5.xml"/><Relationship Id="rId4" Type="http://schemas.openxmlformats.org/officeDocument/2006/relationships/diagramColors" Target="../diagrams/colors15.xml"/><Relationship Id="rId3" Type="http://schemas.openxmlformats.org/officeDocument/2006/relationships/diagramQuickStyle" Target="../diagrams/quickStyle15.xml"/><Relationship Id="rId2" Type="http://schemas.openxmlformats.org/officeDocument/2006/relationships/diagramLayout" Target="../diagrams/layout15.xml"/><Relationship Id="rId1" Type="http://schemas.openxmlformats.org/officeDocument/2006/relationships/diagramData" Target="../diagrams/data15.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5.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5" Type="http://schemas.openxmlformats.org/officeDocument/2006/relationships/notesSlide" Target="../notesSlides/notesSlide78.xml"/><Relationship Id="rId4" Type="http://schemas.openxmlformats.org/officeDocument/2006/relationships/vmlDrawing" Target="../drawings/vmlDrawing7.vml"/><Relationship Id="rId3" Type="http://schemas.openxmlformats.org/officeDocument/2006/relationships/slideLayout" Target="../slideLayouts/slideLayout7.xml"/><Relationship Id="rId2" Type="http://schemas.openxmlformats.org/officeDocument/2006/relationships/image" Target="../media/image21.wmf"/><Relationship Id="rId1" Type="http://schemas.openxmlformats.org/officeDocument/2006/relationships/oleObject" Target="../embeddings/oleObject9.bin"/></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7" Type="http://schemas.openxmlformats.org/officeDocument/2006/relationships/notesSlide" Target="../notesSlides/notesSlide80.xml"/><Relationship Id="rId6" Type="http://schemas.openxmlformats.org/officeDocument/2006/relationships/slideLayout" Target="../slideLayouts/slideLayout2.xml"/><Relationship Id="rId5" Type="http://schemas.microsoft.com/office/2007/relationships/diagramDrawing" Target="../diagrams/drawing16.xml"/><Relationship Id="rId4" Type="http://schemas.openxmlformats.org/officeDocument/2006/relationships/diagramColors" Target="../diagrams/colors16.xml"/><Relationship Id="rId3" Type="http://schemas.openxmlformats.org/officeDocument/2006/relationships/diagramQuickStyle" Target="../diagrams/quickStyle16.xml"/><Relationship Id="rId2" Type="http://schemas.openxmlformats.org/officeDocument/2006/relationships/diagramLayout" Target="../diagrams/layout16.xml"/><Relationship Id="rId1" Type="http://schemas.openxmlformats.org/officeDocument/2006/relationships/diagramData" Target="../diagrams/data16.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notesSlide" Target="../notesSlides/notesSlide81.xml"/><Relationship Id="rId2" Type="http://schemas.openxmlformats.org/officeDocument/2006/relationships/slideLayout" Target="../slideLayouts/slideLayout5.xml"/><Relationship Id="rId1" Type="http://schemas.openxmlformats.org/officeDocument/2006/relationships/image" Target="../media/image22.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7.xml"/><Relationship Id="rId4" Type="http://schemas.openxmlformats.org/officeDocument/2006/relationships/diagramColors" Target="../diagrams/colors17.xml"/><Relationship Id="rId3" Type="http://schemas.openxmlformats.org/officeDocument/2006/relationships/diagramQuickStyle" Target="../diagrams/quickStyle17.xml"/><Relationship Id="rId2" Type="http://schemas.openxmlformats.org/officeDocument/2006/relationships/diagramLayout" Target="../diagrams/layout17.xml"/><Relationship Id="rId1" Type="http://schemas.openxmlformats.org/officeDocument/2006/relationships/diagramData" Target="../diagrams/data17.xml"/></Relationships>
</file>

<file path=ppt/slides/_rels/slide119.xml.rels><?xml version="1.0" encoding="UTF-8" standalone="yes"?>
<Relationships xmlns="http://schemas.openxmlformats.org/package/2006/relationships"><Relationship Id="rId9" Type="http://schemas.openxmlformats.org/officeDocument/2006/relationships/diagramColors" Target="../diagrams/colors19.xml"/><Relationship Id="rId8" Type="http://schemas.openxmlformats.org/officeDocument/2006/relationships/diagramQuickStyle" Target="../diagrams/quickStyle19.xml"/><Relationship Id="rId7" Type="http://schemas.openxmlformats.org/officeDocument/2006/relationships/diagramLayout" Target="../diagrams/layout19.xml"/><Relationship Id="rId6" Type="http://schemas.openxmlformats.org/officeDocument/2006/relationships/diagramData" Target="../diagrams/data19.xml"/><Relationship Id="rId5" Type="http://schemas.microsoft.com/office/2007/relationships/diagramDrawing" Target="../diagrams/drawing18.xml"/><Relationship Id="rId4" Type="http://schemas.openxmlformats.org/officeDocument/2006/relationships/diagramColors" Target="../diagrams/colors18.xml"/><Relationship Id="rId3" Type="http://schemas.openxmlformats.org/officeDocument/2006/relationships/diagramQuickStyle" Target="../diagrams/quickStyle18.xml"/><Relationship Id="rId2" Type="http://schemas.openxmlformats.org/officeDocument/2006/relationships/diagramLayout" Target="../diagrams/layout18.xml"/><Relationship Id="rId16" Type="http://schemas.openxmlformats.org/officeDocument/2006/relationships/slideLayout" Target="../slideLayouts/slideLayout5.xml"/><Relationship Id="rId15" Type="http://schemas.microsoft.com/office/2007/relationships/diagramDrawing" Target="../diagrams/drawing20.xml"/><Relationship Id="rId14" Type="http://schemas.openxmlformats.org/officeDocument/2006/relationships/diagramColors" Target="../diagrams/colors20.xml"/><Relationship Id="rId13" Type="http://schemas.openxmlformats.org/officeDocument/2006/relationships/diagramQuickStyle" Target="../diagrams/quickStyle20.xml"/><Relationship Id="rId12" Type="http://schemas.openxmlformats.org/officeDocument/2006/relationships/diagramLayout" Target="../diagrams/layout20.xml"/><Relationship Id="rId11" Type="http://schemas.openxmlformats.org/officeDocument/2006/relationships/diagramData" Target="../diagrams/data20.xml"/><Relationship Id="rId10" Type="http://schemas.microsoft.com/office/2007/relationships/diagramDrawing" Target="../diagrams/drawing19.xml"/><Relationship Id="rId1" Type="http://schemas.openxmlformats.org/officeDocument/2006/relationships/diagramData" Target="../diagrams/data18.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1.xml.rels><?xml version="1.0" encoding="UTF-8" standalone="yes"?>
<Relationships xmlns="http://schemas.openxmlformats.org/package/2006/relationships"><Relationship Id="rId9" Type="http://schemas.openxmlformats.org/officeDocument/2006/relationships/diagramColors" Target="../diagrams/colors22.xml"/><Relationship Id="rId8" Type="http://schemas.openxmlformats.org/officeDocument/2006/relationships/diagramQuickStyle" Target="../diagrams/quickStyle22.xml"/><Relationship Id="rId7" Type="http://schemas.openxmlformats.org/officeDocument/2006/relationships/diagramLayout" Target="../diagrams/layout22.xml"/><Relationship Id="rId6" Type="http://schemas.openxmlformats.org/officeDocument/2006/relationships/diagramData" Target="../diagrams/data22.xml"/><Relationship Id="rId5" Type="http://schemas.microsoft.com/office/2007/relationships/diagramDrawing" Target="../diagrams/drawing21.xml"/><Relationship Id="rId4" Type="http://schemas.openxmlformats.org/officeDocument/2006/relationships/diagramColors" Target="../diagrams/colors21.xml"/><Relationship Id="rId3" Type="http://schemas.openxmlformats.org/officeDocument/2006/relationships/diagramQuickStyle" Target="../diagrams/quickStyle21.xml"/><Relationship Id="rId2" Type="http://schemas.openxmlformats.org/officeDocument/2006/relationships/diagramLayout" Target="../diagrams/layout21.xml"/><Relationship Id="rId11" Type="http://schemas.openxmlformats.org/officeDocument/2006/relationships/slideLayout" Target="../slideLayouts/slideLayout5.xml"/><Relationship Id="rId10" Type="http://schemas.microsoft.com/office/2007/relationships/diagramDrawing" Target="../diagrams/drawing22.xml"/><Relationship Id="rId1" Type="http://schemas.openxmlformats.org/officeDocument/2006/relationships/diagramData" Target="../diagrams/data21.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3" Type="http://schemas.openxmlformats.org/officeDocument/2006/relationships/notesSlide" Target="../notesSlides/notesSlide83.xml"/><Relationship Id="rId2" Type="http://schemas.openxmlformats.org/officeDocument/2006/relationships/slideLayout" Target="../slideLayouts/slideLayout7.xml"/><Relationship Id="rId1" Type="http://schemas.openxmlformats.org/officeDocument/2006/relationships/image" Target="../media/image11.wmf"/></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3" Type="http://schemas.openxmlformats.org/officeDocument/2006/relationships/notesSlide" Target="../notesSlides/notesSlide86.xml"/><Relationship Id="rId2" Type="http://schemas.openxmlformats.org/officeDocument/2006/relationships/slideLayout" Target="../slideLayouts/slideLayout2.xml"/><Relationship Id="rId1" Type="http://schemas.openxmlformats.org/officeDocument/2006/relationships/image" Target="../media/image23.jpeg"/></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9" Type="http://schemas.openxmlformats.org/officeDocument/2006/relationships/notesSlide" Target="../notesSlides/notesSlide88.xml"/><Relationship Id="rId8" Type="http://schemas.openxmlformats.org/officeDocument/2006/relationships/vmlDrawing" Target="../drawings/vmlDrawing8.vml"/><Relationship Id="rId7" Type="http://schemas.openxmlformats.org/officeDocument/2006/relationships/slideLayout" Target="../slideLayouts/slideLayout2.xml"/><Relationship Id="rId6" Type="http://schemas.openxmlformats.org/officeDocument/2006/relationships/audio" Target="../media/audio3.wav"/><Relationship Id="rId5" Type="http://schemas.openxmlformats.org/officeDocument/2006/relationships/audio" Target="../media/audio2.wav"/><Relationship Id="rId4" Type="http://schemas.openxmlformats.org/officeDocument/2006/relationships/image" Target="../media/image25.wmf"/><Relationship Id="rId3" Type="http://schemas.openxmlformats.org/officeDocument/2006/relationships/oleObject" Target="../embeddings/oleObject11.bin"/><Relationship Id="rId2" Type="http://schemas.openxmlformats.org/officeDocument/2006/relationships/image" Target="../media/image24.wmf"/><Relationship Id="rId1" Type="http://schemas.openxmlformats.org/officeDocument/2006/relationships/oleObject" Target="../embeddings/oleObject10.bin"/></Relationships>
</file>

<file path=ppt/slides/_rels/slide129.xml.rels><?xml version="1.0" encoding="UTF-8" standalone="yes"?>
<Relationships xmlns="http://schemas.openxmlformats.org/package/2006/relationships"><Relationship Id="rId3" Type="http://schemas.openxmlformats.org/officeDocument/2006/relationships/notesSlide" Target="../notesSlides/notesSlide89.xml"/><Relationship Id="rId2" Type="http://schemas.openxmlformats.org/officeDocument/2006/relationships/slideLayout" Target="../slideLayouts/slideLayout2.xml"/><Relationship Id="rId1" Type="http://schemas.openxmlformats.org/officeDocument/2006/relationships/image" Target="../media/image12.wmf"/></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5.xml.rels><?xml version="1.0" encoding="UTF-8" standalone="yes"?>
<Relationships xmlns="http://schemas.openxmlformats.org/package/2006/relationships"><Relationship Id="rId9" Type="http://schemas.openxmlformats.org/officeDocument/2006/relationships/diagramColors" Target="../diagrams/colors24.xml"/><Relationship Id="rId8" Type="http://schemas.openxmlformats.org/officeDocument/2006/relationships/diagramQuickStyle" Target="../diagrams/quickStyle24.xml"/><Relationship Id="rId7" Type="http://schemas.openxmlformats.org/officeDocument/2006/relationships/diagramLayout" Target="../diagrams/layout24.xml"/><Relationship Id="rId6" Type="http://schemas.openxmlformats.org/officeDocument/2006/relationships/diagramData" Target="../diagrams/data24.xml"/><Relationship Id="rId5" Type="http://schemas.microsoft.com/office/2007/relationships/diagramDrawing" Target="../diagrams/drawing23.xml"/><Relationship Id="rId4" Type="http://schemas.openxmlformats.org/officeDocument/2006/relationships/diagramColors" Target="../diagrams/colors23.xml"/><Relationship Id="rId3" Type="http://schemas.openxmlformats.org/officeDocument/2006/relationships/diagramQuickStyle" Target="../diagrams/quickStyle23.xml"/><Relationship Id="rId2" Type="http://schemas.openxmlformats.org/officeDocument/2006/relationships/diagramLayout" Target="../diagrams/layout23.xml"/><Relationship Id="rId11" Type="http://schemas.openxmlformats.org/officeDocument/2006/relationships/slideLayout" Target="../slideLayouts/slideLayout5.xml"/><Relationship Id="rId10" Type="http://schemas.microsoft.com/office/2007/relationships/diagramDrawing" Target="../diagrams/drawing24.xml"/><Relationship Id="rId1" Type="http://schemas.openxmlformats.org/officeDocument/2006/relationships/diagramData" Target="../diagrams/data23.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9" Type="http://schemas.openxmlformats.org/officeDocument/2006/relationships/diagramColors" Target="../diagrams/colors26.xml"/><Relationship Id="rId8" Type="http://schemas.openxmlformats.org/officeDocument/2006/relationships/diagramQuickStyle" Target="../diagrams/quickStyle26.xml"/><Relationship Id="rId7" Type="http://schemas.openxmlformats.org/officeDocument/2006/relationships/diagramLayout" Target="../diagrams/layout26.xml"/><Relationship Id="rId6" Type="http://schemas.openxmlformats.org/officeDocument/2006/relationships/diagramData" Target="../diagrams/data26.xml"/><Relationship Id="rId5" Type="http://schemas.microsoft.com/office/2007/relationships/diagramDrawing" Target="../diagrams/drawing25.xml"/><Relationship Id="rId4" Type="http://schemas.openxmlformats.org/officeDocument/2006/relationships/diagramColors" Target="../diagrams/colors25.xml"/><Relationship Id="rId3" Type="http://schemas.openxmlformats.org/officeDocument/2006/relationships/diagramQuickStyle" Target="../diagrams/quickStyle25.xml"/><Relationship Id="rId2" Type="http://schemas.openxmlformats.org/officeDocument/2006/relationships/diagramLayout" Target="../diagrams/layout25.xml"/><Relationship Id="rId11" Type="http://schemas.openxmlformats.org/officeDocument/2006/relationships/slideLayout" Target="../slideLayouts/slideLayout5.xml"/><Relationship Id="rId10" Type="http://schemas.microsoft.com/office/2007/relationships/diagramDrawing" Target="../diagrams/drawing26.xml"/><Relationship Id="rId1" Type="http://schemas.openxmlformats.org/officeDocument/2006/relationships/diagramData" Target="../diagrams/data25.xml"/></Relationships>
</file>

<file path=ppt/slides/_rels/slide143.xml.rels><?xml version="1.0" encoding="UTF-8" standalone="yes"?>
<Relationships xmlns="http://schemas.openxmlformats.org/package/2006/relationships"><Relationship Id="rId5" Type="http://schemas.openxmlformats.org/officeDocument/2006/relationships/notesSlide" Target="../notesSlides/notesSlide100.xml"/><Relationship Id="rId4" Type="http://schemas.openxmlformats.org/officeDocument/2006/relationships/vmlDrawing" Target="../drawings/vmlDrawing9.vml"/><Relationship Id="rId3" Type="http://schemas.openxmlformats.org/officeDocument/2006/relationships/slideLayout" Target="../slideLayouts/slideLayout7.xml"/><Relationship Id="rId2" Type="http://schemas.openxmlformats.org/officeDocument/2006/relationships/image" Target="../media/image26.wmf"/><Relationship Id="rId1" Type="http://schemas.openxmlformats.org/officeDocument/2006/relationships/oleObject" Target="../embeddings/oleObject12.bin"/></Relationships>
</file>

<file path=ppt/slides/_rels/slide144.xml.rels><?xml version="1.0" encoding="UTF-8" standalone="yes"?>
<Relationships xmlns="http://schemas.openxmlformats.org/package/2006/relationships"><Relationship Id="rId3" Type="http://schemas.openxmlformats.org/officeDocument/2006/relationships/notesSlide" Target="../notesSlides/notesSlide101.xml"/><Relationship Id="rId2" Type="http://schemas.openxmlformats.org/officeDocument/2006/relationships/slideLayout" Target="../slideLayouts/slideLayout2.xml"/><Relationship Id="rId1" Type="http://schemas.openxmlformats.org/officeDocument/2006/relationships/image" Target="../media/image11.wmf"/></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notesSlide" Target="../notesSlides/notesSlide103.xml"/><Relationship Id="rId2" Type="http://schemas.openxmlformats.org/officeDocument/2006/relationships/slideLayout" Target="../slideLayouts/slideLayout2.xml"/><Relationship Id="rId1" Type="http://schemas.openxmlformats.org/officeDocument/2006/relationships/image" Target="../media/image27.jpe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0"/>
          <p:cNvSpPr>
            <a:spLocks noGrp="1" noChangeArrowheads="1"/>
          </p:cNvSpPr>
          <p:nvPr>
            <p:ph type="ctrTitle"/>
          </p:nvPr>
        </p:nvSpPr>
        <p:spPr/>
        <p:txBody>
          <a:bodyPr/>
          <a:lstStyle/>
          <a:p>
            <a:pPr algn="ctr" eaLnBrk="1" hangingPunct="1"/>
            <a:br>
              <a:rPr lang="zh-CN" altLang="en-US" sz="4400" dirty="0"/>
            </a:br>
            <a:br>
              <a:rPr lang="zh-CN" altLang="en-US" sz="4400" dirty="0"/>
            </a:br>
            <a:r>
              <a:rPr lang="zh-CN" altLang="en-US" sz="4400" dirty="0"/>
              <a:t>项目管理</a:t>
            </a:r>
            <a:endParaRPr lang="zh-CN" altLang="en-US" sz="4400" dirty="0"/>
          </a:p>
        </p:txBody>
      </p:sp>
      <p:sp>
        <p:nvSpPr>
          <p:cNvPr id="5123" name="Rectangle 11"/>
          <p:cNvSpPr>
            <a:spLocks noGrp="1" noChangeArrowheads="1"/>
          </p:cNvSpPr>
          <p:nvPr>
            <p:ph type="subTitle" idx="1"/>
          </p:nvPr>
        </p:nvSpPr>
        <p:spPr>
          <a:extLst>
            <a:ext uri="{91240B29-F687-4F45-9708-019B960494DF}">
              <a14:hiddenLine xmlns:a14="http://schemas.microsoft.com/office/drawing/2010/main" w="9525">
                <a:solidFill>
                  <a:schemeClr val="tx1"/>
                </a:solidFill>
                <a:miter lim="800000"/>
                <a:headEnd/>
                <a:tailEnd/>
              </a14:hiddenLine>
            </a:ext>
          </a:extLst>
        </p:spPr>
        <p:txBody>
          <a:bodyPr/>
          <a:lstStyle/>
          <a:p>
            <a:pPr algn="ctr" eaLnBrk="1" hangingPunct="1"/>
            <a:r>
              <a:rPr lang="zh-CN" altLang="en-US" sz="2400" dirty="0">
                <a:solidFill>
                  <a:schemeClr val="tx1"/>
                </a:solidFill>
              </a:rPr>
              <a:t>惠普</a:t>
            </a:r>
            <a:r>
              <a:rPr lang="en-US" altLang="zh-CN" sz="2400" dirty="0">
                <a:solidFill>
                  <a:schemeClr val="tx1"/>
                </a:solidFill>
              </a:rPr>
              <a:t>IT</a:t>
            </a:r>
            <a:r>
              <a:rPr lang="zh-CN" altLang="en-US" sz="2400" dirty="0">
                <a:solidFill>
                  <a:schemeClr val="tx1"/>
                </a:solidFill>
              </a:rPr>
              <a:t>管理学院</a:t>
            </a:r>
            <a:endParaRPr lang="en-US" altLang="zh-CN" sz="2400" dirty="0">
              <a:solidFill>
                <a:schemeClr val="tx1"/>
              </a:solidFill>
            </a:endParaRPr>
          </a:p>
          <a:p>
            <a:pPr algn="ctr" eaLnBrk="1" hangingPunct="1"/>
            <a:r>
              <a:rPr lang="en-US" altLang="zh-CN" sz="1200" dirty="0">
                <a:solidFill>
                  <a:schemeClr val="tx1"/>
                </a:solidFill>
              </a:rPr>
              <a:t>Rev 2024</a:t>
            </a:r>
            <a:endParaRPr lang="zh-CN" altLang="en-US" sz="1200" dirty="0">
              <a:solidFill>
                <a:schemeClr val="tx1"/>
              </a:solidFill>
            </a:endParaRPr>
          </a:p>
          <a:p>
            <a:pPr algn="ctr" eaLnBrk="1" hangingPunct="1"/>
            <a:endParaRPr lang="zh-CN" altLang="zh-CN" sz="2400" dirty="0">
              <a:solidFill>
                <a:schemeClr val="tx1"/>
              </a:solidFill>
            </a:endParaRPr>
          </a:p>
          <a:p>
            <a:pPr algn="ctr" eaLnBrk="1" hangingPunct="1"/>
            <a:endParaRPr lang="zh-CN" altLang="en-US" sz="2400" dirty="0">
              <a:solidFill>
                <a:schemeClr val="tx1"/>
              </a:solidFill>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366713" y="195263"/>
            <a:ext cx="7943850" cy="822325"/>
          </a:xfrm>
        </p:spPr>
        <p:txBody>
          <a:bodyPr/>
          <a:lstStyle/>
          <a:p>
            <a:r>
              <a:rPr lang="zh-CN" altLang="en-US" dirty="0"/>
              <a:t>课程内容</a:t>
            </a:r>
            <a:endParaRPr lang="zh-CN" altLang="en-US" dirty="0"/>
          </a:p>
        </p:txBody>
      </p:sp>
      <p:graphicFrame>
        <p:nvGraphicFramePr>
          <p:cNvPr id="5" name="内容占位符 4"/>
          <p:cNvGraphicFramePr>
            <a:graphicFrameLocks noGrp="1"/>
          </p:cNvGraphicFramePr>
          <p:nvPr>
            <p:ph sz="half" idx="1"/>
          </p:nvPr>
        </p:nvGraphicFramePr>
        <p:xfrm>
          <a:off x="365125" y="1273175"/>
          <a:ext cx="4470400" cy="52705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graphicFrame>
        <p:nvGraphicFramePr>
          <p:cNvPr id="8" name="内容占位符 7"/>
          <p:cNvGraphicFramePr>
            <a:graphicFrameLocks noGrp="1"/>
          </p:cNvGraphicFramePr>
          <p:nvPr>
            <p:ph sz="half" idx="2"/>
          </p:nvPr>
        </p:nvGraphicFramePr>
        <p:xfrm>
          <a:off x="4987925" y="1273175"/>
          <a:ext cx="4470400" cy="527050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11" name="灯片编号占位符 10"/>
          <p:cNvSpPr>
            <a:spLocks noGrp="1"/>
          </p:cNvSpPr>
          <p:nvPr>
            <p:ph type="sldNum" sz="quarter" idx="10"/>
          </p:nvPr>
        </p:nvSpPr>
        <p:spPr/>
        <p:txBody>
          <a:bodyPr/>
          <a:lstStyle/>
          <a:p>
            <a:pPr>
              <a:defRPr/>
            </a:pPr>
            <a:fld id="{ADA0D315-17C2-4F0F-B1C6-8BF8415BD984}" type="slidenum">
              <a:rPr lang="en-US" altLang="zh-CN" smtClean="0"/>
            </a:fld>
            <a:endParaRPr lang="en-US" altLang="zh-CN" dirty="0"/>
          </a:p>
        </p:txBody>
      </p:sp>
      <p:sp>
        <p:nvSpPr>
          <p:cNvPr id="12" name="文本框 11"/>
          <p:cNvSpPr txBox="1"/>
          <p:nvPr/>
        </p:nvSpPr>
        <p:spPr>
          <a:xfrm>
            <a:off x="4021455" y="1372870"/>
            <a:ext cx="814070" cy="646331"/>
          </a:xfrm>
          <a:prstGeom prst="rect">
            <a:avLst/>
          </a:prstGeom>
          <a:noFill/>
        </p:spPr>
        <p:txBody>
          <a:bodyPr wrap="square" rtlCol="0">
            <a:spAutoFit/>
          </a:bodyPr>
          <a:lstStyle/>
          <a:p>
            <a:r>
              <a:rPr lang="zh-CN" altLang="en-US" sz="3600" dirty="0"/>
              <a:t>👈</a:t>
            </a:r>
            <a:endParaRPr lang="zh-CN" altLang="en-US" sz="3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p:txBody>
          <a:bodyPr/>
          <a:lstStyle/>
          <a:p>
            <a:pPr eaLnBrk="1" hangingPunct="1"/>
            <a:r>
              <a:rPr lang="zh-CN" altLang="en-US"/>
              <a:t>自我介绍</a:t>
            </a:r>
            <a:endParaRPr lang="zh-CN" altLang="en-US"/>
          </a:p>
        </p:txBody>
      </p:sp>
      <p:sp>
        <p:nvSpPr>
          <p:cNvPr id="7172" name="Rectangle 3"/>
          <p:cNvSpPr>
            <a:spLocks noGrp="1" noChangeArrowheads="1"/>
          </p:cNvSpPr>
          <p:nvPr>
            <p:ph type="body" idx="1"/>
          </p:nvPr>
        </p:nvSpPr>
        <p:spPr/>
        <p:txBody>
          <a:bodyPr/>
          <a:lstStyle/>
          <a:p>
            <a:pPr eaLnBrk="1" hangingPunct="1"/>
            <a:r>
              <a:rPr lang="zh-CN" altLang="en-US"/>
              <a:t>龙旭东</a:t>
            </a:r>
            <a:endParaRPr lang="zh-CN" altLang="en-US"/>
          </a:p>
          <a:p>
            <a:pPr eaLnBrk="1" hangingPunct="1"/>
            <a:r>
              <a:rPr lang="en-US" altLang="zh-CN">
                <a:hlinkClick r:id="rId1"/>
              </a:rPr>
              <a:t>xudong.long@hp.com</a:t>
            </a:r>
            <a:endParaRPr lang="en-US" altLang="zh-CN"/>
          </a:p>
          <a:p>
            <a:pPr eaLnBrk="1" hangingPunct="1"/>
            <a:endParaRPr lang="en-US" altLang="zh-CN"/>
          </a:p>
        </p:txBody>
      </p:sp>
      <p:sp>
        <p:nvSpPr>
          <p:cNvPr id="3" name="灯片编号占位符 2"/>
          <p:cNvSpPr>
            <a:spLocks noGrp="1"/>
          </p:cNvSpPr>
          <p:nvPr>
            <p:ph type="sldNum" sz="quarter" idx="10"/>
          </p:nvPr>
        </p:nvSpPr>
        <p:spPr/>
        <p:txBody>
          <a:bodyPr/>
          <a:lstStyle/>
          <a:p>
            <a:pPr>
              <a:defRPr/>
            </a:pPr>
            <a:fld id="{6D9D2222-8541-46EA-AD3B-36A5E091B774}" type="slidenum">
              <a:rPr lang="en-US" altLang="zh-CN" smtClean="0"/>
            </a:fld>
            <a:endParaRPr lang="en-US" altLang="zh-CN" dirty="0"/>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p:txBody>
          <a:bodyPr/>
          <a:lstStyle/>
          <a:p>
            <a:pPr eaLnBrk="1" hangingPunct="1"/>
            <a:r>
              <a:rPr lang="zh-CN" altLang="en-US"/>
              <a:t>请你介绍自己</a:t>
            </a:r>
            <a:endParaRPr lang="zh-CN" altLang="en-US"/>
          </a:p>
        </p:txBody>
      </p:sp>
      <p:sp>
        <p:nvSpPr>
          <p:cNvPr id="8196" name="Rectangle 3"/>
          <p:cNvSpPr>
            <a:spLocks noGrp="1" noChangeArrowheads="1"/>
          </p:cNvSpPr>
          <p:nvPr>
            <p:ph type="body" idx="1"/>
          </p:nvPr>
        </p:nvSpPr>
        <p:spPr/>
        <p:txBody>
          <a:bodyPr/>
          <a:lstStyle/>
          <a:p>
            <a:pPr eaLnBrk="1" hangingPunct="1"/>
            <a:r>
              <a:rPr lang="zh-CN" altLang="en-US"/>
              <a:t>你的姓名</a:t>
            </a:r>
            <a:endParaRPr lang="zh-CN" altLang="en-US"/>
          </a:p>
          <a:p>
            <a:pPr eaLnBrk="1" hangingPunct="1"/>
            <a:r>
              <a:rPr lang="zh-CN" altLang="en-US"/>
              <a:t>你所属的公司／单位</a:t>
            </a:r>
            <a:endParaRPr lang="zh-CN" altLang="en-US"/>
          </a:p>
          <a:p>
            <a:pPr eaLnBrk="1" hangingPunct="1"/>
            <a:r>
              <a:rPr lang="zh-CN" altLang="en-US"/>
              <a:t>你的项目经验</a:t>
            </a:r>
            <a:endParaRPr lang="zh-CN" altLang="en-US"/>
          </a:p>
          <a:p>
            <a:pPr eaLnBrk="1" hangingPunct="1"/>
            <a:r>
              <a:rPr lang="zh-CN" altLang="en-US"/>
              <a:t>你希望从本课程学到些什么？</a:t>
            </a:r>
            <a:endParaRPr lang="zh-CN" altLang="en-US"/>
          </a:p>
        </p:txBody>
      </p:sp>
      <p:sp>
        <p:nvSpPr>
          <p:cNvPr id="3" name="灯片编号占位符 2"/>
          <p:cNvSpPr>
            <a:spLocks noGrp="1"/>
          </p:cNvSpPr>
          <p:nvPr>
            <p:ph type="sldNum" sz="quarter" idx="10"/>
          </p:nvPr>
        </p:nvSpPr>
        <p:spPr/>
        <p:txBody>
          <a:bodyPr/>
          <a:lstStyle/>
          <a:p>
            <a:pPr>
              <a:defRPr/>
            </a:pPr>
            <a:fld id="{6D9D2222-8541-46EA-AD3B-36A5E091B774}" type="slidenum">
              <a:rPr lang="en-US" altLang="zh-CN" smtClean="0"/>
            </a:fld>
            <a:endParaRPr lang="en-US" altLang="zh-CN" dirty="0"/>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p:txBody>
          <a:bodyPr/>
          <a:lstStyle/>
          <a:p>
            <a:pPr eaLnBrk="1" hangingPunct="1"/>
            <a:r>
              <a:rPr lang="zh-CN" altLang="en-US"/>
              <a:t>课程时间</a:t>
            </a:r>
            <a:endParaRPr lang="zh-CN" altLang="en-US"/>
          </a:p>
        </p:txBody>
      </p:sp>
      <p:sp>
        <p:nvSpPr>
          <p:cNvPr id="9220" name="Rectangle 3"/>
          <p:cNvSpPr>
            <a:spLocks noGrp="1" noChangeArrowheads="1"/>
          </p:cNvSpPr>
          <p:nvPr>
            <p:ph type="body" idx="1"/>
          </p:nvPr>
        </p:nvSpPr>
        <p:spPr/>
        <p:txBody>
          <a:bodyPr/>
          <a:lstStyle/>
          <a:p>
            <a:pPr eaLnBrk="1" hangingPunct="1"/>
            <a:r>
              <a:rPr lang="zh-CN" altLang="en-US"/>
              <a:t>共</a:t>
            </a:r>
            <a:r>
              <a:rPr lang="en-US" altLang="zh-CN"/>
              <a:t>3</a:t>
            </a:r>
            <a:r>
              <a:rPr lang="zh-CN" altLang="en-US"/>
              <a:t>天</a:t>
            </a:r>
            <a:endParaRPr lang="zh-CN" altLang="en-US"/>
          </a:p>
          <a:p>
            <a:pPr eaLnBrk="1" hangingPunct="1"/>
            <a:r>
              <a:rPr lang="zh-CN" altLang="en-US"/>
              <a:t>上午</a:t>
            </a:r>
            <a:r>
              <a:rPr lang="en-US" altLang="zh-CN"/>
              <a:t>08:30-12:00, 10:00-10:15</a:t>
            </a:r>
            <a:r>
              <a:rPr lang="zh-CN" altLang="en-US"/>
              <a:t>茶歇</a:t>
            </a:r>
            <a:endParaRPr lang="zh-CN" altLang="en-US"/>
          </a:p>
          <a:p>
            <a:pPr eaLnBrk="1" hangingPunct="1"/>
            <a:r>
              <a:rPr lang="zh-CN" altLang="en-US"/>
              <a:t>下午</a:t>
            </a:r>
            <a:r>
              <a:rPr lang="en-US" altLang="zh-CN"/>
              <a:t>14:00-17:00, 15:15-15:30</a:t>
            </a:r>
            <a:r>
              <a:rPr lang="zh-CN" altLang="en-US"/>
              <a:t>茶歇</a:t>
            </a:r>
            <a:endParaRPr lang="zh-CN" altLang="en-US"/>
          </a:p>
        </p:txBody>
      </p:sp>
      <p:sp>
        <p:nvSpPr>
          <p:cNvPr id="3" name="灯片编号占位符 2"/>
          <p:cNvSpPr>
            <a:spLocks noGrp="1"/>
          </p:cNvSpPr>
          <p:nvPr>
            <p:ph type="sldNum" sz="quarter" idx="10"/>
          </p:nvPr>
        </p:nvSpPr>
        <p:spPr/>
        <p:txBody>
          <a:bodyPr/>
          <a:lstStyle/>
          <a:p>
            <a:pPr>
              <a:defRPr/>
            </a:pPr>
            <a:fld id="{6D9D2222-8541-46EA-AD3B-36A5E091B774}" type="slidenum">
              <a:rPr lang="en-US" altLang="zh-CN" smtClean="0"/>
            </a:fld>
            <a:endParaRPr lang="en-US" altLang="zh-CN" dirty="0"/>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p:txBody>
          <a:bodyPr/>
          <a:lstStyle/>
          <a:p>
            <a:pPr eaLnBrk="1" hangingPunct="1"/>
            <a:r>
              <a:rPr lang="zh-CN" altLang="en-US"/>
              <a:t>课程规则</a:t>
            </a:r>
            <a:endParaRPr lang="zh-CN" altLang="en-US"/>
          </a:p>
        </p:txBody>
      </p:sp>
      <p:sp>
        <p:nvSpPr>
          <p:cNvPr id="10244" name="Rectangle 3"/>
          <p:cNvSpPr>
            <a:spLocks noGrp="1" noChangeArrowheads="1"/>
          </p:cNvSpPr>
          <p:nvPr>
            <p:ph type="body" idx="1"/>
          </p:nvPr>
        </p:nvSpPr>
        <p:spPr/>
        <p:txBody>
          <a:bodyPr/>
          <a:lstStyle/>
          <a:p>
            <a:pPr eaLnBrk="1" hangingPunct="1"/>
            <a:r>
              <a:rPr lang="zh-CN" altLang="en-US" dirty="0"/>
              <a:t>准时到课</a:t>
            </a:r>
            <a:endParaRPr lang="zh-CN" altLang="en-US" dirty="0"/>
          </a:p>
          <a:p>
            <a:pPr eaLnBrk="1" hangingPunct="1"/>
            <a:r>
              <a:rPr lang="zh-CN" altLang="en-US" dirty="0"/>
              <a:t>积极参与，随时提出问题</a:t>
            </a:r>
            <a:endParaRPr lang="zh-CN" altLang="en-US" dirty="0"/>
          </a:p>
          <a:p>
            <a:pPr lvl="2" eaLnBrk="1" hangingPunct="1"/>
            <a:r>
              <a:rPr lang="zh-CN" altLang="en-US" dirty="0"/>
              <a:t>欢迎任何问题 </a:t>
            </a:r>
            <a:r>
              <a:rPr lang="en-US" altLang="zh-CN" dirty="0"/>
              <a:t>/ No question is stupid.</a:t>
            </a:r>
            <a:endParaRPr lang="zh-CN" altLang="en-US" dirty="0"/>
          </a:p>
          <a:p>
            <a:pPr eaLnBrk="1" hangingPunct="1"/>
            <a:r>
              <a:rPr lang="zh-CN" altLang="en-US" dirty="0"/>
              <a:t>手机请置于会议模式</a:t>
            </a:r>
            <a:endParaRPr lang="zh-CN" altLang="en-US" dirty="0"/>
          </a:p>
          <a:p>
            <a:pPr eaLnBrk="1" hangingPunct="1"/>
            <a:r>
              <a:rPr lang="zh-CN" altLang="en-US" dirty="0"/>
              <a:t>关闭笔记本电脑</a:t>
            </a:r>
            <a:endParaRPr lang="zh-CN" altLang="en-US" dirty="0"/>
          </a:p>
        </p:txBody>
      </p:sp>
      <p:sp>
        <p:nvSpPr>
          <p:cNvPr id="3" name="灯片编号占位符 2"/>
          <p:cNvSpPr>
            <a:spLocks noGrp="1"/>
          </p:cNvSpPr>
          <p:nvPr>
            <p:ph type="sldNum" sz="quarter" idx="10"/>
          </p:nvPr>
        </p:nvSpPr>
        <p:spPr/>
        <p:txBody>
          <a:bodyPr/>
          <a:lstStyle/>
          <a:p>
            <a:pPr>
              <a:defRPr/>
            </a:pPr>
            <a:fld id="{6D9D2222-8541-46EA-AD3B-36A5E091B774}" type="slidenum">
              <a:rPr lang="en-US" altLang="zh-CN" smtClean="0"/>
            </a:fld>
            <a:endParaRPr lang="en-US" altLang="zh-C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课程目标</a:t>
            </a:r>
            <a:endParaRPr lang="zh-CN" altLang="en-US" dirty="0"/>
          </a:p>
        </p:txBody>
      </p:sp>
      <p:sp>
        <p:nvSpPr>
          <p:cNvPr id="3" name="内容占位符 2"/>
          <p:cNvSpPr>
            <a:spLocks noGrp="1"/>
          </p:cNvSpPr>
          <p:nvPr>
            <p:ph idx="1"/>
          </p:nvPr>
        </p:nvSpPr>
        <p:spPr/>
        <p:txBody>
          <a:bodyPr/>
          <a:lstStyle/>
          <a:p>
            <a:r>
              <a:rPr lang="zh-CN" altLang="en-US" dirty="0"/>
              <a:t>掌握知识：理解项目管理的经典框架</a:t>
            </a:r>
            <a:endParaRPr lang="en-US" altLang="zh-CN" dirty="0"/>
          </a:p>
          <a:p>
            <a:pPr lvl="2"/>
            <a:r>
              <a:rPr lang="zh-CN" altLang="en-US" dirty="0"/>
              <a:t>统一词汇，易于沟通</a:t>
            </a:r>
            <a:endParaRPr lang="en-US" altLang="zh-CN" dirty="0"/>
          </a:p>
          <a:p>
            <a:pPr lvl="1"/>
            <a:endParaRPr lang="en-US" altLang="zh-CN" dirty="0"/>
          </a:p>
          <a:p>
            <a:r>
              <a:rPr lang="zh-CN" altLang="en-US" dirty="0"/>
              <a:t>获得能力：聚集项目管理的成功要素</a:t>
            </a:r>
            <a:endParaRPr lang="zh-CN" altLang="en-US" dirty="0"/>
          </a:p>
          <a:p>
            <a:pPr lvl="2"/>
            <a:r>
              <a:rPr lang="zh-CN" altLang="en-US" dirty="0"/>
              <a:t>沟通、沟通、沟通</a:t>
            </a:r>
            <a:endParaRPr lang="en-US" altLang="zh-CN" dirty="0"/>
          </a:p>
          <a:p>
            <a:pPr lvl="2"/>
            <a:r>
              <a:rPr lang="zh-CN" altLang="en-US" dirty="0"/>
              <a:t>流程</a:t>
            </a:r>
            <a:endParaRPr lang="en-US" altLang="zh-CN" dirty="0"/>
          </a:p>
          <a:p>
            <a:pPr lvl="2"/>
            <a:r>
              <a:rPr lang="zh-CN" altLang="en-US" dirty="0"/>
              <a:t>工具</a:t>
            </a:r>
            <a:endParaRPr lang="en-US" altLang="zh-CN" dirty="0"/>
          </a:p>
        </p:txBody>
      </p:sp>
      <p:sp>
        <p:nvSpPr>
          <p:cNvPr id="6" name="灯片编号占位符 5"/>
          <p:cNvSpPr>
            <a:spLocks noGrp="1"/>
          </p:cNvSpPr>
          <p:nvPr>
            <p:ph type="sldNum" sz="quarter" idx="10"/>
          </p:nvPr>
        </p:nvSpPr>
        <p:spPr/>
        <p:txBody>
          <a:bodyPr/>
          <a:lstStyle/>
          <a:p>
            <a:pPr>
              <a:defRPr/>
            </a:pPr>
            <a:fld id="{6D9D2222-8541-46EA-AD3B-36A5E091B774}" type="slidenum">
              <a:rPr lang="en-US" altLang="zh-CN" smtClean="0"/>
            </a:fld>
            <a:endParaRPr lang="en-US" altLang="zh-C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7" name="Rectangle 12"/>
          <p:cNvSpPr>
            <a:spLocks noGrp="1" noChangeArrowheads="1"/>
          </p:cNvSpPr>
          <p:nvPr>
            <p:ph type="title"/>
          </p:nvPr>
        </p:nvSpPr>
        <p:spPr/>
        <p:txBody>
          <a:bodyPr/>
          <a:lstStyle/>
          <a:p>
            <a:pPr eaLnBrk="1" hangingPunct="1"/>
            <a:r>
              <a:rPr lang="zh-CN" altLang="en-US" sz="2800" dirty="0"/>
              <a:t>项目管理学科的发展</a:t>
            </a:r>
            <a:endParaRPr lang="zh-CN" altLang="en-US" sz="2800" dirty="0"/>
          </a:p>
        </p:txBody>
      </p:sp>
      <p:sp>
        <p:nvSpPr>
          <p:cNvPr id="16388" name="Rectangle 13"/>
          <p:cNvSpPr>
            <a:spLocks noGrp="1" noChangeArrowheads="1"/>
          </p:cNvSpPr>
          <p:nvPr>
            <p:ph type="body" idx="1"/>
          </p:nvPr>
        </p:nvSpPr>
        <p:spPr>
          <a:xfrm>
            <a:off x="365125" y="1273175"/>
            <a:ext cx="2926715" cy="5270500"/>
          </a:xfrm>
        </p:spPr>
        <p:txBody>
          <a:bodyPr/>
          <a:lstStyle/>
          <a:p>
            <a:pPr eaLnBrk="1" hangingPunct="1">
              <a:buFontTx/>
              <a:buNone/>
            </a:pPr>
            <a:r>
              <a:rPr lang="zh-CN" altLang="en-US" sz="1400" dirty="0"/>
              <a:t>1.</a:t>
            </a:r>
            <a:r>
              <a:rPr lang="en-US" altLang="zh-CN" sz="1400" dirty="0"/>
              <a:t>1969</a:t>
            </a:r>
            <a:r>
              <a:rPr lang="zh-CN" altLang="en-US" sz="1400" dirty="0"/>
              <a:t>年，</a:t>
            </a:r>
            <a:r>
              <a:rPr lang="en-US" altLang="zh-CN" sz="1400" b="1" dirty="0">
                <a:solidFill>
                  <a:schemeClr val="accent5">
                    <a:lumMod val="75000"/>
                  </a:schemeClr>
                </a:solidFill>
              </a:rPr>
              <a:t>PMI</a:t>
            </a:r>
            <a:r>
              <a:rPr lang="zh-CN" altLang="en-US" sz="1400" dirty="0"/>
              <a:t>成立</a:t>
            </a:r>
            <a:endParaRPr lang="zh-CN" altLang="en-US" sz="1400" dirty="0"/>
          </a:p>
          <a:p>
            <a:pPr eaLnBrk="1" hangingPunct="1">
              <a:buFontTx/>
              <a:buNone/>
            </a:pPr>
            <a:r>
              <a:rPr lang="zh-CN" altLang="en-US" sz="1400" dirty="0"/>
              <a:t>2.</a:t>
            </a:r>
            <a:r>
              <a:rPr lang="en-US" altLang="zh-CN" sz="1400" dirty="0"/>
              <a:t>1981</a:t>
            </a:r>
            <a:r>
              <a:rPr lang="zh-CN" altLang="en-US" sz="1400" dirty="0"/>
              <a:t>年，</a:t>
            </a:r>
            <a:r>
              <a:rPr lang="en-US" altLang="zh-CN" sz="1400" dirty="0"/>
              <a:t>PMI</a:t>
            </a:r>
            <a:r>
              <a:rPr lang="zh-CN" altLang="en-US" sz="1400" dirty="0"/>
              <a:t>组成专门研究组</a:t>
            </a:r>
            <a:r>
              <a:rPr lang="en-US" altLang="zh-CN" sz="1400" dirty="0"/>
              <a:t>ESA</a:t>
            </a:r>
            <a:endParaRPr lang="en-US" altLang="zh-CN" sz="1400" dirty="0"/>
          </a:p>
          <a:p>
            <a:pPr eaLnBrk="1" hangingPunct="1">
              <a:buFontTx/>
              <a:buNone/>
            </a:pPr>
            <a:r>
              <a:rPr lang="zh-CN" altLang="en-US" sz="1400" dirty="0"/>
              <a:t>3.</a:t>
            </a:r>
            <a:r>
              <a:rPr lang="en-US" altLang="zh-CN" sz="1400" dirty="0"/>
              <a:t>1983</a:t>
            </a:r>
            <a:r>
              <a:rPr lang="zh-CN" altLang="en-US" sz="1400" dirty="0"/>
              <a:t>年</a:t>
            </a:r>
            <a:r>
              <a:rPr lang="en-US" altLang="zh-CN" sz="1400" dirty="0"/>
              <a:t>8</a:t>
            </a:r>
            <a:r>
              <a:rPr lang="zh-CN" altLang="en-US" sz="1400" dirty="0"/>
              <a:t>月，小组公布了研究报告。同年，</a:t>
            </a:r>
            <a:r>
              <a:rPr lang="en-US" altLang="zh-CN" sz="1400" dirty="0"/>
              <a:t>Western Carolina University </a:t>
            </a:r>
            <a:r>
              <a:rPr lang="zh-CN" altLang="en-US" sz="1400" dirty="0"/>
              <a:t>设立项目管理硕士学位 </a:t>
            </a:r>
            <a:endParaRPr lang="zh-CN" altLang="en-US" sz="1400" dirty="0"/>
          </a:p>
          <a:p>
            <a:pPr eaLnBrk="1" hangingPunct="1">
              <a:buFontTx/>
              <a:buNone/>
            </a:pPr>
            <a:r>
              <a:rPr lang="en-US" altLang="zh-CN" sz="1400" dirty="0"/>
              <a:t>4. 1984</a:t>
            </a:r>
            <a:r>
              <a:rPr lang="zh-CN" altLang="en-US" sz="1400" dirty="0"/>
              <a:t>年，第一批</a:t>
            </a:r>
            <a:r>
              <a:rPr lang="en-US" altLang="zh-CN" sz="1400" b="1" dirty="0">
                <a:solidFill>
                  <a:schemeClr val="accent5">
                    <a:lumMod val="75000"/>
                  </a:schemeClr>
                </a:solidFill>
              </a:rPr>
              <a:t>PMP</a:t>
            </a:r>
            <a:r>
              <a:rPr lang="zh-CN" altLang="en-US" sz="1400" dirty="0"/>
              <a:t>被认证</a:t>
            </a:r>
            <a:endParaRPr lang="zh-CN" altLang="en-US" sz="1400" dirty="0"/>
          </a:p>
          <a:p>
            <a:pPr eaLnBrk="1" hangingPunct="1">
              <a:buFontTx/>
              <a:buNone/>
            </a:pPr>
            <a:r>
              <a:rPr lang="en-US" altLang="zh-CN" sz="1400" dirty="0"/>
              <a:t>5. </a:t>
            </a:r>
            <a:r>
              <a:rPr lang="en-US" altLang="zh-CN" sz="1400" b="1" dirty="0">
                <a:solidFill>
                  <a:schemeClr val="accent5">
                    <a:lumMod val="75000"/>
                  </a:schemeClr>
                </a:solidFill>
              </a:rPr>
              <a:t>PMBOK</a:t>
            </a:r>
            <a:r>
              <a:rPr lang="zh-CN" altLang="en-US" sz="1400" dirty="0"/>
              <a:t>多次被更新，最新为第</a:t>
            </a:r>
            <a:r>
              <a:rPr lang="en-US" altLang="zh-CN" sz="1400" dirty="0"/>
              <a:t>7</a:t>
            </a:r>
            <a:r>
              <a:rPr lang="zh-CN" altLang="en-US" sz="1400" dirty="0"/>
              <a:t>版（</a:t>
            </a:r>
            <a:r>
              <a:rPr lang="en-US" altLang="zh-CN" sz="1400" dirty="0"/>
              <a:t>2021</a:t>
            </a:r>
            <a:r>
              <a:rPr lang="zh-CN" altLang="en-US" sz="1400" dirty="0"/>
              <a:t>年）</a:t>
            </a:r>
            <a:endParaRPr lang="zh-CN" altLang="en-US" sz="1400" dirty="0"/>
          </a:p>
        </p:txBody>
      </p:sp>
      <p:pic>
        <p:nvPicPr>
          <p:cNvPr id="16389"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54222" y="0"/>
            <a:ext cx="6051778"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5125" y="3908425"/>
            <a:ext cx="1842184" cy="2392089"/>
          </a:xfrm>
          <a:prstGeom prst="rect">
            <a:avLst/>
          </a:prstGeom>
          <a:ln w="3175">
            <a:solidFill>
              <a:schemeClr val="bg1">
                <a:lumMod val="20000"/>
                <a:lumOff val="80000"/>
              </a:schemeClr>
            </a:solidFill>
          </a:ln>
        </p:spPr>
      </p:pic>
      <p:sp>
        <p:nvSpPr>
          <p:cNvPr id="4" name="灯片编号占位符 3"/>
          <p:cNvSpPr>
            <a:spLocks noGrp="1"/>
          </p:cNvSpPr>
          <p:nvPr>
            <p:ph type="sldNum" sz="quarter" idx="10"/>
          </p:nvPr>
        </p:nvSpPr>
        <p:spPr/>
        <p:txBody>
          <a:bodyPr/>
          <a:lstStyle/>
          <a:p>
            <a:pPr>
              <a:defRPr/>
            </a:pPr>
            <a:fld id="{6D9D2222-8541-46EA-AD3B-36A5E091B774}" type="slidenum">
              <a:rPr lang="en-US" altLang="zh-CN" smtClean="0"/>
            </a:fld>
            <a:endParaRPr lang="en-US" altLang="zh-CN" dirty="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66713" y="195263"/>
            <a:ext cx="7943850" cy="822325"/>
          </a:xfrm>
        </p:spPr>
        <p:txBody>
          <a:bodyPr/>
          <a:lstStyle/>
          <a:p>
            <a:r>
              <a:rPr lang="zh-CN" altLang="en-US" dirty="0"/>
              <a:t>项目管理的重要性</a:t>
            </a:r>
            <a:endParaRPr lang="zh-CN" altLang="en-US" dirty="0"/>
          </a:p>
        </p:txBody>
      </p:sp>
      <p:sp>
        <p:nvSpPr>
          <p:cNvPr id="3" name="内容占位符 2"/>
          <p:cNvSpPr>
            <a:spLocks noGrp="1"/>
          </p:cNvSpPr>
          <p:nvPr>
            <p:ph idx="1"/>
          </p:nvPr>
        </p:nvSpPr>
        <p:spPr>
          <a:xfrm>
            <a:off x="365125" y="1273175"/>
            <a:ext cx="9093200" cy="5270500"/>
          </a:xfrm>
        </p:spPr>
        <p:txBody>
          <a:bodyPr/>
          <a:lstStyle/>
          <a:p>
            <a:r>
              <a:rPr lang="zh-CN" altLang="en-US" dirty="0"/>
              <a:t>于公：业务盈利的关键</a:t>
            </a:r>
            <a:endParaRPr lang="en-US" altLang="zh-CN" dirty="0"/>
          </a:p>
          <a:p>
            <a:pPr lvl="2"/>
            <a:r>
              <a:rPr lang="zh-CN" altLang="en-US" dirty="0"/>
              <a:t>特别是对于一个</a:t>
            </a:r>
            <a:r>
              <a:rPr lang="en-US" altLang="zh-CN" dirty="0"/>
              <a:t>2B</a:t>
            </a:r>
            <a:r>
              <a:rPr lang="zh-CN" altLang="en-US" dirty="0"/>
              <a:t>业务的公司</a:t>
            </a:r>
            <a:endParaRPr lang="en-US" altLang="zh-CN" dirty="0"/>
          </a:p>
          <a:p>
            <a:pPr lvl="2"/>
            <a:r>
              <a:rPr lang="zh-CN" altLang="en-US" dirty="0"/>
              <a:t>确保交付的一致性和质量</a:t>
            </a:r>
            <a:endParaRPr lang="zh-CN" altLang="en-US" dirty="0"/>
          </a:p>
          <a:p>
            <a:pPr lvl="2"/>
            <a:r>
              <a:rPr lang="zh-CN" altLang="en-US" dirty="0"/>
              <a:t>控制成本、提高团队协作、风险管理、客户满意度</a:t>
            </a:r>
            <a:r>
              <a:rPr lang="en-US" altLang="zh-CN" dirty="0"/>
              <a:t>……</a:t>
            </a:r>
            <a:endParaRPr lang="en-US" altLang="zh-CN" dirty="0"/>
          </a:p>
          <a:p>
            <a:pPr lvl="2"/>
            <a:endParaRPr lang="en-US" altLang="zh-CN" dirty="0"/>
          </a:p>
          <a:p>
            <a:r>
              <a:rPr lang="zh-CN" altLang="en-US" dirty="0"/>
              <a:t>于私：助力人生管理</a:t>
            </a:r>
            <a:endParaRPr lang="en-US" altLang="zh-CN" dirty="0"/>
          </a:p>
          <a:p>
            <a:pPr lvl="2"/>
            <a:r>
              <a:rPr lang="zh-CN" altLang="en-US" dirty="0"/>
              <a:t>凡事预则立，不预则废。</a:t>
            </a:r>
            <a:r>
              <a:rPr lang="en-US" altLang="zh-CN" dirty="0"/>
              <a:t>——《</a:t>
            </a:r>
            <a:r>
              <a:rPr lang="zh-CN" altLang="en-US" dirty="0"/>
              <a:t>礼记</a:t>
            </a:r>
            <a:r>
              <a:rPr lang="en-US" altLang="zh-CN" dirty="0"/>
              <a:t>·</a:t>
            </a:r>
            <a:r>
              <a:rPr lang="zh-CN" altLang="en-US" dirty="0"/>
              <a:t>中庸</a:t>
            </a:r>
            <a:r>
              <a:rPr lang="en-US" altLang="zh-CN" dirty="0"/>
              <a:t>》</a:t>
            </a:r>
            <a:endParaRPr lang="zh-CN" altLang="en-US" dirty="0"/>
          </a:p>
        </p:txBody>
      </p:sp>
      <p:sp>
        <p:nvSpPr>
          <p:cNvPr id="6" name="灯片编号占位符 5"/>
          <p:cNvSpPr>
            <a:spLocks noGrp="1"/>
          </p:cNvSpPr>
          <p:nvPr>
            <p:ph type="sldNum" sz="quarter" idx="10"/>
          </p:nvPr>
        </p:nvSpPr>
        <p:spPr/>
        <p:txBody>
          <a:bodyPr/>
          <a:lstStyle/>
          <a:p>
            <a:pPr>
              <a:defRPr/>
            </a:pPr>
            <a:fld id="{6D9D2222-8541-46EA-AD3B-36A5E091B774}" type="slidenum">
              <a:rPr lang="en-US" altLang="zh-CN" smtClean="0"/>
            </a:fld>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noChangeArrowheads="1"/>
          </p:cNvSpPr>
          <p:nvPr>
            <p:ph type="title"/>
          </p:nvPr>
        </p:nvSpPr>
        <p:spPr/>
        <p:txBody>
          <a:bodyPr/>
          <a:lstStyle/>
          <a:p>
            <a:r>
              <a:rPr lang="zh-CN" altLang="en-US" dirty="0"/>
              <a:t>项目管理与业务流程的关系</a:t>
            </a:r>
            <a:endParaRPr lang="zh-CN" altLang="en-US" dirty="0"/>
          </a:p>
        </p:txBody>
      </p:sp>
      <p:graphicFrame>
        <p:nvGraphicFramePr>
          <p:cNvPr id="5" name="表格 5"/>
          <p:cNvGraphicFramePr>
            <a:graphicFrameLocks noGrp="1"/>
          </p:cNvGraphicFramePr>
          <p:nvPr>
            <p:ph idx="1"/>
          </p:nvPr>
        </p:nvGraphicFramePr>
        <p:xfrm>
          <a:off x="593725" y="2430463"/>
          <a:ext cx="8718550" cy="3679885"/>
        </p:xfrm>
        <a:graphic>
          <a:graphicData uri="http://schemas.openxmlformats.org/drawingml/2006/table">
            <a:tbl>
              <a:tblPr>
                <a:tableStyleId>{5940675A-B579-460E-94D1-54222C63F5DA}</a:tableStyleId>
              </a:tblPr>
              <a:tblGrid>
                <a:gridCol w="1529253"/>
                <a:gridCol w="1958167"/>
                <a:gridCol w="1743710"/>
                <a:gridCol w="1743710"/>
                <a:gridCol w="1743710"/>
              </a:tblGrid>
              <a:tr h="365729">
                <a:tc rowSpan="2">
                  <a:txBody>
                    <a:bodyPr/>
                    <a:lstStyle/>
                    <a:p>
                      <a:pPr algn="ctr"/>
                      <a:r>
                        <a:rPr lang="zh-CN" altLang="en-US" sz="1800" dirty="0">
                          <a:solidFill>
                            <a:schemeClr val="bg1"/>
                          </a:solidFill>
                        </a:rPr>
                        <a:t>战略流程</a:t>
                      </a:r>
                      <a:endParaRPr lang="zh-CN" altLang="en-US" sz="1800" dirty="0">
                        <a:solidFill>
                          <a:schemeClr val="bg1"/>
                        </a:solidFill>
                      </a:endParaRPr>
                    </a:p>
                  </a:txBody>
                  <a:tcPr marL="91431" marR="91431" marT="45709" marB="45709" anchor="ctr">
                    <a:lnL w="12700" cap="flat" cmpd="sng" algn="ctr">
                      <a:noFill/>
                      <a:prstDash val="solid"/>
                      <a:round/>
                      <a:headEnd type="none" w="med" len="med"/>
                      <a:tailEnd type="none" w="med" len="med"/>
                    </a:lnL>
                    <a:lnR w="38100"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ADFF4"/>
                    </a:solidFill>
                  </a:tcPr>
                </a:tc>
                <a:tc gridSpan="4">
                  <a:txBody>
                    <a:bodyPr/>
                    <a:lstStyle/>
                    <a:p>
                      <a:pPr algn="ctr"/>
                      <a:r>
                        <a:rPr lang="zh-CN" altLang="en-US" sz="1800" dirty="0">
                          <a:solidFill>
                            <a:schemeClr val="bg1"/>
                          </a:solidFill>
                        </a:rPr>
                        <a:t>战略</a:t>
                      </a:r>
                      <a:endParaRPr lang="zh-CN" altLang="en-US" sz="1800" dirty="0">
                        <a:solidFill>
                          <a:schemeClr val="bg1"/>
                        </a:solidFill>
                      </a:endParaRPr>
                    </a:p>
                  </a:txBody>
                  <a:tcPr marL="91431" marR="91431" marT="45709" marB="45709" anchor="ctr">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20000"/>
                        <a:lumOff val="80000"/>
                      </a:schemeClr>
                    </a:solidFill>
                  </a:tcPr>
                </a:tc>
                <a:tc hMerge="1">
                  <a:tcPr anchor="ctr"/>
                </a:tc>
                <a:tc hMerge="1">
                  <a:tcPr anchor="ctr"/>
                </a:tc>
                <a:tc hMerge="1">
                  <a:tcPr anchor="ctr"/>
                </a:tc>
              </a:tr>
              <a:tr h="365729">
                <a:tc vMerge="1">
                  <a:tcPr/>
                </a:tc>
                <a:tc gridSpan="4">
                  <a:txBody>
                    <a:bodyPr/>
                    <a:lstStyle/>
                    <a:p>
                      <a:pPr algn="ctr"/>
                      <a:r>
                        <a:rPr lang="zh-CN" altLang="en-US" sz="1800" dirty="0">
                          <a:solidFill>
                            <a:schemeClr val="bg1"/>
                          </a:solidFill>
                        </a:rPr>
                        <a:t>合规</a:t>
                      </a:r>
                      <a:endParaRPr lang="zh-CN" altLang="en-US" sz="1800" dirty="0">
                        <a:solidFill>
                          <a:schemeClr val="bg1"/>
                        </a:solidFill>
                      </a:endParaRPr>
                    </a:p>
                  </a:txBody>
                  <a:tcPr marL="91431" marR="91431" marT="45709" marB="45709" anchor="ctr">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solidFill>
                      <a:schemeClr val="bg1">
                        <a:lumMod val="20000"/>
                        <a:lumOff val="80000"/>
                      </a:schemeClr>
                    </a:solidFill>
                  </a:tcPr>
                </a:tc>
                <a:tc hMerge="1">
                  <a:tcPr/>
                </a:tc>
                <a:tc hMerge="1">
                  <a:tcPr/>
                </a:tc>
                <a:tc hMerge="1">
                  <a:tcPr/>
                </a:tc>
              </a:tr>
              <a:tr h="1119719">
                <a:tc>
                  <a:txBody>
                    <a:bodyPr/>
                    <a:lstStyle/>
                    <a:p>
                      <a:pPr algn="ctr"/>
                      <a:r>
                        <a:rPr lang="zh-CN" altLang="en-US" sz="1800" dirty="0">
                          <a:solidFill>
                            <a:schemeClr val="bg1"/>
                          </a:solidFill>
                        </a:rPr>
                        <a:t>业务流程</a:t>
                      </a:r>
                      <a:endParaRPr lang="zh-CN" altLang="en-US" sz="1800" dirty="0">
                        <a:solidFill>
                          <a:schemeClr val="bg1"/>
                        </a:solidFill>
                      </a:endParaRPr>
                    </a:p>
                  </a:txBody>
                  <a:tcPr marL="91431" marR="91431" marT="45709" marB="45709" anchor="ctr">
                    <a:lnL w="12700" cap="flat" cmpd="sng" algn="ctr">
                      <a:noFill/>
                      <a:prstDash val="solid"/>
                      <a:round/>
                      <a:headEnd type="none" w="med" len="med"/>
                      <a:tailEnd type="none" w="med" len="med"/>
                    </a:lnL>
                    <a:lnR w="38100"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EEC8"/>
                    </a:solidFill>
                  </a:tcPr>
                </a:tc>
                <a:tc>
                  <a:txBody>
                    <a:bodyPr/>
                    <a:lstStyle/>
                    <a:p>
                      <a:pPr algn="ctr"/>
                      <a:r>
                        <a:rPr lang="zh-CN" altLang="en-US" sz="1800" dirty="0">
                          <a:solidFill>
                            <a:schemeClr val="bg1"/>
                          </a:solidFill>
                        </a:rPr>
                        <a:t>市场</a:t>
                      </a:r>
                      <a:endParaRPr lang="zh-CN" altLang="en-US" sz="1800" dirty="0">
                        <a:solidFill>
                          <a:schemeClr val="bg1"/>
                        </a:solidFill>
                      </a:endParaRPr>
                    </a:p>
                  </a:txBody>
                  <a:tcPr marL="91431" marR="91431" marT="45709" marB="45709" anchor="ctr">
                    <a:lnL w="381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solidFill>
                      <a:schemeClr val="accent1">
                        <a:lumMod val="20000"/>
                        <a:lumOff val="80000"/>
                      </a:schemeClr>
                    </a:solidFill>
                  </a:tcPr>
                </a:tc>
                <a:tc>
                  <a:txBody>
                    <a:bodyPr/>
                    <a:lstStyle/>
                    <a:p>
                      <a:pPr algn="ctr"/>
                      <a:r>
                        <a:rPr lang="zh-CN" altLang="en-US" sz="1800" dirty="0">
                          <a:solidFill>
                            <a:schemeClr val="bg1"/>
                          </a:solidFill>
                        </a:rPr>
                        <a:t>研发</a:t>
                      </a:r>
                      <a:endParaRPr lang="zh-CN" altLang="en-US" sz="1800" dirty="0">
                        <a:solidFill>
                          <a:schemeClr val="bg1"/>
                        </a:solidFill>
                      </a:endParaRPr>
                    </a:p>
                  </a:txBody>
                  <a:tcPr marL="91431" marR="91431" marT="45709" marB="45709"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solidFill>
                      <a:schemeClr val="accent1">
                        <a:lumMod val="20000"/>
                        <a:lumOff val="80000"/>
                      </a:schemeClr>
                    </a:solidFill>
                  </a:tcPr>
                </a:tc>
                <a:tc>
                  <a:txBody>
                    <a:bodyPr/>
                    <a:lstStyle/>
                    <a:p>
                      <a:pPr algn="ctr"/>
                      <a:r>
                        <a:rPr lang="zh-CN" altLang="en-US" sz="1800" dirty="0">
                          <a:solidFill>
                            <a:schemeClr val="bg1"/>
                          </a:solidFill>
                        </a:rPr>
                        <a:t>销售</a:t>
                      </a:r>
                      <a:endParaRPr lang="zh-CN" altLang="en-US" sz="1800" dirty="0">
                        <a:solidFill>
                          <a:schemeClr val="bg1"/>
                        </a:solidFill>
                      </a:endParaRPr>
                    </a:p>
                  </a:txBody>
                  <a:tcPr marL="91431" marR="91431" marT="45709" marB="45709"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solidFill>
                      <a:schemeClr val="accent1">
                        <a:lumMod val="20000"/>
                        <a:lumOff val="80000"/>
                      </a:schemeClr>
                    </a:solidFill>
                  </a:tcPr>
                </a:tc>
                <a:tc>
                  <a:txBody>
                    <a:bodyPr/>
                    <a:lstStyle/>
                    <a:p>
                      <a:pPr algn="ctr"/>
                      <a:r>
                        <a:rPr lang="zh-CN" altLang="en-US" sz="1800" dirty="0">
                          <a:solidFill>
                            <a:schemeClr val="bg1"/>
                          </a:solidFill>
                        </a:rPr>
                        <a:t>运营、服务</a:t>
                      </a:r>
                      <a:endParaRPr lang="zh-CN" altLang="en-US" sz="1800" dirty="0">
                        <a:solidFill>
                          <a:schemeClr val="bg1"/>
                        </a:solidFill>
                      </a:endParaRPr>
                    </a:p>
                  </a:txBody>
                  <a:tcPr marL="91431" marR="91431" marT="45709" marB="45709" anchor="ctr">
                    <a:lnL w="127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solidFill>
                      <a:schemeClr val="accent1">
                        <a:lumMod val="20000"/>
                        <a:lumOff val="80000"/>
                      </a:schemeClr>
                    </a:solidFill>
                  </a:tcPr>
                </a:tc>
              </a:tr>
              <a:tr h="365729">
                <a:tc rowSpan="5">
                  <a:txBody>
                    <a:bodyPr/>
                    <a:lstStyle/>
                    <a:p>
                      <a:pPr algn="ctr"/>
                      <a:r>
                        <a:rPr lang="zh-CN" altLang="en-US" sz="1800" dirty="0">
                          <a:solidFill>
                            <a:schemeClr val="bg1"/>
                          </a:solidFill>
                        </a:rPr>
                        <a:t>支撑流程</a:t>
                      </a:r>
                      <a:endParaRPr lang="zh-CN" altLang="en-US" sz="1800" dirty="0">
                        <a:solidFill>
                          <a:schemeClr val="bg1"/>
                        </a:solidFill>
                      </a:endParaRPr>
                    </a:p>
                  </a:txBody>
                  <a:tcPr marL="91431" marR="91431" marT="45709" marB="45709" anchor="ctr">
                    <a:lnL w="12700" cap="flat" cmpd="sng" algn="ctr">
                      <a:noFill/>
                      <a:prstDash val="solid"/>
                      <a:round/>
                      <a:headEnd type="none" w="med" len="med"/>
                      <a:tailEnd type="none" w="med" len="med"/>
                    </a:lnL>
                    <a:lnR w="38100"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EB986"/>
                    </a:solidFill>
                  </a:tcPr>
                </a:tc>
                <a:tc gridSpan="4">
                  <a:txBody>
                    <a:bodyPr/>
                    <a:lstStyle/>
                    <a:p>
                      <a:pPr algn="ctr"/>
                      <a:r>
                        <a:rPr lang="zh-CN" altLang="en-US" sz="1800" dirty="0">
                          <a:solidFill>
                            <a:schemeClr val="bg1"/>
                          </a:solidFill>
                        </a:rPr>
                        <a:t>人事</a:t>
                      </a:r>
                      <a:endParaRPr lang="zh-CN" altLang="en-US" sz="1800" dirty="0">
                        <a:solidFill>
                          <a:schemeClr val="bg1"/>
                        </a:solidFill>
                      </a:endParaRPr>
                    </a:p>
                  </a:txBody>
                  <a:tcPr marL="91431" marR="91431" marT="45709" marB="45709" anchor="ctr">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5">
                        <a:lumMod val="90000"/>
                      </a:schemeClr>
                    </a:solidFill>
                  </a:tcPr>
                </a:tc>
                <a:tc hMerge="1">
                  <a:tcPr anchor="ctr"/>
                </a:tc>
                <a:tc hMerge="1">
                  <a:tcPr anchor="ctr"/>
                </a:tc>
                <a:tc hMerge="1">
                  <a:tcPr anchor="ctr"/>
                </a:tc>
              </a:tr>
              <a:tr h="365729">
                <a:tc vMerge="1">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dirty="0">
                          <a:solidFill>
                            <a:schemeClr val="bg1"/>
                          </a:solidFill>
                        </a:rPr>
                        <a:t>财务</a:t>
                      </a:r>
                      <a:endParaRPr lang="zh-CN" altLang="en-US" sz="1800" dirty="0">
                        <a:solidFill>
                          <a:schemeClr val="bg1"/>
                        </a:solidFill>
                      </a:endParaRPr>
                    </a:p>
                  </a:txBody>
                  <a:tcPr marL="91431" marR="91431" marT="45709" marB="45709" anchor="ctr">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5">
                        <a:lumMod val="90000"/>
                      </a:schemeClr>
                    </a:solidFill>
                  </a:tcPr>
                </a:tc>
                <a:tc hMerge="1">
                  <a:tcPr/>
                </a:tc>
                <a:tc hMerge="1">
                  <a:tcPr/>
                </a:tc>
                <a:tc hMerge="1">
                  <a:tcPr/>
                </a:tc>
              </a:tr>
              <a:tr h="365729">
                <a:tc vMerge="1">
                  <a:tcPr/>
                </a:tc>
                <a:tc gridSpan="4">
                  <a:txBody>
                    <a:bodyPr/>
                    <a:lstStyle/>
                    <a:p>
                      <a:pPr algn="ctr"/>
                      <a:r>
                        <a:rPr lang="en-US" altLang="zh-CN" sz="1800" dirty="0">
                          <a:solidFill>
                            <a:schemeClr val="bg1"/>
                          </a:solidFill>
                        </a:rPr>
                        <a:t>IT</a:t>
                      </a:r>
                      <a:endParaRPr lang="zh-CN" altLang="en-US" sz="1800" dirty="0">
                        <a:solidFill>
                          <a:schemeClr val="bg1"/>
                        </a:solidFill>
                      </a:endParaRPr>
                    </a:p>
                  </a:txBody>
                  <a:tcPr marL="91431" marR="91431" marT="45709" marB="45709" anchor="ctr">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5">
                        <a:lumMod val="90000"/>
                      </a:schemeClr>
                    </a:solidFill>
                  </a:tcPr>
                </a:tc>
                <a:tc hMerge="1">
                  <a:tcPr/>
                </a:tc>
                <a:tc hMerge="1">
                  <a:tcPr/>
                </a:tc>
                <a:tc hMerge="1">
                  <a:tcPr/>
                </a:tc>
              </a:tr>
              <a:tr h="365729">
                <a:tc vMerge="1">
                  <a:tcPr/>
                </a:tc>
                <a:tc gridSpan="4">
                  <a:txBody>
                    <a:bodyPr/>
                    <a:lstStyle/>
                    <a:p>
                      <a:pPr algn="ctr"/>
                      <a:r>
                        <a:rPr lang="zh-CN" altLang="en-US" sz="1800" dirty="0">
                          <a:solidFill>
                            <a:schemeClr val="bg1"/>
                          </a:solidFill>
                        </a:rPr>
                        <a:t>合同</a:t>
                      </a:r>
                      <a:r>
                        <a:rPr lang="en-US" altLang="zh-CN" sz="1800" dirty="0">
                          <a:solidFill>
                            <a:schemeClr val="bg1"/>
                          </a:solidFill>
                        </a:rPr>
                        <a:t>/</a:t>
                      </a:r>
                      <a:r>
                        <a:rPr lang="zh-CN" altLang="en-US" sz="1800" dirty="0">
                          <a:solidFill>
                            <a:schemeClr val="bg1"/>
                          </a:solidFill>
                        </a:rPr>
                        <a:t>法务</a:t>
                      </a:r>
                      <a:r>
                        <a:rPr lang="en-US" altLang="zh-CN" sz="1800" dirty="0">
                          <a:solidFill>
                            <a:schemeClr val="bg1"/>
                          </a:solidFill>
                        </a:rPr>
                        <a:t>/</a:t>
                      </a:r>
                      <a:r>
                        <a:rPr lang="zh-CN" altLang="en-US" sz="1800" dirty="0">
                          <a:solidFill>
                            <a:schemeClr val="bg1"/>
                          </a:solidFill>
                        </a:rPr>
                        <a:t>风控</a:t>
                      </a:r>
                      <a:endParaRPr lang="zh-CN" altLang="en-US" sz="1800" dirty="0">
                        <a:solidFill>
                          <a:schemeClr val="bg1"/>
                        </a:solidFill>
                      </a:endParaRPr>
                    </a:p>
                  </a:txBody>
                  <a:tcPr marL="91431" marR="91431" marT="45709" marB="45709" anchor="ctr">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5">
                        <a:lumMod val="90000"/>
                      </a:schemeClr>
                    </a:solidFill>
                  </a:tcPr>
                </a:tc>
                <a:tc hMerge="1">
                  <a:tcPr/>
                </a:tc>
                <a:tc hMerge="1">
                  <a:tcPr/>
                </a:tc>
                <a:tc hMerge="1">
                  <a:tcPr/>
                </a:tc>
              </a:tr>
              <a:tr h="365729">
                <a:tc vMerge="1">
                  <a:tcPr/>
                </a:tc>
                <a:tc gridSpan="4">
                  <a:txBody>
                    <a:bodyPr/>
                    <a:lstStyle/>
                    <a:p>
                      <a:pPr algn="ctr"/>
                      <a:r>
                        <a:rPr lang="zh-CN" altLang="en-US" sz="1800" dirty="0">
                          <a:solidFill>
                            <a:schemeClr val="bg1"/>
                          </a:solidFill>
                        </a:rPr>
                        <a:t>质量</a:t>
                      </a:r>
                      <a:r>
                        <a:rPr lang="en-US" altLang="zh-CN" sz="1800" dirty="0">
                          <a:solidFill>
                            <a:schemeClr val="bg1"/>
                          </a:solidFill>
                        </a:rPr>
                        <a:t>/</a:t>
                      </a:r>
                      <a:r>
                        <a:rPr lang="zh-CN" altLang="en-US" sz="1800" dirty="0">
                          <a:solidFill>
                            <a:schemeClr val="bg1"/>
                          </a:solidFill>
                        </a:rPr>
                        <a:t>流程优化</a:t>
                      </a:r>
                      <a:endParaRPr lang="zh-CN" altLang="en-US" sz="1800" dirty="0">
                        <a:solidFill>
                          <a:schemeClr val="bg1"/>
                        </a:solidFill>
                      </a:endParaRPr>
                    </a:p>
                  </a:txBody>
                  <a:tcPr marL="91431" marR="91431" marT="45709" marB="45709" anchor="ctr">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solidFill>
                      <a:schemeClr val="accent5">
                        <a:lumMod val="90000"/>
                      </a:schemeClr>
                    </a:solidFill>
                  </a:tcPr>
                </a:tc>
                <a:tc hMerge="1">
                  <a:tcPr/>
                </a:tc>
                <a:tc hMerge="1">
                  <a:tcPr/>
                </a:tc>
                <a:tc hMerge="1">
                  <a:tcPr/>
                </a:tc>
              </a:tr>
            </a:tbl>
          </a:graphicData>
        </a:graphic>
      </p:graphicFrame>
      <p:sp>
        <p:nvSpPr>
          <p:cNvPr id="20513" name="文本框 6"/>
          <p:cNvSpPr txBox="1">
            <a:spLocks noChangeArrowheads="1"/>
          </p:cNvSpPr>
          <p:nvPr/>
        </p:nvSpPr>
        <p:spPr bwMode="auto">
          <a:xfrm>
            <a:off x="1778000" y="1524000"/>
            <a:ext cx="57245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r>
              <a:rPr lang="zh-CN" altLang="en-US">
                <a:solidFill>
                  <a:schemeClr val="bg1"/>
                </a:solidFill>
                <a:latin typeface="黑体" panose="02010609060101010101" pitchFamily="49" charset="-122"/>
                <a:ea typeface="黑体" panose="02010609060101010101" pitchFamily="49" charset="-122"/>
              </a:rPr>
              <a:t>你做过的项目发生在哪里？</a:t>
            </a:r>
            <a:r>
              <a:rPr lang="en-US" altLang="zh-CN">
                <a:solidFill>
                  <a:schemeClr val="bg1"/>
                </a:solidFill>
                <a:latin typeface="黑体" panose="02010609060101010101" pitchFamily="49" charset="-122"/>
                <a:ea typeface="黑体" panose="02010609060101010101" pitchFamily="49" charset="-122"/>
              </a:rPr>
              <a:t>——</a:t>
            </a:r>
            <a:r>
              <a:rPr lang="zh-CN" altLang="en-US">
                <a:solidFill>
                  <a:schemeClr val="bg1"/>
                </a:solidFill>
                <a:latin typeface="黑体" panose="02010609060101010101" pitchFamily="49" charset="-122"/>
                <a:ea typeface="黑体" panose="02010609060101010101" pitchFamily="49" charset="-122"/>
              </a:rPr>
              <a:t>拓展边界</a:t>
            </a:r>
            <a:endParaRPr lang="zh-CN" altLang="en-US">
              <a:solidFill>
                <a:schemeClr val="bg1"/>
              </a:solidFill>
              <a:latin typeface="黑体" panose="02010609060101010101" pitchFamily="49" charset="-122"/>
              <a:ea typeface="黑体" panose="02010609060101010101" pitchFamily="49" charset="-122"/>
            </a:endParaRPr>
          </a:p>
        </p:txBody>
      </p:sp>
      <p:sp>
        <p:nvSpPr>
          <p:cNvPr id="3" name="灯片编号占位符 2"/>
          <p:cNvSpPr>
            <a:spLocks noGrp="1"/>
          </p:cNvSpPr>
          <p:nvPr>
            <p:ph type="sldNum" sz="quarter" idx="10"/>
          </p:nvPr>
        </p:nvSpPr>
        <p:spPr/>
        <p:txBody>
          <a:bodyPr/>
          <a:lstStyle/>
          <a:p>
            <a:pPr>
              <a:defRPr/>
            </a:pPr>
            <a:fld id="{6D9D2222-8541-46EA-AD3B-36A5E091B774}" type="slidenum">
              <a:rPr lang="en-US" altLang="zh-CN" smtClean="0"/>
            </a:fld>
            <a:endParaRPr lang="en-US" altLang="zh-C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p:txBody>
          <a:bodyPr/>
          <a:lstStyle/>
          <a:p>
            <a:pPr eaLnBrk="1" hangingPunct="1"/>
            <a:r>
              <a:rPr lang="zh-CN" altLang="en-US"/>
              <a:t>远航</a:t>
            </a:r>
            <a:endParaRPr lang="zh-CN" altLang="en-US"/>
          </a:p>
        </p:txBody>
      </p:sp>
      <p:sp>
        <p:nvSpPr>
          <p:cNvPr id="12292" name="Rectangle 3"/>
          <p:cNvSpPr>
            <a:spLocks noGrp="1" noChangeArrowheads="1"/>
          </p:cNvSpPr>
          <p:nvPr>
            <p:ph type="body" sz="half" idx="1"/>
          </p:nvPr>
        </p:nvSpPr>
        <p:spPr>
          <a:xfrm>
            <a:off x="365125" y="1273175"/>
            <a:ext cx="4464050" cy="5270500"/>
          </a:xfrm>
        </p:spPr>
        <p:txBody>
          <a:bodyPr/>
          <a:lstStyle/>
          <a:p>
            <a:pPr eaLnBrk="1" hangingPunct="1"/>
            <a:endParaRPr lang="zh-CN" altLang="en-US" sz="2800"/>
          </a:p>
          <a:p>
            <a:pPr eaLnBrk="1" hangingPunct="1"/>
            <a:r>
              <a:rPr lang="zh-CN" altLang="en-US" sz="2800"/>
              <a:t>你准备带领一批人做一次远航</a:t>
            </a:r>
            <a:endParaRPr lang="zh-CN" altLang="en-US" sz="2800"/>
          </a:p>
          <a:p>
            <a:pPr eaLnBrk="1" hangingPunct="1"/>
            <a:endParaRPr lang="zh-CN" altLang="en-US" sz="2800"/>
          </a:p>
          <a:p>
            <a:pPr eaLnBrk="1" hangingPunct="1"/>
            <a:r>
              <a:rPr lang="zh-CN" altLang="en-US" sz="2800"/>
              <a:t>出发前，重要的事情有什么？</a:t>
            </a:r>
            <a:endParaRPr lang="zh-CN" altLang="en-US" sz="2800"/>
          </a:p>
          <a:p>
            <a:pPr eaLnBrk="1" hangingPunct="1"/>
            <a:endParaRPr lang="zh-CN" altLang="en-US" sz="2800"/>
          </a:p>
          <a:p>
            <a:pPr eaLnBrk="1" hangingPunct="1"/>
            <a:r>
              <a:rPr lang="zh-CN" altLang="en-US" sz="2800"/>
              <a:t>在远航过程中，重要的事情是什么？</a:t>
            </a:r>
            <a:endParaRPr lang="zh-CN" altLang="en-US" sz="2800"/>
          </a:p>
          <a:p>
            <a:pPr eaLnBrk="1" hangingPunct="1"/>
            <a:endParaRPr lang="zh-CN" altLang="en-US" sz="2800"/>
          </a:p>
        </p:txBody>
      </p:sp>
      <p:pic>
        <p:nvPicPr>
          <p:cNvPr id="12293" name="Picture 4" descr="Slatford1804"/>
          <p:cNvPicPr>
            <a:picLocks noGrp="1" noChangeAspect="1" noChangeArrowheads="1"/>
          </p:cNvPicPr>
          <p:nvPr>
            <p:ph sz="half" idx="2"/>
          </p:nvPr>
        </p:nvPicPr>
        <p:blipFill>
          <a:blip r:embed="rId1">
            <a:extLst>
              <a:ext uri="{28A0092B-C50C-407E-A947-70E740481C1C}">
                <a14:useLocalDpi xmlns:a14="http://schemas.microsoft.com/office/drawing/2010/main" val="0"/>
              </a:ext>
            </a:extLst>
          </a:blip>
          <a:srcRect r="48259"/>
          <a:stretch>
            <a:fillRect/>
          </a:stretch>
        </p:blipFill>
        <p:spPr bwMode="auto">
          <a:xfrm>
            <a:off x="5930900" y="1525588"/>
            <a:ext cx="3587750" cy="47990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 name="灯片编号占位符 2"/>
          <p:cNvSpPr>
            <a:spLocks noGrp="1"/>
          </p:cNvSpPr>
          <p:nvPr>
            <p:ph type="sldNum" sz="quarter" idx="10"/>
          </p:nvPr>
        </p:nvSpPr>
        <p:spPr/>
        <p:txBody>
          <a:bodyPr/>
          <a:lstStyle/>
          <a:p>
            <a:pPr>
              <a:defRPr/>
            </a:pPr>
            <a:fld id="{F27F5BE5-8861-4060-A118-98763C301AE1}" type="slidenum">
              <a:rPr lang="en-US" altLang="zh-CN" smtClean="0"/>
            </a:fld>
            <a:endParaRPr lang="en-US" altLang="zh-C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EEC8"/>
        </a:solidFill>
        <a:effectLst/>
      </p:bgPr>
    </p:bg>
    <p:spTree>
      <p:nvGrpSpPr>
        <p:cNvPr id="1" name=""/>
        <p:cNvGrpSpPr/>
        <p:nvPr/>
      </p:nvGrpSpPr>
      <p:grpSpPr>
        <a:xfrm>
          <a:off x="0" y="0"/>
          <a:ext cx="0" cy="0"/>
          <a:chOff x="0" y="0"/>
          <a:chExt cx="0" cy="0"/>
        </a:xfrm>
      </p:grpSpPr>
      <p:sp>
        <p:nvSpPr>
          <p:cNvPr id="66562" name="标题 1"/>
          <p:cNvSpPr>
            <a:spLocks noGrp="1" noChangeArrowheads="1"/>
          </p:cNvSpPr>
          <p:nvPr>
            <p:ph type="title"/>
          </p:nvPr>
        </p:nvSpPr>
        <p:spPr/>
        <p:txBody>
          <a:bodyPr/>
          <a:lstStyle/>
          <a:p>
            <a:r>
              <a:rPr lang="zh-CN" altLang="en-US" dirty="0"/>
              <a:t>知识点回顾，纸上写下你学到的知识点</a:t>
            </a:r>
            <a:endParaRPr lang="zh-CN" altLang="en-US" dirty="0"/>
          </a:p>
        </p:txBody>
      </p:sp>
      <p:sp>
        <p:nvSpPr>
          <p:cNvPr id="66563" name="内容占位符 2"/>
          <p:cNvSpPr>
            <a:spLocks noGrp="1" noChangeArrowheads="1"/>
          </p:cNvSpPr>
          <p:nvPr>
            <p:ph idx="1"/>
          </p:nvPr>
        </p:nvSpPr>
        <p:spPr/>
        <p:txBody>
          <a:bodyPr/>
          <a:lstStyle/>
          <a:p>
            <a:r>
              <a:rPr lang="zh-CN" altLang="en-US" dirty="0"/>
              <a:t>项目管理为什么重要</a:t>
            </a:r>
            <a:endParaRPr lang="en-US" altLang="zh-CN" dirty="0"/>
          </a:p>
          <a:p>
            <a:r>
              <a:rPr lang="en-US" altLang="zh-CN" dirty="0"/>
              <a:t>PMI</a:t>
            </a:r>
            <a:endParaRPr lang="en-US" altLang="zh-CN" dirty="0"/>
          </a:p>
          <a:p>
            <a:r>
              <a:rPr lang="en-US" altLang="zh-CN" dirty="0"/>
              <a:t>PMP</a:t>
            </a:r>
            <a:endParaRPr lang="en-US" altLang="zh-CN" dirty="0"/>
          </a:p>
          <a:p>
            <a:r>
              <a:rPr lang="en-US" altLang="zh-CN" dirty="0"/>
              <a:t>PMBOK</a:t>
            </a:r>
            <a:endParaRPr lang="en-US" altLang="zh-CN" dirty="0"/>
          </a:p>
          <a:p>
            <a:r>
              <a:rPr lang="zh-CN" altLang="en-US" dirty="0"/>
              <a:t>项目管理知识领域</a:t>
            </a:r>
            <a:endParaRPr lang="en-US" altLang="zh-CN" dirty="0"/>
          </a:p>
          <a:p>
            <a:r>
              <a:rPr lang="zh-CN" altLang="en-US" dirty="0"/>
              <a:t>项目管理过程组</a:t>
            </a:r>
            <a:endParaRPr lang="zh-CN" altLang="en-US" dirty="0"/>
          </a:p>
        </p:txBody>
      </p:sp>
      <p:sp>
        <p:nvSpPr>
          <p:cNvPr id="3" name="灯片编号占位符 2"/>
          <p:cNvSpPr>
            <a:spLocks noGrp="1"/>
          </p:cNvSpPr>
          <p:nvPr>
            <p:ph type="sldNum" sz="quarter" idx="10"/>
          </p:nvPr>
        </p:nvSpPr>
        <p:spPr/>
        <p:txBody>
          <a:bodyPr/>
          <a:lstStyle/>
          <a:p>
            <a:pPr>
              <a:defRPr/>
            </a:pPr>
            <a:fld id="{6D9D2222-8541-46EA-AD3B-36A5E091B774}" type="slidenum">
              <a:rPr lang="en-US" altLang="zh-CN" smtClean="0"/>
            </a:fld>
            <a:endParaRPr lang="en-US" altLang="zh-C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课程内容</a:t>
            </a:r>
            <a:endParaRPr lang="zh-CN" altLang="en-US" dirty="0"/>
          </a:p>
        </p:txBody>
      </p:sp>
      <p:graphicFrame>
        <p:nvGraphicFramePr>
          <p:cNvPr id="5" name="内容占位符 4"/>
          <p:cNvGraphicFramePr>
            <a:graphicFrameLocks noGrp="1"/>
          </p:cNvGraphicFramePr>
          <p:nvPr>
            <p:ph sz="half" idx="1"/>
          </p:nvPr>
        </p:nvGraphicFramePr>
        <p:xfrm>
          <a:off x="365125" y="1273175"/>
          <a:ext cx="4470400" cy="52705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graphicFrame>
        <p:nvGraphicFramePr>
          <p:cNvPr id="8" name="内容占位符 7"/>
          <p:cNvGraphicFramePr>
            <a:graphicFrameLocks noGrp="1"/>
          </p:cNvGraphicFramePr>
          <p:nvPr>
            <p:ph sz="half" idx="2"/>
          </p:nvPr>
        </p:nvGraphicFramePr>
        <p:xfrm>
          <a:off x="4987925" y="1273175"/>
          <a:ext cx="4470400" cy="527050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3" name="灯片编号占位符 2"/>
          <p:cNvSpPr>
            <a:spLocks noGrp="1"/>
          </p:cNvSpPr>
          <p:nvPr>
            <p:ph type="sldNum" sz="quarter" idx="10"/>
          </p:nvPr>
        </p:nvSpPr>
        <p:spPr/>
        <p:txBody>
          <a:bodyPr/>
          <a:lstStyle/>
          <a:p>
            <a:pPr>
              <a:defRPr/>
            </a:pPr>
            <a:fld id="{ADA0D315-17C2-4F0F-B1C6-8BF8415BD984}" type="slidenum">
              <a:rPr lang="en-US" altLang="zh-CN" smtClean="0"/>
            </a:fld>
            <a:endParaRPr lang="en-US" altLang="zh-CN" dirty="0"/>
          </a:p>
        </p:txBody>
      </p:sp>
      <p:sp>
        <p:nvSpPr>
          <p:cNvPr id="7" name="文本框 6"/>
          <p:cNvSpPr txBox="1"/>
          <p:nvPr/>
        </p:nvSpPr>
        <p:spPr>
          <a:xfrm>
            <a:off x="4021455" y="2292350"/>
            <a:ext cx="814070" cy="646331"/>
          </a:xfrm>
          <a:prstGeom prst="rect">
            <a:avLst/>
          </a:prstGeom>
          <a:noFill/>
        </p:spPr>
        <p:txBody>
          <a:bodyPr wrap="square" rtlCol="0">
            <a:spAutoFit/>
          </a:bodyPr>
          <a:lstStyle/>
          <a:p>
            <a:r>
              <a:rPr lang="zh-CN" altLang="en-US" sz="3600" dirty="0"/>
              <a:t>👈</a:t>
            </a:r>
            <a:endParaRPr lang="zh-CN" altLang="en-US" sz="3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5" name="Rectangle 22"/>
          <p:cNvSpPr>
            <a:spLocks noGrp="1" noChangeArrowheads="1"/>
          </p:cNvSpPr>
          <p:nvPr>
            <p:ph type="title"/>
          </p:nvPr>
        </p:nvSpPr>
        <p:spPr/>
        <p:txBody>
          <a:bodyPr/>
          <a:lstStyle/>
          <a:p>
            <a:pPr eaLnBrk="1" hangingPunct="1"/>
            <a:r>
              <a:rPr lang="zh-CN" altLang="en-US"/>
              <a:t>什么是项目？</a:t>
            </a:r>
            <a:endParaRPr lang="zh-CN" altLang="en-US"/>
          </a:p>
        </p:txBody>
      </p:sp>
      <p:sp>
        <p:nvSpPr>
          <p:cNvPr id="473111" name="Rectangle 23"/>
          <p:cNvSpPr>
            <a:spLocks noGrp="1" noChangeArrowheads="1"/>
          </p:cNvSpPr>
          <p:nvPr>
            <p:ph type="body" idx="1"/>
          </p:nvPr>
        </p:nvSpPr>
        <p:spPr/>
        <p:txBody>
          <a:bodyPr/>
          <a:lstStyle/>
          <a:p>
            <a:pPr eaLnBrk="1" hangingPunct="1"/>
            <a:r>
              <a:rPr lang="zh-CN" altLang="en-US" dirty="0"/>
              <a:t>项目的定义</a:t>
            </a:r>
            <a:endParaRPr lang="en-US" altLang="zh-CN" dirty="0"/>
          </a:p>
          <a:p>
            <a:pPr lvl="1" eaLnBrk="1" hangingPunct="1"/>
            <a:r>
              <a:rPr lang="zh-CN" altLang="en-US" dirty="0"/>
              <a:t>为了创建某种</a:t>
            </a:r>
            <a:r>
              <a:rPr lang="zh-CN" altLang="en-US" dirty="0">
                <a:solidFill>
                  <a:schemeClr val="hlink"/>
                </a:solidFill>
              </a:rPr>
              <a:t>独特的产品、服务、结果，</a:t>
            </a:r>
            <a:r>
              <a:rPr lang="zh-CN" altLang="en-US" dirty="0"/>
              <a:t>而进行的一项</a:t>
            </a:r>
            <a:r>
              <a:rPr lang="zh-CN" altLang="en-US" dirty="0">
                <a:solidFill>
                  <a:schemeClr val="hlink"/>
                </a:solidFill>
              </a:rPr>
              <a:t>临时性</a:t>
            </a:r>
            <a:r>
              <a:rPr lang="zh-CN" altLang="en-US" dirty="0"/>
              <a:t>的工作。</a:t>
            </a:r>
            <a:endParaRPr lang="zh-CN" altLang="en-US" dirty="0"/>
          </a:p>
          <a:p>
            <a:pPr lvl="2" eaLnBrk="1" hangingPunct="1"/>
            <a:endParaRPr lang="zh-CN" altLang="en-US" dirty="0"/>
          </a:p>
          <a:p>
            <a:pPr eaLnBrk="1" hangingPunct="1"/>
            <a:r>
              <a:rPr lang="zh-CN" altLang="en-US" dirty="0"/>
              <a:t>是项目吗？</a:t>
            </a:r>
            <a:endParaRPr lang="zh-CN" altLang="en-US" dirty="0"/>
          </a:p>
          <a:p>
            <a:pPr lvl="2" eaLnBrk="1" hangingPunct="1"/>
            <a:r>
              <a:rPr lang="zh-CN" altLang="en-US" dirty="0"/>
              <a:t>建造高铁站（</a:t>
            </a:r>
            <a:r>
              <a:rPr lang="en-US" altLang="zh-CN" dirty="0"/>
              <a:t>copy</a:t>
            </a:r>
            <a:r>
              <a:rPr lang="zh-CN" altLang="en-US" dirty="0"/>
              <a:t>设计图纸）</a:t>
            </a:r>
            <a:endParaRPr lang="zh-CN" altLang="en-US" dirty="0"/>
          </a:p>
          <a:p>
            <a:pPr lvl="2" eaLnBrk="1" hangingPunct="1"/>
            <a:r>
              <a:rPr lang="zh-CN" altLang="en-US" dirty="0"/>
              <a:t>攻克爱滋病</a:t>
            </a:r>
            <a:endParaRPr lang="zh-CN" altLang="en-US" dirty="0"/>
          </a:p>
          <a:p>
            <a:pPr lvl="2" eaLnBrk="1" hangingPunct="1"/>
            <a:r>
              <a:rPr lang="zh-CN" altLang="en-US" dirty="0"/>
              <a:t>找到终生伴侣</a:t>
            </a:r>
            <a:endParaRPr lang="en-US" altLang="zh-CN" dirty="0"/>
          </a:p>
          <a:p>
            <a:pPr eaLnBrk="1" hangingPunct="1"/>
            <a:endParaRPr lang="zh-CN" altLang="en-US" dirty="0"/>
          </a:p>
        </p:txBody>
      </p:sp>
      <p:sp>
        <p:nvSpPr>
          <p:cNvPr id="3" name="灯片编号占位符 2"/>
          <p:cNvSpPr>
            <a:spLocks noGrp="1"/>
          </p:cNvSpPr>
          <p:nvPr>
            <p:ph type="sldNum" sz="quarter" idx="10"/>
          </p:nvPr>
        </p:nvSpPr>
        <p:spPr/>
        <p:txBody>
          <a:bodyPr/>
          <a:lstStyle/>
          <a:p>
            <a:pPr>
              <a:defRPr/>
            </a:pPr>
            <a:fld id="{6D9D2222-8541-46EA-AD3B-36A5E091B774}" type="slidenum">
              <a:rPr lang="en-US" altLang="zh-CN" smtClean="0"/>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473111">
                                            <p:txEl>
                                              <p:pRg st="1" end="1"/>
                                            </p:txEl>
                                          </p:spTgt>
                                        </p:tgtEl>
                                        <p:attrNameLst>
                                          <p:attrName>style.visibility</p:attrName>
                                        </p:attrNameLst>
                                      </p:cBhvr>
                                      <p:to>
                                        <p:strVal val="visible"/>
                                      </p:to>
                                    </p:set>
                                    <p:anim calcmode="lin" valueType="num">
                                      <p:cBhvr additive="base">
                                        <p:cTn id="7" dur="500" fill="hold"/>
                                        <p:tgtEl>
                                          <p:spTgt spid="473111">
                                            <p:txEl>
                                              <p:pRg st="1" end="1"/>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47311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473111">
                                            <p:txEl>
                                              <p:pRg st="0" end="0"/>
                                            </p:txEl>
                                          </p:spTgt>
                                        </p:tgtEl>
                                        <p:attrNameLst>
                                          <p:attrName>style.visibility</p:attrName>
                                        </p:attrNameLst>
                                      </p:cBhvr>
                                      <p:to>
                                        <p:strVal val="visible"/>
                                      </p:to>
                                    </p:set>
                                    <p:anim calcmode="lin" valueType="num">
                                      <p:cBhvr additive="base">
                                        <p:cTn id="13" dur="500" fill="hold"/>
                                        <p:tgtEl>
                                          <p:spTgt spid="473111">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47311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473111">
                                            <p:txEl>
                                              <p:pRg st="3" end="3"/>
                                            </p:txEl>
                                          </p:spTgt>
                                        </p:tgtEl>
                                        <p:attrNameLst>
                                          <p:attrName>style.visibility</p:attrName>
                                        </p:attrNameLst>
                                      </p:cBhvr>
                                      <p:to>
                                        <p:strVal val="visible"/>
                                      </p:to>
                                    </p:set>
                                    <p:anim calcmode="lin" valueType="num">
                                      <p:cBhvr additive="base">
                                        <p:cTn id="19" dur="500" fill="hold"/>
                                        <p:tgtEl>
                                          <p:spTgt spid="473111">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47311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473111">
                                            <p:txEl>
                                              <p:pRg st="5" end="5"/>
                                            </p:txEl>
                                          </p:spTgt>
                                        </p:tgtEl>
                                        <p:attrNameLst>
                                          <p:attrName>style.visibility</p:attrName>
                                        </p:attrNameLst>
                                      </p:cBhvr>
                                      <p:to>
                                        <p:strVal val="visible"/>
                                      </p:to>
                                    </p:set>
                                    <p:anim calcmode="lin" valueType="num">
                                      <p:cBhvr additive="base">
                                        <p:cTn id="25" dur="500" fill="hold"/>
                                        <p:tgtEl>
                                          <p:spTgt spid="473111">
                                            <p:txEl>
                                              <p:pRg st="5" end="5"/>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473111">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nodeType="clickEffect">
                                  <p:stCondLst>
                                    <p:cond delay="0"/>
                                  </p:stCondLst>
                                  <p:childTnLst>
                                    <p:set>
                                      <p:cBhvr>
                                        <p:cTn id="30" dur="1" fill="hold">
                                          <p:stCondLst>
                                            <p:cond delay="0"/>
                                          </p:stCondLst>
                                        </p:cTn>
                                        <p:tgtEl>
                                          <p:spTgt spid="473111">
                                            <p:txEl>
                                              <p:pRg st="4" end="4"/>
                                            </p:txEl>
                                          </p:spTgt>
                                        </p:tgtEl>
                                        <p:attrNameLst>
                                          <p:attrName>style.visibility</p:attrName>
                                        </p:attrNameLst>
                                      </p:cBhvr>
                                      <p:to>
                                        <p:strVal val="visible"/>
                                      </p:to>
                                    </p:set>
                                    <p:anim calcmode="lin" valueType="num">
                                      <p:cBhvr additive="base">
                                        <p:cTn id="31" dur="500" fill="hold"/>
                                        <p:tgtEl>
                                          <p:spTgt spid="473111">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47311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nodeType="clickEffect">
                                  <p:stCondLst>
                                    <p:cond delay="0"/>
                                  </p:stCondLst>
                                  <p:childTnLst>
                                    <p:set>
                                      <p:cBhvr>
                                        <p:cTn id="36" dur="1" fill="hold">
                                          <p:stCondLst>
                                            <p:cond delay="0"/>
                                          </p:stCondLst>
                                        </p:cTn>
                                        <p:tgtEl>
                                          <p:spTgt spid="473111">
                                            <p:txEl>
                                              <p:pRg st="6" end="6"/>
                                            </p:txEl>
                                          </p:spTgt>
                                        </p:tgtEl>
                                        <p:attrNameLst>
                                          <p:attrName>style.visibility</p:attrName>
                                        </p:attrNameLst>
                                      </p:cBhvr>
                                      <p:to>
                                        <p:strVal val="visible"/>
                                      </p:to>
                                    </p:set>
                                    <p:anim calcmode="lin" valueType="num">
                                      <p:cBhvr additive="base">
                                        <p:cTn id="37" dur="500" fill="hold"/>
                                        <p:tgtEl>
                                          <p:spTgt spid="473111">
                                            <p:txEl>
                                              <p:pRg st="6" end="6"/>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473111">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3111" grpId="0" build="p"/>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7" name="Rectangle 15"/>
          <p:cNvSpPr>
            <a:spLocks noGrp="1" noChangeArrowheads="1"/>
          </p:cNvSpPr>
          <p:nvPr>
            <p:ph type="title"/>
          </p:nvPr>
        </p:nvSpPr>
        <p:spPr/>
        <p:txBody>
          <a:bodyPr/>
          <a:lstStyle/>
          <a:p>
            <a:pPr eaLnBrk="1" hangingPunct="1"/>
            <a:r>
              <a:rPr lang="zh-CN" altLang="en-US"/>
              <a:t>什么是项目管理？</a:t>
            </a:r>
            <a:endParaRPr lang="zh-CN" altLang="en-US"/>
          </a:p>
        </p:txBody>
      </p:sp>
      <p:sp>
        <p:nvSpPr>
          <p:cNvPr id="21508" name="Rectangle 16"/>
          <p:cNvSpPr>
            <a:spLocks noGrp="1" noChangeArrowheads="1"/>
          </p:cNvSpPr>
          <p:nvPr>
            <p:ph type="body" idx="1"/>
          </p:nvPr>
        </p:nvSpPr>
        <p:spPr/>
        <p:txBody>
          <a:bodyPr/>
          <a:lstStyle/>
          <a:p>
            <a:pPr eaLnBrk="1" hangingPunct="1"/>
            <a:r>
              <a:rPr lang="zh-CN" altLang="en-US" dirty="0"/>
              <a:t>项目管理</a:t>
            </a:r>
            <a:endParaRPr lang="en-US" altLang="zh-CN" dirty="0"/>
          </a:p>
          <a:p>
            <a:pPr lvl="2" eaLnBrk="1" hangingPunct="1"/>
            <a:r>
              <a:rPr lang="zh-CN" altLang="en-US" dirty="0"/>
              <a:t>为了达到或超出项目相关方</a:t>
            </a:r>
            <a:r>
              <a:rPr lang="en-US" altLang="zh-CN" dirty="0"/>
              <a:t>(stakeholder)</a:t>
            </a:r>
            <a:r>
              <a:rPr lang="zh-CN" altLang="en-US" dirty="0"/>
              <a:t>的需求和期望，运用知识、技能、工具和技术完成项目活动。 </a:t>
            </a:r>
            <a:endParaRPr lang="zh-CN" altLang="en-US" dirty="0"/>
          </a:p>
          <a:p>
            <a:pPr eaLnBrk="1" hangingPunct="1"/>
            <a:endParaRPr lang="en-US" altLang="zh-CN" dirty="0"/>
          </a:p>
          <a:p>
            <a:pPr eaLnBrk="1" hangingPunct="1"/>
            <a:r>
              <a:rPr lang="zh-CN" altLang="en-US" dirty="0"/>
              <a:t>管理</a:t>
            </a:r>
            <a:endParaRPr lang="en-US" altLang="zh-CN" dirty="0"/>
          </a:p>
          <a:p>
            <a:pPr lvl="2" eaLnBrk="1" hangingPunct="1"/>
            <a:r>
              <a:rPr lang="en-US" altLang="zh-CN" b="1" dirty="0"/>
              <a:t>Management</a:t>
            </a:r>
            <a:r>
              <a:rPr lang="en-US" altLang="zh-CN" dirty="0"/>
              <a:t>, the art of </a:t>
            </a:r>
            <a:r>
              <a:rPr lang="en-US" altLang="zh-CN" b="1" dirty="0"/>
              <a:t>getting things done </a:t>
            </a:r>
            <a:r>
              <a:rPr lang="en-US" altLang="zh-CN" dirty="0"/>
              <a:t>through people (/</a:t>
            </a:r>
            <a:r>
              <a:rPr lang="en-US" altLang="zh-CN" b="1" dirty="0"/>
              <a:t>others</a:t>
            </a:r>
            <a:r>
              <a:rPr lang="en-US" altLang="zh-CN" dirty="0"/>
              <a:t>).</a:t>
            </a:r>
            <a:endParaRPr lang="en-US" altLang="zh-CN" dirty="0"/>
          </a:p>
          <a:p>
            <a:pPr lvl="3" eaLnBrk="1" hangingPunct="1"/>
            <a:r>
              <a:rPr lang="zh-CN" altLang="en-US" b="0" i="0" dirty="0">
                <a:solidFill>
                  <a:schemeClr val="tx1">
                    <a:lumMod val="50000"/>
                  </a:schemeClr>
                </a:solidFill>
                <a:effectLst/>
                <a:highlight>
                  <a:srgbClr val="FFFFFF"/>
                </a:highlight>
                <a:latin typeface="+mj-ea"/>
                <a:ea typeface="+mj-ea"/>
              </a:rPr>
              <a:t>约</a:t>
            </a:r>
            <a:r>
              <a:rPr lang="en-US" altLang="zh-CN" b="0" i="0" dirty="0">
                <a:solidFill>
                  <a:schemeClr val="tx1">
                    <a:lumMod val="50000"/>
                  </a:schemeClr>
                </a:solidFill>
                <a:effectLst/>
                <a:highlight>
                  <a:srgbClr val="FFFFFF"/>
                </a:highlight>
                <a:latin typeface="+mj-ea"/>
                <a:ea typeface="+mj-ea"/>
              </a:rPr>
              <a:t>7</a:t>
            </a:r>
            <a:r>
              <a:rPr lang="zh-CN" altLang="en-US" b="0" i="0" dirty="0">
                <a:solidFill>
                  <a:schemeClr val="tx1">
                    <a:lumMod val="50000"/>
                  </a:schemeClr>
                </a:solidFill>
                <a:effectLst/>
                <a:highlight>
                  <a:srgbClr val="FFFFFF"/>
                </a:highlight>
                <a:latin typeface="+mj-ea"/>
                <a:ea typeface="+mj-ea"/>
              </a:rPr>
              <a:t>万年前，智人（</a:t>
            </a:r>
            <a:r>
              <a:rPr lang="en-US" altLang="zh-CN" b="0" i="0" dirty="0">
                <a:solidFill>
                  <a:schemeClr val="tx1">
                    <a:lumMod val="50000"/>
                  </a:schemeClr>
                </a:solidFill>
                <a:effectLst/>
                <a:highlight>
                  <a:srgbClr val="FFFFFF"/>
                </a:highlight>
                <a:latin typeface="+mj-ea"/>
                <a:ea typeface="+mj-ea"/>
              </a:rPr>
              <a:t>Homo sapiens</a:t>
            </a:r>
            <a:r>
              <a:rPr lang="zh-CN" altLang="en-US" b="0" i="0" dirty="0">
                <a:solidFill>
                  <a:schemeClr val="tx1">
                    <a:lumMod val="50000"/>
                  </a:schemeClr>
                </a:solidFill>
                <a:effectLst/>
                <a:highlight>
                  <a:srgbClr val="FFFFFF"/>
                </a:highlight>
                <a:latin typeface="+mj-ea"/>
                <a:ea typeface="+mj-ea"/>
              </a:rPr>
              <a:t>）经历了一次认知革命，这使得他们能够创造和传播复杂的思想，如宗教、神话和社会结构。这一革命是智人能够形成大型社会集团并最终征服世界的关键。</a:t>
            </a:r>
            <a:endParaRPr lang="zh-CN" altLang="en-US" b="0" i="0" dirty="0">
              <a:solidFill>
                <a:schemeClr val="tx1">
                  <a:lumMod val="50000"/>
                </a:schemeClr>
              </a:solidFill>
              <a:effectLst/>
              <a:highlight>
                <a:srgbClr val="FFFFFF"/>
              </a:highlight>
              <a:latin typeface="+mj-ea"/>
              <a:ea typeface="+mj-ea"/>
            </a:endParaRPr>
          </a:p>
        </p:txBody>
      </p:sp>
      <p:sp>
        <p:nvSpPr>
          <p:cNvPr id="3" name="灯片编号占位符 2"/>
          <p:cNvSpPr>
            <a:spLocks noGrp="1"/>
          </p:cNvSpPr>
          <p:nvPr>
            <p:ph type="sldNum" sz="quarter" idx="10"/>
          </p:nvPr>
        </p:nvSpPr>
        <p:spPr/>
        <p:txBody>
          <a:bodyPr/>
          <a:lstStyle/>
          <a:p>
            <a:pPr>
              <a:defRPr/>
            </a:pPr>
            <a:fld id="{6D9D2222-8541-46EA-AD3B-36A5E091B774}" type="slidenum">
              <a:rPr lang="en-US" altLang="zh-CN" smtClean="0"/>
            </a:fld>
            <a:endParaRPr lang="en-US" altLang="zh-CN" dirty="0"/>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2"/>
          <p:cNvSpPr>
            <a:spLocks noGrp="1" noChangeArrowheads="1"/>
          </p:cNvSpPr>
          <p:nvPr>
            <p:ph type="title"/>
          </p:nvPr>
        </p:nvSpPr>
        <p:spPr/>
        <p:txBody>
          <a:bodyPr/>
          <a:lstStyle/>
          <a:p>
            <a:pPr eaLnBrk="1" hangingPunct="1"/>
            <a:r>
              <a:rPr lang="zh-CN" altLang="en-US"/>
              <a:t>项目三角形</a:t>
            </a:r>
            <a:endParaRPr lang="zh-CN" altLang="en-US"/>
          </a:p>
        </p:txBody>
      </p:sp>
      <p:pic>
        <p:nvPicPr>
          <p:cNvPr id="27652" name="Picture 3" descr="j0291984"/>
          <p:cNvPicPr>
            <a:picLocks noGrp="1" noChangeAspect="1" noChangeArrowheads="1"/>
          </p:cNvPicPr>
          <p:nvPr>
            <p:ph sz="half" idx="4294967295"/>
          </p:nvPr>
        </p:nvPicPr>
        <p:blipFill>
          <a:blip r:embed="rId1">
            <a:extLst>
              <a:ext uri="{28A0092B-C50C-407E-A947-70E740481C1C}">
                <a14:useLocalDpi xmlns:a14="http://schemas.microsoft.com/office/drawing/2010/main" val="0"/>
              </a:ext>
            </a:extLst>
          </a:blip>
          <a:srcRect/>
          <a:stretch>
            <a:fillRect/>
          </a:stretch>
        </p:blipFill>
        <p:spPr>
          <a:xfrm>
            <a:off x="6350000" y="2044450"/>
            <a:ext cx="2392363" cy="2466975"/>
          </a:xfrm>
        </p:spPr>
      </p:pic>
      <p:sp>
        <p:nvSpPr>
          <p:cNvPr id="676879" name="Oval 15"/>
          <p:cNvSpPr>
            <a:spLocks noChangeArrowheads="1"/>
          </p:cNvSpPr>
          <p:nvPr/>
        </p:nvSpPr>
        <p:spPr bwMode="auto">
          <a:xfrm>
            <a:off x="2233613" y="3146175"/>
            <a:ext cx="990600" cy="9144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r>
              <a:rPr lang="zh-CN" altLang="en-US" sz="1800" dirty="0">
                <a:latin typeface="Arial" panose="020B0604020202020204" pitchFamily="34" charset="0"/>
                <a:ea typeface="黑体" panose="02010609060101010101" pitchFamily="49" charset="-122"/>
              </a:rPr>
              <a:t>相关方</a:t>
            </a:r>
            <a:br>
              <a:rPr lang="zh-CN" altLang="en-US" sz="1800" dirty="0">
                <a:latin typeface="Arial" panose="020B0604020202020204" pitchFamily="34" charset="0"/>
                <a:ea typeface="黑体" panose="02010609060101010101" pitchFamily="49" charset="-122"/>
              </a:rPr>
            </a:br>
            <a:r>
              <a:rPr lang="zh-CN" altLang="en-US" sz="1800" dirty="0">
                <a:latin typeface="Arial" panose="020B0604020202020204" pitchFamily="34" charset="0"/>
                <a:ea typeface="黑体" panose="02010609060101010101" pitchFamily="49" charset="-122"/>
              </a:rPr>
              <a:t>满意度</a:t>
            </a:r>
            <a:endParaRPr lang="zh-CN" altLang="en-US" sz="1800" dirty="0">
              <a:latin typeface="Arial" panose="020B0604020202020204" pitchFamily="34" charset="0"/>
              <a:ea typeface="黑体" panose="02010609060101010101" pitchFamily="49" charset="-122"/>
            </a:endParaRPr>
          </a:p>
        </p:txBody>
      </p:sp>
      <p:grpSp>
        <p:nvGrpSpPr>
          <p:cNvPr id="27654" name="Group 23"/>
          <p:cNvGrpSpPr/>
          <p:nvPr/>
        </p:nvGrpSpPr>
        <p:grpSpPr bwMode="auto">
          <a:xfrm>
            <a:off x="1720850" y="2439737"/>
            <a:ext cx="2019300" cy="1733550"/>
            <a:chOff x="1968" y="2316"/>
            <a:chExt cx="1272" cy="1092"/>
          </a:xfrm>
        </p:grpSpPr>
        <p:sp>
          <p:nvSpPr>
            <p:cNvPr id="27658" name="Line 24"/>
            <p:cNvSpPr>
              <a:spLocks noChangeShapeType="1"/>
            </p:cNvSpPr>
            <p:nvPr/>
          </p:nvSpPr>
          <p:spPr bwMode="auto">
            <a:xfrm flipH="1">
              <a:off x="1968" y="2316"/>
              <a:ext cx="648" cy="1092"/>
            </a:xfrm>
            <a:prstGeom prst="line">
              <a:avLst/>
            </a:prstGeom>
            <a:noFill/>
            <a:ln w="57150">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59" name="Line 25"/>
            <p:cNvSpPr>
              <a:spLocks noChangeShapeType="1"/>
            </p:cNvSpPr>
            <p:nvPr/>
          </p:nvSpPr>
          <p:spPr bwMode="auto">
            <a:xfrm>
              <a:off x="2616" y="2328"/>
              <a:ext cx="612" cy="1068"/>
            </a:xfrm>
            <a:prstGeom prst="line">
              <a:avLst/>
            </a:prstGeom>
            <a:noFill/>
            <a:ln w="57150">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60" name="Line 26"/>
            <p:cNvSpPr>
              <a:spLocks noChangeShapeType="1"/>
            </p:cNvSpPr>
            <p:nvPr/>
          </p:nvSpPr>
          <p:spPr bwMode="auto">
            <a:xfrm>
              <a:off x="1980" y="3396"/>
              <a:ext cx="1260" cy="0"/>
            </a:xfrm>
            <a:prstGeom prst="line">
              <a:avLst/>
            </a:prstGeom>
            <a:noFill/>
            <a:ln w="57150">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7655" name="Text Box 27"/>
          <p:cNvSpPr txBox="1">
            <a:spLocks noChangeArrowheads="1"/>
          </p:cNvSpPr>
          <p:nvPr/>
        </p:nvSpPr>
        <p:spPr bwMode="auto">
          <a:xfrm>
            <a:off x="2047875" y="4174875"/>
            <a:ext cx="1409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99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r>
              <a:rPr lang="zh-CN" altLang="en-US" b="1">
                <a:solidFill>
                  <a:srgbClr val="339933"/>
                </a:solidFill>
                <a:latin typeface="Arial" panose="020B0604020202020204" pitchFamily="34" charset="0"/>
              </a:rPr>
              <a:t>工作范围</a:t>
            </a:r>
            <a:endParaRPr lang="zh-CN" altLang="en-US" sz="1800" b="1">
              <a:solidFill>
                <a:srgbClr val="339933"/>
              </a:solidFill>
              <a:latin typeface="Arial" panose="020B0604020202020204" pitchFamily="34" charset="0"/>
            </a:endParaRPr>
          </a:p>
        </p:txBody>
      </p:sp>
      <p:sp>
        <p:nvSpPr>
          <p:cNvPr id="27656" name="Text Box 28"/>
          <p:cNvSpPr txBox="1">
            <a:spLocks noChangeArrowheads="1"/>
          </p:cNvSpPr>
          <p:nvPr/>
        </p:nvSpPr>
        <p:spPr bwMode="auto">
          <a:xfrm>
            <a:off x="3209925" y="2860425"/>
            <a:ext cx="793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99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r>
              <a:rPr lang="zh-CN" altLang="en-US" b="1">
                <a:solidFill>
                  <a:srgbClr val="339933"/>
                </a:solidFill>
                <a:latin typeface="Arial" panose="020B0604020202020204" pitchFamily="34" charset="0"/>
              </a:rPr>
              <a:t>成本</a:t>
            </a:r>
            <a:endParaRPr lang="en-US" altLang="zh-CN" sz="1800" b="1">
              <a:solidFill>
                <a:srgbClr val="339933"/>
              </a:solidFill>
              <a:latin typeface="Arial" panose="020B0604020202020204" pitchFamily="34" charset="0"/>
            </a:endParaRPr>
          </a:p>
        </p:txBody>
      </p:sp>
      <p:sp>
        <p:nvSpPr>
          <p:cNvPr id="27657" name="Text Box 29"/>
          <p:cNvSpPr txBox="1">
            <a:spLocks noChangeArrowheads="1"/>
          </p:cNvSpPr>
          <p:nvPr/>
        </p:nvSpPr>
        <p:spPr bwMode="auto">
          <a:xfrm>
            <a:off x="1431925" y="2898525"/>
            <a:ext cx="79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99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r>
              <a:rPr lang="zh-CN" altLang="en-US" b="1">
                <a:solidFill>
                  <a:srgbClr val="339933"/>
                </a:solidFill>
                <a:latin typeface="Arial" panose="020B0604020202020204" pitchFamily="34" charset="0"/>
              </a:rPr>
              <a:t>进度</a:t>
            </a:r>
            <a:endParaRPr lang="zh-CN" altLang="en-US" sz="1800" b="1">
              <a:solidFill>
                <a:srgbClr val="339933"/>
              </a:solidFill>
              <a:latin typeface="Arial" panose="020B0604020202020204" pitchFamily="34" charset="0"/>
            </a:endParaRPr>
          </a:p>
        </p:txBody>
      </p:sp>
      <p:sp>
        <p:nvSpPr>
          <p:cNvPr id="3" name="文本框 2"/>
          <p:cNvSpPr txBox="1"/>
          <p:nvPr/>
        </p:nvSpPr>
        <p:spPr>
          <a:xfrm>
            <a:off x="1267012" y="5198813"/>
            <a:ext cx="7800147" cy="461665"/>
          </a:xfrm>
          <a:prstGeom prst="rect">
            <a:avLst/>
          </a:prstGeom>
          <a:noFill/>
        </p:spPr>
        <p:txBody>
          <a:bodyPr wrap="square">
            <a:spAutoFit/>
          </a:bodyPr>
          <a:lstStyle/>
          <a:p>
            <a:r>
              <a:rPr lang="en-US" altLang="zh-CN" dirty="0">
                <a:solidFill>
                  <a:schemeClr val="tx1">
                    <a:lumMod val="50000"/>
                  </a:schemeClr>
                </a:solidFill>
              </a:rPr>
              <a:t>Project triangle: scope, cost/resources, schedule</a:t>
            </a:r>
            <a:endParaRPr lang="en-US" altLang="zh-CN" dirty="0">
              <a:solidFill>
                <a:schemeClr val="tx1">
                  <a:lumMod val="50000"/>
                </a:schemeClr>
              </a:solidFill>
            </a:endParaRPr>
          </a:p>
        </p:txBody>
      </p:sp>
      <p:sp>
        <p:nvSpPr>
          <p:cNvPr id="4" name="灯片编号占位符 3"/>
          <p:cNvSpPr>
            <a:spLocks noGrp="1"/>
          </p:cNvSpPr>
          <p:nvPr>
            <p:ph type="sldNum" sz="quarter" idx="10"/>
          </p:nvPr>
        </p:nvSpPr>
        <p:spPr/>
        <p:txBody>
          <a:bodyPr/>
          <a:lstStyle/>
          <a:p>
            <a:pPr>
              <a:defRPr/>
            </a:pPr>
            <a:fld id="{A6A0D67D-9B30-457F-9874-1F92730590A0}" type="slidenum">
              <a:rPr lang="en-US" altLang="zh-CN" smtClean="0"/>
            </a:fld>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676879"/>
                                        </p:tgtEl>
                                        <p:attrNameLst>
                                          <p:attrName>style.visibility</p:attrName>
                                        </p:attrNameLst>
                                      </p:cBhvr>
                                      <p:to>
                                        <p:strVal val="visible"/>
                                      </p:to>
                                    </p:set>
                                    <p:anim calcmode="lin" valueType="num">
                                      <p:cBhvr additive="base">
                                        <p:cTn id="7" dur="500" fill="hold"/>
                                        <p:tgtEl>
                                          <p:spTgt spid="676879"/>
                                        </p:tgtEl>
                                        <p:attrNameLst>
                                          <p:attrName>ppt_x</p:attrName>
                                        </p:attrNameLst>
                                      </p:cBhvr>
                                      <p:tavLst>
                                        <p:tav tm="0">
                                          <p:val>
                                            <p:strVal val="#ppt_x"/>
                                          </p:val>
                                        </p:tav>
                                        <p:tav tm="100000">
                                          <p:val>
                                            <p:strVal val="#ppt_x"/>
                                          </p:val>
                                        </p:tav>
                                      </p:tavLst>
                                    </p:anim>
                                    <p:anim calcmode="lin" valueType="num">
                                      <p:cBhvr additive="base">
                                        <p:cTn id="8" dur="500" fill="hold"/>
                                        <p:tgtEl>
                                          <p:spTgt spid="67687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687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a:xfrm>
            <a:off x="366713" y="195263"/>
            <a:ext cx="7943850" cy="822325"/>
          </a:xfrm>
        </p:spPr>
        <p:txBody>
          <a:bodyPr/>
          <a:lstStyle/>
          <a:p>
            <a:r>
              <a:rPr lang="zh-CN" altLang="en-US" dirty="0"/>
              <a:t>项目相关方</a:t>
            </a:r>
            <a:endParaRPr lang="en-US" altLang="zh-CN" dirty="0"/>
          </a:p>
        </p:txBody>
      </p:sp>
      <p:sp>
        <p:nvSpPr>
          <p:cNvPr id="23556" name="Rectangle 3"/>
          <p:cNvSpPr>
            <a:spLocks noGrp="1" noChangeArrowheads="1"/>
          </p:cNvSpPr>
          <p:nvPr>
            <p:ph idx="1"/>
          </p:nvPr>
        </p:nvSpPr>
        <p:spPr>
          <a:xfrm>
            <a:off x="365125" y="1273175"/>
            <a:ext cx="9093200" cy="5270500"/>
          </a:xfrm>
        </p:spPr>
        <p:txBody>
          <a:bodyPr/>
          <a:lstStyle/>
          <a:p>
            <a:r>
              <a:rPr lang="en-US" altLang="zh-CN" dirty="0"/>
              <a:t>Stakeholder – </a:t>
            </a:r>
            <a:r>
              <a:rPr lang="zh-CN" altLang="en-US" dirty="0"/>
              <a:t>赌金保管者，风险承担者</a:t>
            </a:r>
            <a:endParaRPr lang="zh-CN" altLang="en-US" dirty="0"/>
          </a:p>
          <a:p>
            <a:pPr lvl="1"/>
            <a:r>
              <a:rPr lang="zh-CN" altLang="en-US" dirty="0"/>
              <a:t>项目相关方是指这样的一些</a:t>
            </a:r>
            <a:r>
              <a:rPr lang="zh-CN" altLang="en-US" b="1" dirty="0">
                <a:solidFill>
                  <a:schemeClr val="accent5">
                    <a:lumMod val="75000"/>
                  </a:schemeClr>
                </a:solidFill>
              </a:rPr>
              <a:t>个人</a:t>
            </a:r>
            <a:r>
              <a:rPr lang="zh-CN" altLang="en-US" dirty="0"/>
              <a:t>或</a:t>
            </a:r>
            <a:r>
              <a:rPr lang="zh-CN" altLang="en-US" b="1" dirty="0">
                <a:solidFill>
                  <a:schemeClr val="accent5">
                    <a:lumMod val="75000"/>
                  </a:schemeClr>
                </a:solidFill>
              </a:rPr>
              <a:t>组织</a:t>
            </a:r>
            <a:r>
              <a:rPr lang="zh-CN" altLang="en-US" dirty="0"/>
              <a:t>：</a:t>
            </a:r>
            <a:endParaRPr lang="zh-CN" altLang="en-US" dirty="0"/>
          </a:p>
          <a:p>
            <a:pPr lvl="2"/>
            <a:r>
              <a:rPr lang="zh-CN" altLang="en-US" dirty="0"/>
              <a:t>主动地参与项目活动；</a:t>
            </a:r>
            <a:endParaRPr lang="zh-CN" altLang="en-US" dirty="0"/>
          </a:p>
          <a:p>
            <a:pPr lvl="2"/>
            <a:r>
              <a:rPr lang="zh-CN" altLang="en-US" dirty="0"/>
              <a:t>项目的执行或完成对其利益有正面或负面的影响；</a:t>
            </a:r>
            <a:endParaRPr lang="zh-CN" altLang="en-US" dirty="0"/>
          </a:p>
          <a:p>
            <a:pPr lvl="2"/>
            <a:r>
              <a:rPr lang="zh-CN" altLang="en-US" dirty="0"/>
              <a:t>对项目及其结果有影响力。</a:t>
            </a:r>
            <a:endParaRPr lang="zh-CN" altLang="en-US" dirty="0"/>
          </a:p>
          <a:p>
            <a:r>
              <a:rPr lang="zh-CN" altLang="en-US" dirty="0"/>
              <a:t>项目相关方的期望值管理</a:t>
            </a:r>
            <a:endParaRPr lang="en-US" altLang="zh-CN" dirty="0"/>
          </a:p>
          <a:p>
            <a:pPr lvl="2"/>
            <a:r>
              <a:rPr lang="zh-CN" altLang="en-US" dirty="0"/>
              <a:t>困难，因为他们的期望往往是矛盾的</a:t>
            </a:r>
            <a:endParaRPr lang="zh-CN" altLang="en-US" dirty="0"/>
          </a:p>
          <a:p>
            <a:pPr lvl="2"/>
            <a:r>
              <a:rPr lang="zh-CN" altLang="en-US" dirty="0"/>
              <a:t>矛盾的解决原则？</a:t>
            </a:r>
            <a:r>
              <a:rPr lang="en-US" altLang="zh-CN" dirty="0"/>
              <a:t>——</a:t>
            </a:r>
            <a:r>
              <a:rPr lang="zh-CN" altLang="en-US" dirty="0"/>
              <a:t>有利于客户</a:t>
            </a:r>
            <a:endParaRPr lang="zh-CN" altLang="en-US" dirty="0"/>
          </a:p>
        </p:txBody>
      </p:sp>
      <p:sp>
        <p:nvSpPr>
          <p:cNvPr id="7" name="灯片编号占位符 6"/>
          <p:cNvSpPr>
            <a:spLocks noGrp="1"/>
          </p:cNvSpPr>
          <p:nvPr>
            <p:ph type="sldNum" sz="quarter" idx="10"/>
          </p:nvPr>
        </p:nvSpPr>
        <p:spPr/>
        <p:txBody>
          <a:bodyPr/>
          <a:lstStyle/>
          <a:p>
            <a:pPr>
              <a:defRPr/>
            </a:pPr>
            <a:fld id="{6D9D2222-8541-46EA-AD3B-36A5E091B774}" type="slidenum">
              <a:rPr lang="en-US" altLang="zh-CN" smtClean="0"/>
            </a:fld>
            <a:endParaRPr lang="en-US" altLang="zh-C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lstStyle/>
          <a:p>
            <a:r>
              <a:rPr lang="zh-CN" altLang="en-US" dirty="0"/>
              <a:t>项目中主要的项目相关方</a:t>
            </a:r>
            <a:endParaRPr lang="zh-CN" altLang="en-US" dirty="0"/>
          </a:p>
        </p:txBody>
      </p:sp>
      <p:sp>
        <p:nvSpPr>
          <p:cNvPr id="25604" name="Rectangle 3"/>
          <p:cNvSpPr>
            <a:spLocks noGrp="1" noChangeArrowheads="1"/>
          </p:cNvSpPr>
          <p:nvPr>
            <p:ph idx="1"/>
          </p:nvPr>
        </p:nvSpPr>
        <p:spPr/>
        <p:txBody>
          <a:bodyPr/>
          <a:lstStyle/>
          <a:p>
            <a:r>
              <a:rPr lang="zh-CN" altLang="en-US" sz="2800" dirty="0"/>
              <a:t>项目经理 </a:t>
            </a:r>
            <a:r>
              <a:rPr lang="en-US" altLang="zh-CN" sz="2800" dirty="0"/>
              <a:t>PM</a:t>
            </a:r>
            <a:endParaRPr lang="zh-CN" altLang="en-US" sz="2800" dirty="0"/>
          </a:p>
          <a:p>
            <a:r>
              <a:rPr lang="zh-CN" altLang="en-US" sz="2800" dirty="0"/>
              <a:t>用户 </a:t>
            </a:r>
            <a:r>
              <a:rPr lang="en-US" altLang="zh-CN" sz="2800" dirty="0"/>
              <a:t>User (</a:t>
            </a:r>
            <a:r>
              <a:rPr lang="zh-CN" altLang="en-US" sz="2800" dirty="0"/>
              <a:t>付钱</a:t>
            </a:r>
            <a:r>
              <a:rPr lang="en-US" altLang="zh-CN" sz="2800" dirty="0"/>
              <a:t>+</a:t>
            </a:r>
            <a:r>
              <a:rPr lang="zh-CN" altLang="en-US" sz="2800" dirty="0"/>
              <a:t>不付钱</a:t>
            </a:r>
            <a:r>
              <a:rPr lang="en-US" altLang="zh-CN" sz="2800" dirty="0"/>
              <a:t>)</a:t>
            </a:r>
            <a:endParaRPr lang="en-US" altLang="zh-CN" sz="2800" dirty="0"/>
          </a:p>
          <a:p>
            <a:r>
              <a:rPr lang="zh-CN" altLang="en-US" sz="2800" dirty="0"/>
              <a:t>客户 </a:t>
            </a:r>
            <a:r>
              <a:rPr lang="en-US" altLang="zh-CN" sz="2800" dirty="0"/>
              <a:t>Customer (</a:t>
            </a:r>
            <a:r>
              <a:rPr lang="zh-CN" altLang="en-US" sz="2800" dirty="0"/>
              <a:t>付钱者</a:t>
            </a:r>
            <a:r>
              <a:rPr lang="en-US" altLang="zh-CN" sz="2800" dirty="0"/>
              <a:t>)</a:t>
            </a:r>
            <a:endParaRPr lang="zh-CN" altLang="en-US" sz="2800" dirty="0"/>
          </a:p>
          <a:p>
            <a:r>
              <a:rPr lang="zh-CN" altLang="en-US" sz="2800" dirty="0"/>
              <a:t>项目进行的组织</a:t>
            </a:r>
            <a:endParaRPr lang="zh-CN" altLang="en-US" sz="2800" dirty="0"/>
          </a:p>
          <a:p>
            <a:r>
              <a:rPr lang="zh-CN" altLang="en-US" sz="2800" dirty="0"/>
              <a:t>项目组成员</a:t>
            </a:r>
            <a:endParaRPr lang="zh-CN" altLang="en-US" sz="2800" dirty="0"/>
          </a:p>
          <a:p>
            <a:r>
              <a:rPr lang="zh-CN" altLang="en-US" sz="2800" dirty="0"/>
              <a:t>项目发起人</a:t>
            </a:r>
            <a:endParaRPr lang="zh-CN" altLang="en-US" sz="2800" dirty="0"/>
          </a:p>
        </p:txBody>
      </p:sp>
      <p:grpSp>
        <p:nvGrpSpPr>
          <p:cNvPr id="939012" name="Group 4"/>
          <p:cNvGrpSpPr/>
          <p:nvPr/>
        </p:nvGrpSpPr>
        <p:grpSpPr bwMode="auto">
          <a:xfrm>
            <a:off x="3413125" y="1254125"/>
            <a:ext cx="5937250" cy="5299075"/>
            <a:chOff x="1392" y="528"/>
            <a:chExt cx="3340" cy="3424"/>
          </a:xfrm>
        </p:grpSpPr>
        <p:sp>
          <p:nvSpPr>
            <p:cNvPr id="25606" name="Oval 5"/>
            <p:cNvSpPr>
              <a:spLocks noChangeArrowheads="1"/>
            </p:cNvSpPr>
            <p:nvPr/>
          </p:nvSpPr>
          <p:spPr bwMode="auto">
            <a:xfrm>
              <a:off x="2160" y="2896"/>
              <a:ext cx="1056" cy="432"/>
            </a:xfrm>
            <a:prstGeom prst="ellipse">
              <a:avLst/>
            </a:prstGeom>
            <a:noFill/>
            <a:ln w="9525">
              <a:solidFill>
                <a:schemeClr val="folHlink"/>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25607" name="Text Box 6"/>
            <p:cNvSpPr txBox="1">
              <a:spLocks noChangeArrowheads="1"/>
            </p:cNvSpPr>
            <p:nvPr/>
          </p:nvSpPr>
          <p:spPr bwMode="auto">
            <a:xfrm>
              <a:off x="2328" y="3024"/>
              <a:ext cx="696" cy="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zh-CN" altLang="en-US" sz="1800" b="1">
                  <a:solidFill>
                    <a:schemeClr val="bg2"/>
                  </a:solidFill>
                  <a:latin typeface="Arial" panose="020B0604020202020204" pitchFamily="34" charset="0"/>
                  <a:ea typeface="黑体" panose="02010609060101010101" pitchFamily="49" charset="-122"/>
                </a:rPr>
                <a:t>项目经理</a:t>
              </a:r>
              <a:endParaRPr lang="zh-CN" altLang="en-US" sz="1800" b="1">
                <a:solidFill>
                  <a:schemeClr val="bg2"/>
                </a:solidFill>
                <a:latin typeface="Arial" panose="020B0604020202020204" pitchFamily="34" charset="0"/>
                <a:ea typeface="黑体" panose="02010609060101010101" pitchFamily="49" charset="-122"/>
              </a:endParaRPr>
            </a:p>
          </p:txBody>
        </p:sp>
        <p:sp>
          <p:nvSpPr>
            <p:cNvPr id="25608" name="Oval 7"/>
            <p:cNvSpPr>
              <a:spLocks noChangeArrowheads="1"/>
            </p:cNvSpPr>
            <p:nvPr/>
          </p:nvSpPr>
          <p:spPr bwMode="auto">
            <a:xfrm>
              <a:off x="1747" y="2640"/>
              <a:ext cx="1853" cy="976"/>
            </a:xfrm>
            <a:prstGeom prst="ellipse">
              <a:avLst/>
            </a:prstGeom>
            <a:noFill/>
            <a:ln w="9525">
              <a:solidFill>
                <a:schemeClr val="folHlink"/>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25609" name="Oval 8"/>
            <p:cNvSpPr>
              <a:spLocks noChangeArrowheads="1"/>
            </p:cNvSpPr>
            <p:nvPr/>
          </p:nvSpPr>
          <p:spPr bwMode="auto">
            <a:xfrm>
              <a:off x="1392" y="2304"/>
              <a:ext cx="2592" cy="1648"/>
            </a:xfrm>
            <a:prstGeom prst="ellipse">
              <a:avLst/>
            </a:prstGeom>
            <a:noFill/>
            <a:ln w="9525">
              <a:solidFill>
                <a:schemeClr val="folHlink"/>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25610" name="Text Box 9"/>
            <p:cNvSpPr txBox="1">
              <a:spLocks noChangeArrowheads="1"/>
            </p:cNvSpPr>
            <p:nvPr/>
          </p:nvSpPr>
          <p:spPr bwMode="auto">
            <a:xfrm>
              <a:off x="2352" y="3369"/>
              <a:ext cx="696" cy="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zh-CN" altLang="en-US" sz="1800" b="1">
                  <a:solidFill>
                    <a:schemeClr val="bg2"/>
                  </a:solidFill>
                  <a:latin typeface="Arial" panose="020B0604020202020204" pitchFamily="34" charset="0"/>
                  <a:ea typeface="黑体" panose="02010609060101010101" pitchFamily="49" charset="-122"/>
                </a:rPr>
                <a:t>核心团队</a:t>
              </a:r>
              <a:endParaRPr lang="zh-CN" altLang="en-US" sz="1800" b="1">
                <a:solidFill>
                  <a:schemeClr val="bg2"/>
                </a:solidFill>
                <a:latin typeface="Arial" panose="020B0604020202020204" pitchFamily="34" charset="0"/>
                <a:ea typeface="黑体" panose="02010609060101010101" pitchFamily="49" charset="-122"/>
              </a:endParaRPr>
            </a:p>
          </p:txBody>
        </p:sp>
        <p:sp>
          <p:nvSpPr>
            <p:cNvPr id="25611" name="Text Box 10"/>
            <p:cNvSpPr txBox="1">
              <a:spLocks noChangeArrowheads="1"/>
            </p:cNvSpPr>
            <p:nvPr/>
          </p:nvSpPr>
          <p:spPr bwMode="auto">
            <a:xfrm>
              <a:off x="2352" y="3657"/>
              <a:ext cx="696" cy="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zh-CN" altLang="en-US" sz="1800" b="1">
                  <a:solidFill>
                    <a:schemeClr val="bg2"/>
                  </a:solidFill>
                  <a:latin typeface="Arial" panose="020B0604020202020204" pitchFamily="34" charset="0"/>
                  <a:ea typeface="黑体" panose="02010609060101010101" pitchFamily="49" charset="-122"/>
                </a:rPr>
                <a:t>扩展团队</a:t>
              </a:r>
              <a:endParaRPr lang="zh-CN" altLang="en-US" sz="1800" b="1">
                <a:solidFill>
                  <a:schemeClr val="bg2"/>
                </a:solidFill>
                <a:latin typeface="Arial" panose="020B0604020202020204" pitchFamily="34" charset="0"/>
                <a:ea typeface="黑体" panose="02010609060101010101" pitchFamily="49" charset="-122"/>
              </a:endParaRPr>
            </a:p>
          </p:txBody>
        </p:sp>
        <p:graphicFrame>
          <p:nvGraphicFramePr>
            <p:cNvPr id="25612" name="Object 11"/>
            <p:cNvGraphicFramePr>
              <a:graphicFrameLocks noChangeAspect="1"/>
            </p:cNvGraphicFramePr>
            <p:nvPr/>
          </p:nvGraphicFramePr>
          <p:xfrm>
            <a:off x="3168" y="1226"/>
            <a:ext cx="956" cy="937"/>
          </p:xfrm>
          <a:graphic>
            <a:graphicData uri="http://schemas.openxmlformats.org/presentationml/2006/ole">
              <mc:AlternateContent xmlns:mc="http://schemas.openxmlformats.org/markup-compatibility/2006">
                <mc:Choice xmlns:v="urn:schemas-microsoft-com:vml" Requires="v">
                  <p:oleObj spid="_x0000_s0" name="Clip" r:id="rId1" imgW="577850" imgH="586740" progId="MS_ClipArt_Gallery.2">
                    <p:embed/>
                  </p:oleObj>
                </mc:Choice>
                <mc:Fallback>
                  <p:oleObj name="Clip" r:id="rId1" imgW="577850" imgH="586740" progId="MS_ClipArt_Gallery.2">
                    <p:embed/>
                    <p:pic>
                      <p:nvPicPr>
                        <p:cNvPr id="0" name="Object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68" y="1226"/>
                          <a:ext cx="956" cy="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13" name="Object 12"/>
            <p:cNvGraphicFramePr>
              <a:graphicFrameLocks noChangeAspect="1"/>
            </p:cNvGraphicFramePr>
            <p:nvPr/>
          </p:nvGraphicFramePr>
          <p:xfrm>
            <a:off x="3709" y="528"/>
            <a:ext cx="753" cy="757"/>
          </p:xfrm>
          <a:graphic>
            <a:graphicData uri="http://schemas.openxmlformats.org/presentationml/2006/ole">
              <mc:AlternateContent xmlns:mc="http://schemas.openxmlformats.org/markup-compatibility/2006">
                <mc:Choice xmlns:v="urn:schemas-microsoft-com:vml" Requires="v">
                  <p:oleObj spid="_x0000_s0" name="Clip" r:id="rId3" imgW="1195070" imgH="1202690" progId="MS_ClipArt_Gallery.2">
                    <p:embed/>
                  </p:oleObj>
                </mc:Choice>
                <mc:Fallback>
                  <p:oleObj name="Clip" r:id="rId3" imgW="1195070" imgH="1202690" progId="MS_ClipArt_Gallery.2">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09" y="528"/>
                          <a:ext cx="753" cy="7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14" name="Text Box 13"/>
            <p:cNvSpPr txBox="1">
              <a:spLocks noChangeArrowheads="1"/>
            </p:cNvSpPr>
            <p:nvPr/>
          </p:nvSpPr>
          <p:spPr bwMode="auto">
            <a:xfrm>
              <a:off x="3456" y="1996"/>
              <a:ext cx="1276" cy="4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1800" b="1">
                  <a:solidFill>
                    <a:schemeClr val="bg2"/>
                  </a:solidFill>
                  <a:latin typeface="Arial" panose="020B0604020202020204" pitchFamily="34" charset="0"/>
                  <a:ea typeface="黑体" panose="02010609060101010101" pitchFamily="49" charset="-122"/>
                </a:rPr>
                <a:t>Project Sponsor</a:t>
              </a:r>
              <a:br>
                <a:rPr lang="en-US" altLang="zh-CN" sz="1800" b="1">
                  <a:solidFill>
                    <a:schemeClr val="bg2"/>
                  </a:solidFill>
                  <a:latin typeface="Arial" panose="020B0604020202020204" pitchFamily="34" charset="0"/>
                  <a:ea typeface="黑体" panose="02010609060101010101" pitchFamily="49" charset="-122"/>
                </a:rPr>
              </a:br>
              <a:r>
                <a:rPr lang="zh-CN" altLang="en-US" sz="1800" b="1">
                  <a:solidFill>
                    <a:schemeClr val="bg2"/>
                  </a:solidFill>
                  <a:latin typeface="Arial" panose="020B0604020202020204" pitchFamily="34" charset="0"/>
                  <a:ea typeface="黑体" panose="02010609060101010101" pitchFamily="49" charset="-122"/>
                </a:rPr>
                <a:t>项目发起人</a:t>
              </a:r>
              <a:endParaRPr lang="zh-CN" altLang="en-US" sz="1800" b="1" u="sng">
                <a:solidFill>
                  <a:schemeClr val="bg2"/>
                </a:solidFill>
                <a:latin typeface="Arial" panose="020B0604020202020204" pitchFamily="34" charset="0"/>
                <a:ea typeface="黑体" panose="02010609060101010101" pitchFamily="49" charset="-122"/>
              </a:endParaRPr>
            </a:p>
          </p:txBody>
        </p:sp>
        <p:sp>
          <p:nvSpPr>
            <p:cNvPr id="25615" name="Line 14"/>
            <p:cNvSpPr>
              <a:spLocks noChangeShapeType="1"/>
            </p:cNvSpPr>
            <p:nvPr/>
          </p:nvSpPr>
          <p:spPr bwMode="auto">
            <a:xfrm flipV="1">
              <a:off x="2784" y="2112"/>
              <a:ext cx="528" cy="768"/>
            </a:xfrm>
            <a:prstGeom prst="line">
              <a:avLst/>
            </a:prstGeom>
            <a:noFill/>
            <a:ln w="952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0" name="灯片编号占位符 29"/>
          <p:cNvSpPr>
            <a:spLocks noGrp="1"/>
          </p:cNvSpPr>
          <p:nvPr>
            <p:ph type="sldNum" sz="quarter" idx="10"/>
          </p:nvPr>
        </p:nvSpPr>
        <p:spPr/>
        <p:txBody>
          <a:bodyPr/>
          <a:lstStyle/>
          <a:p>
            <a:pPr>
              <a:defRPr/>
            </a:pPr>
            <a:fld id="{6D9D2222-8541-46EA-AD3B-36A5E091B774}" type="slidenum">
              <a:rPr lang="en-US" altLang="zh-CN" smtClean="0"/>
            </a:fld>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939012"/>
                                        </p:tgtEl>
                                        <p:attrNameLst>
                                          <p:attrName>style.visibility</p:attrName>
                                        </p:attrNameLst>
                                      </p:cBhvr>
                                      <p:to>
                                        <p:strVal val="visible"/>
                                      </p:to>
                                    </p:set>
                                    <p:anim calcmode="lin" valueType="num">
                                      <p:cBhvr additive="base">
                                        <p:cTn id="7" dur="500" fill="hold"/>
                                        <p:tgtEl>
                                          <p:spTgt spid="939012"/>
                                        </p:tgtEl>
                                        <p:attrNameLst>
                                          <p:attrName>ppt_x</p:attrName>
                                        </p:attrNameLst>
                                      </p:cBhvr>
                                      <p:tavLst>
                                        <p:tav tm="0">
                                          <p:val>
                                            <p:strVal val="1+#ppt_w/2"/>
                                          </p:val>
                                        </p:tav>
                                        <p:tav tm="100000">
                                          <p:val>
                                            <p:strVal val="#ppt_x"/>
                                          </p:val>
                                        </p:tav>
                                      </p:tavLst>
                                    </p:anim>
                                    <p:anim calcmode="lin" valueType="num">
                                      <p:cBhvr additive="base">
                                        <p:cTn id="8" dur="500" fill="hold"/>
                                        <p:tgtEl>
                                          <p:spTgt spid="9390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识别项目相关方</a:t>
            </a:r>
            <a:endParaRPr lang="zh-CN" altLang="en-US" dirty="0"/>
          </a:p>
        </p:txBody>
      </p:sp>
      <p:sp>
        <p:nvSpPr>
          <p:cNvPr id="3" name="内容占位符 2"/>
          <p:cNvSpPr>
            <a:spLocks noGrp="1"/>
          </p:cNvSpPr>
          <p:nvPr>
            <p:ph idx="1"/>
          </p:nvPr>
        </p:nvSpPr>
        <p:spPr/>
        <p:txBody>
          <a:bodyPr/>
          <a:lstStyle/>
          <a:p>
            <a:r>
              <a:rPr lang="zh-CN" altLang="en-US" dirty="0"/>
              <a:t>实时历史数据库项目</a:t>
            </a:r>
            <a:endParaRPr lang="zh-CN" altLang="en-US" dirty="0"/>
          </a:p>
        </p:txBody>
      </p:sp>
      <p:sp>
        <p:nvSpPr>
          <p:cNvPr id="6" name="灯片编号占位符 5"/>
          <p:cNvSpPr>
            <a:spLocks noGrp="1"/>
          </p:cNvSpPr>
          <p:nvPr>
            <p:ph type="sldNum" sz="quarter" idx="10"/>
          </p:nvPr>
        </p:nvSpPr>
        <p:spPr/>
        <p:txBody>
          <a:bodyPr/>
          <a:lstStyle/>
          <a:p>
            <a:pPr>
              <a:defRPr/>
            </a:pPr>
            <a:fld id="{6D9D2222-8541-46EA-AD3B-36A5E091B774}" type="slidenum">
              <a:rPr lang="en-US" altLang="zh-CN" smtClean="0"/>
            </a:fld>
            <a:endParaRPr lang="en-US" altLang="zh-CN"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9699" name="Text Box 5"/>
          <p:cNvSpPr txBox="1">
            <a:spLocks noChangeArrowheads="1"/>
          </p:cNvSpPr>
          <p:nvPr/>
        </p:nvSpPr>
        <p:spPr bwMode="auto">
          <a:xfrm>
            <a:off x="774700" y="1690688"/>
            <a:ext cx="8007350" cy="3990975"/>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marL="342900" indent="-342900">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lvl="2"/>
            <a:r>
              <a:rPr lang="zh-CN" altLang="en-US" sz="3200" b="1">
                <a:solidFill>
                  <a:srgbClr val="000000"/>
                </a:solidFill>
                <a:latin typeface="黑体" panose="02010609060101010101" pitchFamily="49" charset="-122"/>
                <a:ea typeface="黑体" panose="02010609060101010101" pitchFamily="49" charset="-122"/>
              </a:rPr>
              <a:t>5. 最擅长与下列项目打交道的人中,谁</a:t>
            </a:r>
            <a:endParaRPr lang="zh-CN" altLang="en-US" sz="3200" b="1">
              <a:solidFill>
                <a:srgbClr val="000000"/>
              </a:solidFill>
              <a:latin typeface="黑体" panose="02010609060101010101" pitchFamily="49" charset="-122"/>
              <a:ea typeface="黑体" panose="02010609060101010101" pitchFamily="49" charset="-122"/>
            </a:endParaRPr>
          </a:p>
          <a:p>
            <a:pPr lvl="2"/>
            <a:r>
              <a:rPr lang="zh-CN" altLang="en-US" sz="3200" b="1">
                <a:solidFill>
                  <a:srgbClr val="000000"/>
                </a:solidFill>
                <a:latin typeface="黑体" panose="02010609060101010101" pitchFamily="49" charset="-122"/>
                <a:ea typeface="黑体" panose="02010609060101010101" pitchFamily="49" charset="-122"/>
              </a:rPr>
              <a:t>   可能是最佳的项目经理人选？</a:t>
            </a:r>
            <a:endParaRPr lang="zh-CN" altLang="en-US" sz="3200">
              <a:solidFill>
                <a:srgbClr val="000000"/>
              </a:solidFill>
              <a:latin typeface="黑体" panose="02010609060101010101" pitchFamily="49" charset="-122"/>
              <a:ea typeface="黑体" panose="02010609060101010101" pitchFamily="49" charset="-122"/>
            </a:endParaRPr>
          </a:p>
          <a:p>
            <a:pPr lvl="2"/>
            <a:endParaRPr lang="zh-CN" altLang="en-US" sz="3200">
              <a:solidFill>
                <a:srgbClr val="000000"/>
              </a:solidFill>
              <a:latin typeface="黑体" panose="02010609060101010101" pitchFamily="49" charset="-122"/>
              <a:ea typeface="黑体" panose="02010609060101010101" pitchFamily="49" charset="-122"/>
            </a:endParaRPr>
          </a:p>
          <a:p>
            <a:pPr lvl="2"/>
            <a:r>
              <a:rPr lang="zh-CN" altLang="en-US" sz="3200">
                <a:solidFill>
                  <a:srgbClr val="000000"/>
                </a:solidFill>
                <a:latin typeface="黑体" panose="02010609060101010101" pitchFamily="49" charset="-122"/>
                <a:ea typeface="黑体" panose="02010609060101010101" pitchFamily="49" charset="-122"/>
              </a:rPr>
              <a:t>     </a:t>
            </a:r>
            <a:r>
              <a:rPr lang="en-US" altLang="zh-CN" sz="3200">
                <a:solidFill>
                  <a:srgbClr val="000000"/>
                </a:solidFill>
                <a:latin typeface="黑体" panose="02010609060101010101" pitchFamily="49" charset="-122"/>
                <a:ea typeface="黑体" panose="02010609060101010101" pitchFamily="49" charset="-122"/>
              </a:rPr>
              <a:t>A   </a:t>
            </a:r>
            <a:r>
              <a:rPr lang="zh-CN" altLang="en-US" sz="3200">
                <a:solidFill>
                  <a:srgbClr val="000000"/>
                </a:solidFill>
                <a:latin typeface="黑体" panose="02010609060101010101" pitchFamily="49" charset="-122"/>
                <a:ea typeface="黑体" panose="02010609060101010101" pitchFamily="49" charset="-122"/>
              </a:rPr>
              <a:t>与数字</a:t>
            </a:r>
            <a:endParaRPr lang="zh-CN" altLang="en-US" sz="3200">
              <a:solidFill>
                <a:srgbClr val="000000"/>
              </a:solidFill>
              <a:latin typeface="黑体" panose="02010609060101010101" pitchFamily="49" charset="-122"/>
              <a:ea typeface="黑体" panose="02010609060101010101" pitchFamily="49" charset="-122"/>
            </a:endParaRPr>
          </a:p>
          <a:p>
            <a:pPr lvl="2"/>
            <a:r>
              <a:rPr lang="zh-CN" altLang="en-US" sz="3200">
                <a:solidFill>
                  <a:srgbClr val="000000"/>
                </a:solidFill>
                <a:latin typeface="黑体" panose="02010609060101010101" pitchFamily="49" charset="-122"/>
                <a:ea typeface="黑体" panose="02010609060101010101" pitchFamily="49" charset="-122"/>
              </a:rPr>
              <a:t>     </a:t>
            </a:r>
            <a:r>
              <a:rPr lang="en-US" altLang="zh-CN" sz="3200">
                <a:solidFill>
                  <a:srgbClr val="000000"/>
                </a:solidFill>
                <a:latin typeface="黑体" panose="02010609060101010101" pitchFamily="49" charset="-122"/>
                <a:ea typeface="黑体" panose="02010609060101010101" pitchFamily="49" charset="-122"/>
              </a:rPr>
              <a:t>B   </a:t>
            </a:r>
            <a:r>
              <a:rPr lang="zh-CN" altLang="en-US" sz="3200">
                <a:solidFill>
                  <a:srgbClr val="000000"/>
                </a:solidFill>
                <a:latin typeface="黑体" panose="02010609060101010101" pitchFamily="49" charset="-122"/>
                <a:ea typeface="黑体" panose="02010609060101010101" pitchFamily="49" charset="-122"/>
              </a:rPr>
              <a:t>与同事</a:t>
            </a:r>
            <a:endParaRPr lang="zh-CN" altLang="en-US" sz="3200">
              <a:solidFill>
                <a:srgbClr val="000000"/>
              </a:solidFill>
              <a:latin typeface="黑体" panose="02010609060101010101" pitchFamily="49" charset="-122"/>
              <a:ea typeface="黑体" panose="02010609060101010101" pitchFamily="49" charset="-122"/>
            </a:endParaRPr>
          </a:p>
          <a:p>
            <a:pPr lvl="2"/>
            <a:r>
              <a:rPr lang="zh-CN" altLang="en-US" sz="3200">
                <a:solidFill>
                  <a:srgbClr val="000000"/>
                </a:solidFill>
                <a:latin typeface="黑体" panose="02010609060101010101" pitchFamily="49" charset="-122"/>
                <a:ea typeface="黑体" panose="02010609060101010101" pitchFamily="49" charset="-122"/>
              </a:rPr>
              <a:t>     </a:t>
            </a:r>
            <a:r>
              <a:rPr lang="en-US" altLang="zh-CN" sz="3200">
                <a:solidFill>
                  <a:srgbClr val="000000"/>
                </a:solidFill>
                <a:latin typeface="黑体" panose="02010609060101010101" pitchFamily="49" charset="-122"/>
                <a:ea typeface="黑体" panose="02010609060101010101" pitchFamily="49" charset="-122"/>
              </a:rPr>
              <a:t>C   </a:t>
            </a:r>
            <a:r>
              <a:rPr lang="zh-CN" altLang="en-US" sz="3200">
                <a:solidFill>
                  <a:srgbClr val="000000"/>
                </a:solidFill>
                <a:latin typeface="黑体" panose="02010609060101010101" pitchFamily="49" charset="-122"/>
                <a:ea typeface="黑体" panose="02010609060101010101" pitchFamily="49" charset="-122"/>
              </a:rPr>
              <a:t>与时间</a:t>
            </a:r>
            <a:endParaRPr lang="zh-CN" altLang="en-US" sz="3200">
              <a:solidFill>
                <a:srgbClr val="000000"/>
              </a:solidFill>
              <a:latin typeface="黑体" panose="02010609060101010101" pitchFamily="49" charset="-122"/>
              <a:ea typeface="黑体" panose="02010609060101010101" pitchFamily="49" charset="-122"/>
            </a:endParaRPr>
          </a:p>
          <a:p>
            <a:pPr lvl="2"/>
            <a:r>
              <a:rPr lang="zh-CN" altLang="en-US" sz="3200">
                <a:solidFill>
                  <a:srgbClr val="000000"/>
                </a:solidFill>
                <a:latin typeface="黑体" panose="02010609060101010101" pitchFamily="49" charset="-122"/>
                <a:ea typeface="黑体" panose="02010609060101010101" pitchFamily="49" charset="-122"/>
              </a:rPr>
              <a:t>     </a:t>
            </a:r>
            <a:r>
              <a:rPr lang="en-US" altLang="zh-CN" sz="3200">
                <a:solidFill>
                  <a:srgbClr val="000000"/>
                </a:solidFill>
                <a:latin typeface="黑体" panose="02010609060101010101" pitchFamily="49" charset="-122"/>
                <a:ea typeface="黑体" panose="02010609060101010101" pitchFamily="49" charset="-122"/>
              </a:rPr>
              <a:t>D   </a:t>
            </a:r>
            <a:r>
              <a:rPr lang="zh-CN" altLang="en-US" sz="3200">
                <a:solidFill>
                  <a:srgbClr val="000000"/>
                </a:solidFill>
                <a:latin typeface="黑体" panose="02010609060101010101" pitchFamily="49" charset="-122"/>
                <a:ea typeface="黑体" panose="02010609060101010101" pitchFamily="49" charset="-122"/>
              </a:rPr>
              <a:t>与同行</a:t>
            </a:r>
            <a:endParaRPr lang="zh-CN" altLang="en-US" sz="3200">
              <a:solidFill>
                <a:srgbClr val="000000"/>
              </a:solidFill>
              <a:latin typeface="黑体" panose="02010609060101010101" pitchFamily="49" charset="-122"/>
              <a:ea typeface="黑体" panose="02010609060101010101" pitchFamily="49" charset="-122"/>
            </a:endParaRPr>
          </a:p>
          <a:p>
            <a:pPr lvl="2"/>
            <a:r>
              <a:rPr lang="zh-CN" altLang="en-US" sz="3200">
                <a:solidFill>
                  <a:srgbClr val="000000"/>
                </a:solidFill>
                <a:latin typeface="黑体" panose="02010609060101010101" pitchFamily="49" charset="-122"/>
                <a:ea typeface="黑体" panose="02010609060101010101" pitchFamily="49" charset="-122"/>
              </a:rPr>
              <a:t>     </a:t>
            </a:r>
            <a:r>
              <a:rPr lang="en-US" altLang="zh-CN" sz="3200">
                <a:solidFill>
                  <a:srgbClr val="000000"/>
                </a:solidFill>
                <a:latin typeface="黑体" panose="02010609060101010101" pitchFamily="49" charset="-122"/>
                <a:ea typeface="黑体" panose="02010609060101010101" pitchFamily="49" charset="-122"/>
              </a:rPr>
              <a:t>E   </a:t>
            </a:r>
            <a:r>
              <a:rPr lang="zh-CN" altLang="en-US" sz="3200">
                <a:solidFill>
                  <a:srgbClr val="000000"/>
                </a:solidFill>
                <a:latin typeface="黑体" panose="02010609060101010101" pitchFamily="49" charset="-122"/>
                <a:ea typeface="黑体" panose="02010609060101010101" pitchFamily="49" charset="-122"/>
              </a:rPr>
              <a:t>与技术</a:t>
            </a:r>
            <a:endParaRPr lang="zh-CN" altLang="en-US" sz="3200">
              <a:solidFill>
                <a:srgbClr val="000000"/>
              </a:solidFill>
              <a:latin typeface="黑体" panose="02010609060101010101" pitchFamily="49" charset="-122"/>
              <a:ea typeface="黑体" panose="02010609060101010101" pitchFamily="49" charset="-122"/>
            </a:endParaRPr>
          </a:p>
        </p:txBody>
      </p:sp>
      <p:sp>
        <p:nvSpPr>
          <p:cNvPr id="29700" name="Rectangle 6"/>
          <p:cNvSpPr>
            <a:spLocks noGrp="1" noChangeArrowheads="1"/>
          </p:cNvSpPr>
          <p:nvPr>
            <p:ph type="title"/>
          </p:nvPr>
        </p:nvSpPr>
        <p:spPr/>
        <p:txBody>
          <a:bodyPr/>
          <a:lstStyle/>
          <a:p>
            <a:pPr eaLnBrk="1" hangingPunct="1"/>
            <a:r>
              <a:rPr lang="zh-CN" altLang="en-US"/>
              <a:t>测试</a:t>
            </a:r>
            <a:endParaRPr lang="zh-CN" altLang="en-US"/>
          </a:p>
        </p:txBody>
      </p:sp>
      <p:sp>
        <p:nvSpPr>
          <p:cNvPr id="3" name="灯片编号占位符 2"/>
          <p:cNvSpPr>
            <a:spLocks noGrp="1"/>
          </p:cNvSpPr>
          <p:nvPr>
            <p:ph type="sldNum" sz="quarter" idx="10"/>
          </p:nvPr>
        </p:nvSpPr>
        <p:spPr/>
        <p:txBody>
          <a:bodyPr/>
          <a:lstStyle/>
          <a:p>
            <a:pPr>
              <a:defRPr/>
            </a:pPr>
            <a:fld id="{A6A0D67D-9B30-457F-9874-1F92730590A0}" type="slidenum">
              <a:rPr lang="en-US" altLang="zh-CN" smtClean="0"/>
            </a:fld>
            <a:endParaRPr lang="en-US" altLang="zh-CN" dirty="0"/>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7" name="Rectangle 16"/>
          <p:cNvSpPr>
            <a:spLocks noGrp="1" noChangeArrowheads="1"/>
          </p:cNvSpPr>
          <p:nvPr>
            <p:ph type="title"/>
          </p:nvPr>
        </p:nvSpPr>
        <p:spPr/>
        <p:txBody>
          <a:bodyPr/>
          <a:lstStyle/>
          <a:p>
            <a:pPr eaLnBrk="1" hangingPunct="1"/>
            <a:r>
              <a:rPr lang="zh-CN" altLang="en-US"/>
              <a:t>项目经理</a:t>
            </a:r>
            <a:endParaRPr lang="zh-CN" altLang="en-US"/>
          </a:p>
        </p:txBody>
      </p:sp>
      <p:sp>
        <p:nvSpPr>
          <p:cNvPr id="31748" name="Rectangle 17"/>
          <p:cNvSpPr>
            <a:spLocks noGrp="1" noChangeArrowheads="1"/>
          </p:cNvSpPr>
          <p:nvPr>
            <p:ph sz="half" idx="1"/>
          </p:nvPr>
        </p:nvSpPr>
        <p:spPr/>
        <p:txBody>
          <a:bodyPr/>
          <a:lstStyle/>
          <a:p>
            <a:pPr eaLnBrk="1" hangingPunct="1"/>
            <a:r>
              <a:rPr lang="zh-CN" altLang="en-US" sz="2400" dirty="0"/>
              <a:t>1. 项目经理</a:t>
            </a:r>
            <a:endParaRPr lang="zh-CN" altLang="zh-CN" sz="2400" dirty="0"/>
          </a:p>
          <a:p>
            <a:pPr lvl="2" eaLnBrk="1" hangingPunct="1"/>
            <a:r>
              <a:rPr lang="zh-CN" altLang="en-US" sz="1800" dirty="0"/>
              <a:t>对项目负责，被授权管理项目的人</a:t>
            </a:r>
            <a:endParaRPr lang="en-US" altLang="zh-CN" sz="1800" dirty="0"/>
          </a:p>
          <a:p>
            <a:pPr lvl="2" eaLnBrk="1" hangingPunct="1"/>
            <a:r>
              <a:rPr lang="zh-CN" altLang="en-US" sz="1800" dirty="0"/>
              <a:t>简单项目</a:t>
            </a:r>
            <a:r>
              <a:rPr lang="en-US" altLang="zh-CN" sz="1800" dirty="0"/>
              <a:t>|</a:t>
            </a:r>
            <a:r>
              <a:rPr lang="zh-CN" altLang="en-US" sz="1800" dirty="0"/>
              <a:t>型</a:t>
            </a:r>
            <a:r>
              <a:rPr lang="en-US" altLang="zh-CN" sz="1800" dirty="0"/>
              <a:t>PM</a:t>
            </a:r>
            <a:endParaRPr lang="en-US" altLang="zh-CN" sz="1800" dirty="0"/>
          </a:p>
          <a:p>
            <a:pPr lvl="2" eaLnBrk="1" hangingPunct="1"/>
            <a:r>
              <a:rPr lang="zh-CN" altLang="en-US" sz="1800" dirty="0"/>
              <a:t>复杂项目</a:t>
            </a:r>
            <a:r>
              <a:rPr lang="en-US" altLang="zh-CN" sz="1800" dirty="0"/>
              <a:t>—</a:t>
            </a:r>
            <a:r>
              <a:rPr lang="zh-CN" altLang="en-US" sz="1800" dirty="0"/>
              <a:t>型</a:t>
            </a:r>
            <a:r>
              <a:rPr lang="en-US" altLang="zh-CN" sz="1800" dirty="0"/>
              <a:t>PM</a:t>
            </a:r>
            <a:endParaRPr lang="zh-CN" altLang="en-US" sz="1800" dirty="0"/>
          </a:p>
          <a:p>
            <a:pPr eaLnBrk="1" hangingPunct="1"/>
            <a:r>
              <a:rPr lang="zh-CN" altLang="en-US" sz="2400" dirty="0"/>
              <a:t>2. 项目经理要有</a:t>
            </a:r>
            <a:r>
              <a:rPr lang="zh-CN" altLang="en-US" sz="2400" b="1" dirty="0">
                <a:solidFill>
                  <a:schemeClr val="accent5">
                    <a:lumMod val="75000"/>
                  </a:schemeClr>
                </a:solidFill>
              </a:rPr>
              <a:t>领导力</a:t>
            </a:r>
            <a:endParaRPr lang="zh-CN" altLang="en-US" sz="2400" b="1" dirty="0">
              <a:solidFill>
                <a:schemeClr val="accent5">
                  <a:lumMod val="75000"/>
                </a:schemeClr>
              </a:solidFill>
            </a:endParaRPr>
          </a:p>
          <a:p>
            <a:pPr lvl="2" eaLnBrk="1" hangingPunct="1"/>
            <a:r>
              <a:rPr lang="zh-CN" altLang="en-US" sz="1800" b="1" dirty="0">
                <a:solidFill>
                  <a:schemeClr val="accent5">
                    <a:lumMod val="75000"/>
                  </a:schemeClr>
                </a:solidFill>
                <a:latin typeface="微软雅黑" panose="020B0503020204020204" charset="-122"/>
                <a:ea typeface="微软雅黑" panose="020B0503020204020204" charset="-122"/>
              </a:rPr>
              <a:t>沟通能力！</a:t>
            </a:r>
            <a:r>
              <a:rPr lang="zh-CN" altLang="en-US" sz="1800" dirty="0"/>
              <a:t>本质洞察、条理、同理心</a:t>
            </a:r>
            <a:endParaRPr lang="en-US" altLang="zh-CN" sz="1800" dirty="0"/>
          </a:p>
          <a:p>
            <a:pPr lvl="2" eaLnBrk="1" hangingPunct="1"/>
            <a:r>
              <a:rPr lang="zh-CN" altLang="en-US" sz="1800" dirty="0"/>
              <a:t>问题解决能力，躬身入局</a:t>
            </a:r>
            <a:endParaRPr lang="en-US" altLang="zh-CN" sz="1800" dirty="0"/>
          </a:p>
          <a:p>
            <a:pPr lvl="2" eaLnBrk="1" hangingPunct="1"/>
            <a:r>
              <a:rPr lang="zh-CN" altLang="en-US" sz="1800" dirty="0"/>
              <a:t>决策能力</a:t>
            </a:r>
            <a:endParaRPr lang="en-US" altLang="zh-CN" sz="1800" dirty="0"/>
          </a:p>
          <a:p>
            <a:pPr lvl="2" eaLnBrk="1" hangingPunct="1"/>
            <a:r>
              <a:rPr lang="zh-CN" altLang="en-US" sz="1800" dirty="0"/>
              <a:t>团队建设技能，激励、知人善用</a:t>
            </a:r>
            <a:endParaRPr lang="en-US" altLang="zh-CN" sz="1800" dirty="0"/>
          </a:p>
          <a:p>
            <a:pPr lvl="2" eaLnBrk="1" hangingPunct="1"/>
            <a:r>
              <a:rPr lang="zh-CN" altLang="en-US" sz="1800" dirty="0"/>
              <a:t>谈判技巧</a:t>
            </a:r>
            <a:endParaRPr lang="en-US" altLang="zh-CN" sz="1800" dirty="0"/>
          </a:p>
          <a:p>
            <a:pPr lvl="2" eaLnBrk="1" hangingPunct="1"/>
            <a:r>
              <a:rPr lang="zh-CN" altLang="en-US" sz="1800" dirty="0"/>
              <a:t>有高层管理的支持</a:t>
            </a:r>
            <a:endParaRPr lang="zh-CN" altLang="en-US" sz="1800" dirty="0"/>
          </a:p>
          <a:p>
            <a:pPr lvl="2" eaLnBrk="1" hangingPunct="1"/>
            <a:r>
              <a:rPr lang="zh-CN" altLang="en-US" sz="1800" dirty="0"/>
              <a:t>有时间投入</a:t>
            </a:r>
            <a:endParaRPr lang="en-US" altLang="zh-CN" sz="1800" dirty="0"/>
          </a:p>
        </p:txBody>
      </p:sp>
      <p:sp>
        <p:nvSpPr>
          <p:cNvPr id="2" name="内容占位符 1"/>
          <p:cNvSpPr>
            <a:spLocks noGrp="1"/>
          </p:cNvSpPr>
          <p:nvPr>
            <p:ph sz="half" idx="2"/>
          </p:nvPr>
        </p:nvSpPr>
        <p:spPr/>
        <p:txBody>
          <a:bodyPr/>
          <a:lstStyle/>
          <a:p>
            <a:r>
              <a:rPr lang="zh-CN" altLang="en-US" sz="2400" dirty="0"/>
              <a:t>3. 双向承诺</a:t>
            </a:r>
            <a:endParaRPr lang="zh-CN" altLang="zh-CN" sz="2400" dirty="0"/>
          </a:p>
          <a:p>
            <a:pPr lvl="2"/>
            <a:r>
              <a:rPr lang="zh-CN" altLang="en-US" sz="1800" dirty="0"/>
              <a:t>项目发起人</a:t>
            </a:r>
            <a:r>
              <a:rPr lang="en-US" altLang="zh-CN" sz="1800" dirty="0"/>
              <a:t> </a:t>
            </a:r>
            <a:r>
              <a:rPr lang="en-US" altLang="zh-CN" sz="1800" dirty="0">
                <a:sym typeface="Wingdings" panose="05000000000000000000" pitchFamily="2" charset="2"/>
              </a:rPr>
              <a:t> PM</a:t>
            </a:r>
            <a:endParaRPr lang="en-US" altLang="zh-CN" sz="1800" dirty="0"/>
          </a:p>
          <a:p>
            <a:pPr lvl="2"/>
            <a:r>
              <a:rPr lang="en-US" altLang="zh-CN" sz="1800" dirty="0"/>
              <a:t>PM </a:t>
            </a:r>
            <a:r>
              <a:rPr lang="en-US" altLang="zh-CN" sz="1800" dirty="0">
                <a:sym typeface="Wingdings" panose="05000000000000000000" pitchFamily="2" charset="2"/>
              </a:rPr>
              <a:t> </a:t>
            </a:r>
            <a:r>
              <a:rPr lang="zh-CN" altLang="en-US" sz="1800" dirty="0">
                <a:sym typeface="Wingdings" panose="05000000000000000000" pitchFamily="2" charset="2"/>
              </a:rPr>
              <a:t>团队</a:t>
            </a:r>
            <a:endParaRPr lang="en-US" altLang="zh-CN" sz="1800" dirty="0"/>
          </a:p>
          <a:p>
            <a:endParaRPr lang="en-US" altLang="zh-CN" sz="2400" dirty="0"/>
          </a:p>
          <a:p>
            <a:r>
              <a:rPr lang="zh-CN" altLang="en-US" sz="2400" dirty="0"/>
              <a:t>问题</a:t>
            </a:r>
            <a:endParaRPr lang="en-US" altLang="zh-CN" sz="2400" dirty="0"/>
          </a:p>
          <a:p>
            <a:pPr lvl="2"/>
            <a:r>
              <a:rPr lang="zh-CN" altLang="en-US" sz="1800" dirty="0"/>
              <a:t>公司副总是否是项目经理的合适人选？</a:t>
            </a:r>
            <a:endParaRPr lang="zh-CN" altLang="en-US" sz="1800" dirty="0"/>
          </a:p>
        </p:txBody>
      </p:sp>
      <p:sp>
        <p:nvSpPr>
          <p:cNvPr id="4" name="灯片编号占位符 3"/>
          <p:cNvSpPr>
            <a:spLocks noGrp="1"/>
          </p:cNvSpPr>
          <p:nvPr>
            <p:ph type="sldNum" sz="quarter" idx="10"/>
          </p:nvPr>
        </p:nvSpPr>
        <p:spPr/>
        <p:txBody>
          <a:bodyPr/>
          <a:lstStyle/>
          <a:p>
            <a:pPr>
              <a:defRPr/>
            </a:pPr>
            <a:fld id="{ADA0D315-17C2-4F0F-B1C6-8BF8415BD984}" type="slidenum">
              <a:rPr lang="en-US" altLang="zh-CN" smtClean="0"/>
            </a:fld>
            <a:endParaRPr lang="en-US" altLang="zh-CN" dirty="0"/>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p:cNvSpPr>
            <a:spLocks noGrp="1" noChangeArrowheads="1"/>
          </p:cNvSpPr>
          <p:nvPr>
            <p:ph type="title"/>
          </p:nvPr>
        </p:nvSpPr>
        <p:spPr/>
        <p:txBody>
          <a:bodyPr/>
          <a:lstStyle/>
          <a:p>
            <a:pPr eaLnBrk="1" hangingPunct="1"/>
            <a:r>
              <a:rPr lang="zh-CN" altLang="en-US"/>
              <a:t>不同的“项目经理”</a:t>
            </a:r>
            <a:endParaRPr lang="zh-CN" altLang="en-US"/>
          </a:p>
        </p:txBody>
      </p:sp>
      <p:sp>
        <p:nvSpPr>
          <p:cNvPr id="33796" name="Rectangle 3"/>
          <p:cNvSpPr>
            <a:spLocks noGrp="1" noChangeArrowheads="1"/>
          </p:cNvSpPr>
          <p:nvPr>
            <p:ph type="body" sz="half" idx="1"/>
          </p:nvPr>
        </p:nvSpPr>
        <p:spPr>
          <a:xfrm>
            <a:off x="1252538" y="1585913"/>
            <a:ext cx="7759700" cy="2055812"/>
          </a:xfrm>
          <a:solidFill>
            <a:srgbClr val="99CCFF"/>
          </a:solidFill>
        </p:spPr>
        <p:txBody>
          <a:bodyPr lIns="180000" tIns="180000" rIns="180000" bIns="180000"/>
          <a:lstStyle/>
          <a:p>
            <a:pPr marL="0" indent="0" algn="ctr" eaLnBrk="1" hangingPunct="1">
              <a:buFontTx/>
              <a:buNone/>
            </a:pPr>
            <a:r>
              <a:rPr lang="zh-CN" altLang="en-US" sz="2000" dirty="0"/>
              <a:t>寻找项目经理</a:t>
            </a:r>
            <a:endParaRPr lang="zh-CN" altLang="en-US" sz="2000" dirty="0"/>
          </a:p>
          <a:p>
            <a:pPr marL="0" indent="0" algn="ctr" eaLnBrk="1" hangingPunct="1">
              <a:buFontTx/>
              <a:buNone/>
            </a:pPr>
            <a:endParaRPr lang="zh-CN" altLang="en-US" sz="2000" dirty="0"/>
          </a:p>
          <a:p>
            <a:pPr marL="0" indent="0" eaLnBrk="1" hangingPunct="1">
              <a:buFontTx/>
              <a:buNone/>
            </a:pPr>
            <a:r>
              <a:rPr lang="zh-CN" altLang="en-US" sz="2000" dirty="0"/>
              <a:t>要求有动手能力，可以在压力下与多个团队共同工作。理想的人选如下：熟悉保险行业，有超过10年的</a:t>
            </a:r>
            <a:r>
              <a:rPr lang="en-US" altLang="zh-CN" sz="2000" dirty="0"/>
              <a:t>OOA, OOD, C++, Java, </a:t>
            </a:r>
            <a:r>
              <a:rPr lang="zh-CN" altLang="en-US" sz="2000" dirty="0"/>
              <a:t>和 软件工程</a:t>
            </a:r>
            <a:r>
              <a:rPr lang="en-US" altLang="zh-CN" sz="2000" dirty="0"/>
              <a:t>CASE</a:t>
            </a:r>
            <a:r>
              <a:rPr lang="zh-CN" altLang="en-US" sz="2000" dirty="0"/>
              <a:t>工具的经验。</a:t>
            </a:r>
            <a:endParaRPr lang="zh-CN" altLang="en-US" sz="2000" dirty="0"/>
          </a:p>
        </p:txBody>
      </p:sp>
      <p:sp>
        <p:nvSpPr>
          <p:cNvPr id="33797" name="Rectangle 4"/>
          <p:cNvSpPr>
            <a:spLocks noGrp="1" noChangeArrowheads="1"/>
          </p:cNvSpPr>
          <p:nvPr>
            <p:ph type="body" sz="half" idx="2"/>
          </p:nvPr>
        </p:nvSpPr>
        <p:spPr>
          <a:xfrm>
            <a:off x="1252538" y="3995258"/>
            <a:ext cx="7759700" cy="2208229"/>
          </a:xfrm>
          <a:solidFill>
            <a:srgbClr val="66FF33"/>
          </a:solidFill>
          <a:extLst>
            <a:ext uri="{91240B29-F687-4F45-9708-019B960494DF}">
              <a14:hiddenLine xmlns:a14="http://schemas.microsoft.com/office/drawing/2010/main" w="9525">
                <a:solidFill>
                  <a:schemeClr val="tx1"/>
                </a:solidFill>
                <a:prstDash val="solid"/>
                <a:miter lim="800000"/>
                <a:headEnd/>
                <a:tailEnd/>
              </a14:hiddenLine>
            </a:ext>
          </a:extLst>
        </p:spPr>
        <p:txBody>
          <a:bodyPr lIns="180000" tIns="180000" rIns="180000" bIns="180000"/>
          <a:lstStyle/>
          <a:p>
            <a:pPr marL="0" indent="0" algn="ctr" eaLnBrk="1" hangingPunct="1">
              <a:lnSpc>
                <a:spcPct val="80000"/>
              </a:lnSpc>
              <a:buFontTx/>
              <a:buNone/>
            </a:pPr>
            <a:r>
              <a:rPr lang="zh-CN" altLang="en-US" sz="2000"/>
              <a:t>寻找项目经理</a:t>
            </a:r>
            <a:endParaRPr lang="zh-CN" altLang="en-US" sz="2000"/>
          </a:p>
          <a:p>
            <a:pPr marL="0" indent="0" eaLnBrk="1" hangingPunct="1">
              <a:lnSpc>
                <a:spcPct val="80000"/>
              </a:lnSpc>
              <a:buFontTx/>
              <a:buNone/>
            </a:pPr>
            <a:endParaRPr lang="zh-CN" altLang="en-US" sz="2000"/>
          </a:p>
          <a:p>
            <a:pPr marL="0" indent="0" eaLnBrk="1" hangingPunct="1">
              <a:lnSpc>
                <a:spcPct val="80000"/>
              </a:lnSpc>
              <a:buFontTx/>
              <a:buNone/>
            </a:pPr>
            <a:r>
              <a:rPr lang="zh-CN" altLang="en-US" sz="2000"/>
              <a:t>要求可以在压力下与多个团队共同工作。理想的人选如下：在质量控制、项目管理方法上保持良好的记录；最重要的是，有出众的人际关系处理技巧，可以和高层管理人员保持良好沟通。最好具有电信业的经验。</a:t>
            </a:r>
            <a:endParaRPr lang="zh-CN" altLang="en-US" sz="2000"/>
          </a:p>
        </p:txBody>
      </p:sp>
      <p:sp>
        <p:nvSpPr>
          <p:cNvPr id="3" name="灯片编号占位符 2"/>
          <p:cNvSpPr>
            <a:spLocks noGrp="1"/>
          </p:cNvSpPr>
          <p:nvPr>
            <p:ph type="sldNum" sz="quarter" idx="10"/>
          </p:nvPr>
        </p:nvSpPr>
        <p:spPr/>
        <p:txBody>
          <a:bodyPr/>
          <a:lstStyle/>
          <a:p>
            <a:pPr>
              <a:defRPr/>
            </a:pPr>
            <a:fld id="{ADA0D315-17C2-4F0F-B1C6-8BF8415BD984}" type="slidenum">
              <a:rPr lang="en-US" altLang="zh-CN" smtClean="0"/>
            </a:fld>
            <a:endParaRPr lang="en-US" altLang="zh-CN" dirty="0"/>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IT</a:t>
            </a:r>
            <a:r>
              <a:rPr lang="zh-CN" altLang="en-US" dirty="0"/>
              <a:t>项目最重要的两个角色</a:t>
            </a:r>
            <a:endParaRPr lang="zh-CN" altLang="en-US" dirty="0"/>
          </a:p>
        </p:txBody>
      </p:sp>
      <p:sp>
        <p:nvSpPr>
          <p:cNvPr id="6" name="内容占位符 5"/>
          <p:cNvSpPr>
            <a:spLocks noGrp="1"/>
          </p:cNvSpPr>
          <p:nvPr>
            <p:ph idx="1"/>
          </p:nvPr>
        </p:nvSpPr>
        <p:spPr/>
        <p:txBody>
          <a:bodyPr/>
          <a:lstStyle/>
          <a:p>
            <a:pPr marL="0" indent="0">
              <a:buNone/>
            </a:pPr>
            <a:r>
              <a:rPr lang="zh-CN" altLang="en-US" sz="2000" dirty="0">
                <a:hlinkClick r:id="rId1" action="ppaction://hlinkfile"/>
              </a:rPr>
              <a:t>架构师 </a:t>
            </a:r>
            <a:r>
              <a:rPr lang="en-US" altLang="zh-CN" sz="2000" dirty="0">
                <a:hlinkClick r:id="rId1" action="ppaction://hlinkfile"/>
              </a:rPr>
              <a:t>Solution Architect (SA)</a:t>
            </a:r>
            <a:r>
              <a:rPr lang="en-US" altLang="zh-CN" sz="2000" dirty="0"/>
              <a:t>                   </a:t>
            </a:r>
            <a:r>
              <a:rPr lang="zh-CN" altLang="en-US" sz="2000" dirty="0">
                <a:hlinkClick r:id="rId2" action="ppaction://hlinkfile"/>
              </a:rPr>
              <a:t>项目经理 </a:t>
            </a:r>
            <a:r>
              <a:rPr lang="en-US" altLang="zh-CN" sz="2000" dirty="0">
                <a:hlinkClick r:id="rId2" action="ppaction://hlinkfile"/>
              </a:rPr>
              <a:t>Project Manager (PM)</a:t>
            </a:r>
            <a:endParaRPr lang="zh-CN" altLang="en-US" sz="2000" dirty="0"/>
          </a:p>
        </p:txBody>
      </p:sp>
      <p:grpSp>
        <p:nvGrpSpPr>
          <p:cNvPr id="12" name="组合 11"/>
          <p:cNvGrpSpPr/>
          <p:nvPr/>
        </p:nvGrpSpPr>
        <p:grpSpPr>
          <a:xfrm>
            <a:off x="0" y="2019299"/>
            <a:ext cx="9906000" cy="4873061"/>
            <a:chOff x="0" y="2019299"/>
            <a:chExt cx="9906000" cy="4873061"/>
          </a:xfrm>
        </p:grpSpPr>
        <p:pic>
          <p:nvPicPr>
            <p:cNvPr id="3078" name="Picture 6"/>
            <p:cNvPicPr>
              <a:picLocks noChangeAspect="1" noChangeArrowheads="1"/>
            </p:cNvPicPr>
            <p:nvPr/>
          </p:nvPicPr>
          <p:blipFill rotWithShape="1">
            <a:blip r:embed="rId3">
              <a:extLst>
                <a:ext uri="{28A0092B-C50C-407E-A947-70E740481C1C}">
                  <a14:useLocalDpi xmlns:a14="http://schemas.microsoft.com/office/drawing/2010/main" val="0"/>
                </a:ext>
              </a:extLst>
            </a:blip>
            <a:srcRect r="705" b="9929"/>
            <a:stretch>
              <a:fillRect/>
            </a:stretch>
          </p:blipFill>
          <p:spPr bwMode="auto">
            <a:xfrm>
              <a:off x="0" y="2019299"/>
              <a:ext cx="9906000" cy="4873061"/>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p:cNvSpPr txBox="1"/>
            <p:nvPr/>
          </p:nvSpPr>
          <p:spPr>
            <a:xfrm>
              <a:off x="1377950" y="6577469"/>
              <a:ext cx="2699778" cy="215444"/>
            </a:xfrm>
            <a:prstGeom prst="rect">
              <a:avLst/>
            </a:prstGeom>
            <a:noFill/>
          </p:spPr>
          <p:txBody>
            <a:bodyPr wrap="none" rtlCol="0">
              <a:spAutoFit/>
            </a:bodyPr>
            <a:lstStyle/>
            <a:p>
              <a:r>
                <a:rPr lang="zh-CN" altLang="en-US" sz="800" dirty="0">
                  <a:solidFill>
                    <a:schemeClr val="accent5">
                      <a:lumMod val="90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rPr>
                <a:t>朱利叶斯</a:t>
              </a:r>
              <a:r>
                <a:rPr lang="en-US" altLang="zh-CN" sz="800" dirty="0">
                  <a:solidFill>
                    <a:schemeClr val="accent5">
                      <a:lumMod val="90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rPr>
                <a:t>·</a:t>
              </a:r>
              <a:r>
                <a:rPr lang="zh-CN" altLang="en-US" sz="800" dirty="0">
                  <a:solidFill>
                    <a:schemeClr val="accent5">
                      <a:lumMod val="90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rPr>
                <a:t>罗伯特</a:t>
              </a:r>
              <a:r>
                <a:rPr lang="en-US" altLang="zh-CN" sz="800" dirty="0">
                  <a:solidFill>
                    <a:schemeClr val="accent5">
                      <a:lumMod val="90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rPr>
                <a:t>·</a:t>
              </a:r>
              <a:r>
                <a:rPr lang="zh-CN" altLang="en-US" sz="800" dirty="0">
                  <a:solidFill>
                    <a:schemeClr val="accent5">
                      <a:lumMod val="90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rPr>
                <a:t>奥本海默（</a:t>
              </a:r>
              <a:r>
                <a:rPr lang="en-US" altLang="zh-CN" sz="800" dirty="0">
                  <a:solidFill>
                    <a:schemeClr val="accent5">
                      <a:lumMod val="90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rPr>
                <a:t>J. Robert Oppenheimer</a:t>
              </a:r>
              <a:r>
                <a:rPr lang="zh-CN" altLang="en-US" sz="800" dirty="0">
                  <a:solidFill>
                    <a:schemeClr val="accent5">
                      <a:lumMod val="90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rPr>
                <a:t>）</a:t>
              </a:r>
              <a:endParaRPr lang="zh-CN" altLang="en-US" sz="800" dirty="0">
                <a:solidFill>
                  <a:schemeClr val="accent5">
                    <a:lumMod val="90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11" name="文本框 10"/>
            <p:cNvSpPr txBox="1"/>
            <p:nvPr/>
          </p:nvSpPr>
          <p:spPr>
            <a:xfrm>
              <a:off x="5153925" y="6583818"/>
              <a:ext cx="2512226" cy="215444"/>
            </a:xfrm>
            <a:prstGeom prst="rect">
              <a:avLst/>
            </a:prstGeom>
            <a:noFill/>
          </p:spPr>
          <p:txBody>
            <a:bodyPr wrap="none" rtlCol="0">
              <a:spAutoFit/>
            </a:bodyPr>
            <a:lstStyle>
              <a:defPPr>
                <a:defRPr lang="en-US"/>
              </a:defPPr>
              <a:lvl1pPr>
                <a:defRPr sz="800">
                  <a:solidFill>
                    <a:schemeClr val="bg1">
                      <a:lumMod val="20000"/>
                      <a:lumOff val="80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defRPr>
              </a:lvl1pPr>
            </a:lstStyle>
            <a:p>
              <a:r>
                <a:rPr lang="zh-CN" altLang="en-US" dirty="0">
                  <a:solidFill>
                    <a:schemeClr val="accent5">
                      <a:lumMod val="90000"/>
                    </a:schemeClr>
                  </a:solidFill>
                </a:rPr>
                <a:t>美国陆军中将莱斯利</a:t>
              </a:r>
              <a:r>
                <a:rPr lang="en-US" altLang="zh-CN" dirty="0">
                  <a:solidFill>
                    <a:schemeClr val="accent5">
                      <a:lumMod val="90000"/>
                    </a:schemeClr>
                  </a:solidFill>
                </a:rPr>
                <a:t>·</a:t>
              </a:r>
              <a:r>
                <a:rPr lang="zh-CN" altLang="en-US" dirty="0">
                  <a:solidFill>
                    <a:schemeClr val="accent5">
                      <a:lumMod val="90000"/>
                    </a:schemeClr>
                  </a:solidFill>
                </a:rPr>
                <a:t>格罗夫斯（</a:t>
              </a:r>
              <a:r>
                <a:rPr lang="en-US" altLang="zh-CN" dirty="0">
                  <a:solidFill>
                    <a:schemeClr val="accent5">
                      <a:lumMod val="90000"/>
                    </a:schemeClr>
                  </a:solidFill>
                </a:rPr>
                <a:t>Leslie R. Groves</a:t>
              </a:r>
              <a:r>
                <a:rPr lang="zh-CN" altLang="en-US" dirty="0">
                  <a:solidFill>
                    <a:schemeClr val="accent5">
                      <a:lumMod val="90000"/>
                    </a:schemeClr>
                  </a:solidFill>
                </a:rPr>
                <a:t>）</a:t>
              </a:r>
              <a:endParaRPr lang="zh-CN" altLang="en-US" dirty="0">
                <a:solidFill>
                  <a:schemeClr val="accent5">
                    <a:lumMod val="90000"/>
                  </a:schemeClr>
                </a:solidFill>
              </a:endParaRPr>
            </a:p>
          </p:txBody>
        </p:sp>
      </p:grpSp>
      <p:sp>
        <p:nvSpPr>
          <p:cNvPr id="14" name="灯片编号占位符 13"/>
          <p:cNvSpPr>
            <a:spLocks noGrp="1"/>
          </p:cNvSpPr>
          <p:nvPr>
            <p:ph type="sldNum" sz="quarter" idx="10"/>
          </p:nvPr>
        </p:nvSpPr>
        <p:spPr/>
        <p:txBody>
          <a:bodyPr/>
          <a:lstStyle/>
          <a:p>
            <a:pPr>
              <a:defRPr/>
            </a:pPr>
            <a:fld id="{6D9D2222-8541-46EA-AD3B-36A5E091B774}" type="slidenum">
              <a:rPr lang="en-US" altLang="zh-CN" smtClean="0"/>
            </a:fld>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4"/>
          <p:cNvSpPr>
            <a:spLocks noGrp="1" noChangeArrowheads="1"/>
          </p:cNvSpPr>
          <p:nvPr>
            <p:ph type="title"/>
          </p:nvPr>
        </p:nvSpPr>
        <p:spPr/>
        <p:txBody>
          <a:bodyPr/>
          <a:lstStyle/>
          <a:p>
            <a:pPr eaLnBrk="1" hangingPunct="1"/>
            <a:r>
              <a:rPr lang="zh-CN" altLang="en-US"/>
              <a:t>项目经理的责任</a:t>
            </a:r>
            <a:endParaRPr lang="zh-CN" altLang="en-US"/>
          </a:p>
        </p:txBody>
      </p:sp>
      <p:sp>
        <p:nvSpPr>
          <p:cNvPr id="35844" name="Rectangle 5"/>
          <p:cNvSpPr>
            <a:spLocks noGrp="1" noChangeArrowheads="1"/>
          </p:cNvSpPr>
          <p:nvPr>
            <p:ph type="body" idx="1"/>
          </p:nvPr>
        </p:nvSpPr>
        <p:spPr/>
        <p:txBody>
          <a:bodyPr/>
          <a:lstStyle/>
          <a:p>
            <a:pPr eaLnBrk="1" hangingPunct="1"/>
            <a:r>
              <a:rPr lang="zh-CN" altLang="en-US" dirty="0"/>
              <a:t>设定明确的目标，</a:t>
            </a:r>
            <a:r>
              <a:rPr lang="en-US" altLang="zh-CN" dirty="0"/>
              <a:t>SMART</a:t>
            </a:r>
            <a:endParaRPr lang="zh-CN" altLang="en-US" dirty="0"/>
          </a:p>
          <a:p>
            <a:pPr eaLnBrk="1" hangingPunct="1"/>
            <a:r>
              <a:rPr lang="zh-CN" altLang="en-US" dirty="0"/>
              <a:t>制定适当的流程</a:t>
            </a:r>
            <a:r>
              <a:rPr lang="en-US" altLang="zh-CN" dirty="0"/>
              <a:t>(</a:t>
            </a:r>
            <a:r>
              <a:rPr lang="zh-CN" altLang="en-US" dirty="0"/>
              <a:t>计划</a:t>
            </a:r>
            <a:r>
              <a:rPr lang="en-US" altLang="zh-CN" dirty="0"/>
              <a:t>)</a:t>
            </a:r>
            <a:endParaRPr lang="zh-CN" altLang="en-US" dirty="0"/>
          </a:p>
          <a:p>
            <a:pPr eaLnBrk="1" hangingPunct="1"/>
            <a:r>
              <a:rPr lang="zh-CN" altLang="en-US" dirty="0"/>
              <a:t>监控执行情况</a:t>
            </a:r>
            <a:endParaRPr lang="zh-CN" altLang="en-US" dirty="0"/>
          </a:p>
          <a:p>
            <a:pPr eaLnBrk="1" hangingPunct="1"/>
            <a:r>
              <a:rPr lang="zh-CN" altLang="en-US" dirty="0"/>
              <a:t>识别、评估、减小风险</a:t>
            </a:r>
            <a:endParaRPr lang="zh-CN" altLang="en-US" dirty="0"/>
          </a:p>
          <a:p>
            <a:pPr eaLnBrk="1" hangingPunct="1"/>
            <a:r>
              <a:rPr lang="zh-CN" altLang="en-US" dirty="0"/>
              <a:t>与项目团队、客户等项目相关人良好的沟通</a:t>
            </a:r>
            <a:endParaRPr lang="zh-CN" altLang="en-US" dirty="0"/>
          </a:p>
        </p:txBody>
      </p:sp>
      <p:sp>
        <p:nvSpPr>
          <p:cNvPr id="3" name="灯片编号占位符 2"/>
          <p:cNvSpPr>
            <a:spLocks noGrp="1"/>
          </p:cNvSpPr>
          <p:nvPr>
            <p:ph type="sldNum" sz="quarter" idx="10"/>
          </p:nvPr>
        </p:nvSpPr>
        <p:spPr/>
        <p:txBody>
          <a:bodyPr/>
          <a:lstStyle/>
          <a:p>
            <a:pPr>
              <a:defRPr/>
            </a:pPr>
            <a:fld id="{6D9D2222-8541-46EA-AD3B-36A5E091B774}" type="slidenum">
              <a:rPr lang="en-US" altLang="zh-CN" smtClean="0"/>
            </a:fld>
            <a:endParaRPr lang="en-US" altLang="zh-CN"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66713" y="195263"/>
            <a:ext cx="9091612" cy="822325"/>
          </a:xfrm>
        </p:spPr>
        <p:txBody>
          <a:bodyPr/>
          <a:lstStyle/>
          <a:p>
            <a:r>
              <a:rPr lang="zh-CN" altLang="en-US" dirty="0"/>
              <a:t>思维转型</a:t>
            </a:r>
            <a:endParaRPr lang="zh-CN" altLang="en-US" dirty="0"/>
          </a:p>
        </p:txBody>
      </p:sp>
      <p:sp>
        <p:nvSpPr>
          <p:cNvPr id="3" name="内容占位符 2"/>
          <p:cNvSpPr>
            <a:spLocks noGrp="1"/>
          </p:cNvSpPr>
          <p:nvPr>
            <p:ph idx="1"/>
          </p:nvPr>
        </p:nvSpPr>
        <p:spPr>
          <a:xfrm>
            <a:off x="365125" y="1273175"/>
            <a:ext cx="9093200" cy="5270500"/>
          </a:xfrm>
        </p:spPr>
        <p:txBody>
          <a:bodyPr/>
          <a:lstStyle/>
          <a:p>
            <a:r>
              <a:rPr lang="zh-CN" altLang="en-US" sz="2000" dirty="0"/>
              <a:t>改变思维习惯，需要时间、意志力和持续的努力</a:t>
            </a:r>
            <a:endParaRPr lang="en-US" altLang="zh-CN" sz="2000" dirty="0"/>
          </a:p>
          <a:p>
            <a:pPr lvl="1"/>
            <a:r>
              <a:rPr lang="zh-CN" altLang="en-US" sz="1800" dirty="0"/>
              <a:t>从技术到管理的转变，</a:t>
            </a:r>
            <a:r>
              <a:rPr lang="en-US" altLang="zh-CN" sz="1800" dirty="0"/>
              <a:t>All by myself </a:t>
            </a:r>
            <a:r>
              <a:rPr lang="en-US" altLang="zh-CN" sz="1800" dirty="0">
                <a:sym typeface="Wingdings" panose="05000000000000000000" pitchFamily="2" charset="2"/>
              </a:rPr>
              <a:t> Through other people</a:t>
            </a:r>
            <a:endParaRPr lang="zh-CN" altLang="en-US" sz="1800" dirty="0"/>
          </a:p>
          <a:p>
            <a:pPr lvl="2"/>
            <a:r>
              <a:rPr lang="zh-CN" altLang="en-US" sz="1600" dirty="0"/>
              <a:t>程序员通常专注于编码和技术问题解决，而项目经理需要管理项目的时间、预算、范围和团队。这种角色转变要求程序员扩展其技能集，包括管理技能和领导能力。</a:t>
            </a:r>
            <a:endParaRPr lang="zh-CN" altLang="en-US" sz="1600" dirty="0"/>
          </a:p>
          <a:p>
            <a:pPr lvl="1"/>
            <a:r>
              <a:rPr lang="zh-CN" altLang="en-US" sz="1800" dirty="0"/>
              <a:t>人员管理和沟通技能</a:t>
            </a:r>
            <a:endParaRPr lang="zh-CN" altLang="en-US" sz="1800" dirty="0"/>
          </a:p>
          <a:p>
            <a:pPr lvl="2"/>
            <a:r>
              <a:rPr lang="zh-CN" altLang="en-US" sz="1600" dirty="0"/>
              <a:t>项目管理涉及与各种利益相关者的交流和合作，这可能包括客户、团队成员、供应商和其他管理层。程序员需要培养有效沟通和人际关系能力，这可能与之前的工作职责不同。</a:t>
            </a:r>
            <a:endParaRPr lang="zh-CN" altLang="en-US" sz="1600" dirty="0"/>
          </a:p>
          <a:p>
            <a:pPr lvl="1"/>
            <a:r>
              <a:rPr lang="zh-CN" altLang="en-US" sz="1800" dirty="0"/>
              <a:t>时间管理和优先级设定</a:t>
            </a:r>
            <a:endParaRPr lang="zh-CN" altLang="en-US" sz="1800" dirty="0"/>
          </a:p>
          <a:p>
            <a:pPr lvl="2"/>
            <a:r>
              <a:rPr lang="zh-CN" altLang="en-US" sz="1600" dirty="0"/>
              <a:t>管理多个任务和优先级是项目管理的关键方面。程序员需要学会如何平衡多个项目需求，同时掌握时间管理技能以确保项目按时交付。</a:t>
            </a:r>
            <a:endParaRPr lang="zh-CN" altLang="en-US" sz="1600" dirty="0"/>
          </a:p>
          <a:p>
            <a:pPr lvl="1"/>
            <a:r>
              <a:rPr lang="zh-CN" altLang="en-US" sz="1800" dirty="0"/>
              <a:t>宏观思维</a:t>
            </a:r>
            <a:endParaRPr lang="zh-CN" altLang="en-US" sz="1800" dirty="0"/>
          </a:p>
          <a:p>
            <a:pPr lvl="2"/>
            <a:r>
              <a:rPr lang="zh-CN" altLang="en-US" sz="1600" dirty="0"/>
              <a:t>与程序员的工作相比，项目经理需要更多的宏观思维和计划能力，以确保项目的整体方向和最终成功。</a:t>
            </a:r>
            <a:endParaRPr lang="en-US" altLang="zh-CN" sz="1600" dirty="0"/>
          </a:p>
          <a:p>
            <a:pPr lvl="2"/>
            <a:endParaRPr lang="zh-CN" altLang="en-US" sz="1600" dirty="0"/>
          </a:p>
          <a:p>
            <a:r>
              <a:rPr lang="en-US" altLang="zh-CN" sz="2000" dirty="0"/>
              <a:t>PM</a:t>
            </a:r>
            <a:r>
              <a:rPr lang="zh-CN" altLang="en-US" sz="2000" dirty="0"/>
              <a:t>是项目的发动机，</a:t>
            </a:r>
            <a:r>
              <a:rPr lang="en-US" altLang="zh-CN" sz="2000" dirty="0"/>
              <a:t>PM</a:t>
            </a:r>
            <a:r>
              <a:rPr lang="zh-CN" altLang="en-US" sz="2000" dirty="0"/>
              <a:t>不操心的话，项目就停滞不前了。</a:t>
            </a:r>
            <a:endParaRPr lang="en-US" altLang="zh-CN" sz="2000" dirty="0"/>
          </a:p>
          <a:p>
            <a:endParaRPr lang="zh-CN" altLang="en-US" sz="2000" dirty="0"/>
          </a:p>
          <a:p>
            <a:endParaRPr lang="zh-CN" altLang="en-US" sz="2000" dirty="0"/>
          </a:p>
        </p:txBody>
      </p:sp>
      <p:sp>
        <p:nvSpPr>
          <p:cNvPr id="4" name="灯片编号占位符 3"/>
          <p:cNvSpPr>
            <a:spLocks noGrp="1"/>
          </p:cNvSpPr>
          <p:nvPr>
            <p:ph type="sldNum" sz="quarter" idx="10"/>
          </p:nvPr>
        </p:nvSpPr>
        <p:spPr>
          <a:xfrm>
            <a:off x="9212263" y="6667500"/>
            <a:ext cx="436562" cy="122238"/>
          </a:xfrm>
        </p:spPr>
        <p:txBody>
          <a:bodyPr/>
          <a:lstStyle/>
          <a:p>
            <a:fld id="{6D9D2222-8541-46EA-AD3B-36A5E091B774}" type="slidenum">
              <a:rPr lang="en-US" altLang="zh-CN" smtClean="0"/>
            </a:fld>
            <a:endParaRPr lang="en-US" altLang="zh-CN"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14"/>
          <p:cNvSpPr>
            <a:spLocks noGrp="1" noChangeArrowheads="1"/>
          </p:cNvSpPr>
          <p:nvPr>
            <p:ph type="title"/>
          </p:nvPr>
        </p:nvSpPr>
        <p:spPr/>
        <p:txBody>
          <a:bodyPr/>
          <a:lstStyle/>
          <a:p>
            <a:pPr eaLnBrk="1" hangingPunct="1"/>
            <a:r>
              <a:rPr lang="zh-CN" altLang="en-US"/>
              <a:t>项目管理：是科学还是艺术</a:t>
            </a:r>
            <a:r>
              <a:rPr lang="en-US" altLang="zh-CN"/>
              <a:t>?</a:t>
            </a:r>
            <a:endParaRPr lang="en-US" altLang="zh-CN"/>
          </a:p>
        </p:txBody>
      </p:sp>
      <p:sp>
        <p:nvSpPr>
          <p:cNvPr id="673797" name="Text Box 5"/>
          <p:cNvSpPr txBox="1">
            <a:spLocks noChangeArrowheads="1"/>
          </p:cNvSpPr>
          <p:nvPr/>
        </p:nvSpPr>
        <p:spPr bwMode="auto">
          <a:xfrm>
            <a:off x="717550" y="1992313"/>
            <a:ext cx="2065338"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r>
              <a:rPr lang="zh-CN" altLang="en-US">
                <a:solidFill>
                  <a:srgbClr val="000000"/>
                </a:solidFill>
                <a:ea typeface="黑体" panose="02010609060101010101" pitchFamily="49" charset="-122"/>
              </a:rPr>
              <a:t>科学</a:t>
            </a:r>
            <a:endParaRPr lang="zh-CN" altLang="en-US">
              <a:solidFill>
                <a:srgbClr val="000000"/>
              </a:solidFill>
              <a:ea typeface="黑体" panose="02010609060101010101" pitchFamily="49" charset="-122"/>
            </a:endParaRPr>
          </a:p>
          <a:p>
            <a:r>
              <a:rPr lang="en-US" altLang="zh-CN">
                <a:solidFill>
                  <a:srgbClr val="000000"/>
                </a:solidFill>
                <a:ea typeface="黑体" panose="02010609060101010101" pitchFamily="49" charset="-122"/>
              </a:rPr>
              <a:t>“Hard Skills”</a:t>
            </a:r>
            <a:endParaRPr lang="en-US" altLang="zh-CN">
              <a:solidFill>
                <a:srgbClr val="000000"/>
              </a:solidFill>
              <a:ea typeface="黑体" panose="02010609060101010101" pitchFamily="49" charset="-122"/>
            </a:endParaRPr>
          </a:p>
          <a:p>
            <a:r>
              <a:rPr lang="en-US" altLang="zh-CN">
                <a:solidFill>
                  <a:srgbClr val="000000"/>
                </a:solidFill>
                <a:ea typeface="黑体" panose="02010609060101010101" pitchFamily="49" charset="-122"/>
              </a:rPr>
              <a:t>20-30</a:t>
            </a:r>
            <a:r>
              <a:rPr lang="zh-CN" altLang="en-US">
                <a:solidFill>
                  <a:srgbClr val="000000"/>
                </a:solidFill>
                <a:ea typeface="黑体" panose="02010609060101010101" pitchFamily="49" charset="-122"/>
              </a:rPr>
              <a:t>％</a:t>
            </a:r>
            <a:endParaRPr lang="zh-CN" altLang="en-US">
              <a:solidFill>
                <a:srgbClr val="000000"/>
              </a:solidFill>
              <a:ea typeface="黑体" panose="02010609060101010101" pitchFamily="49" charset="-122"/>
            </a:endParaRPr>
          </a:p>
        </p:txBody>
      </p:sp>
      <p:sp>
        <p:nvSpPr>
          <p:cNvPr id="673798" name="Text Box 6"/>
          <p:cNvSpPr txBox="1">
            <a:spLocks noChangeArrowheads="1"/>
          </p:cNvSpPr>
          <p:nvPr/>
        </p:nvSpPr>
        <p:spPr bwMode="auto">
          <a:xfrm>
            <a:off x="704850" y="4394200"/>
            <a:ext cx="2065338"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r>
              <a:rPr lang="zh-CN" altLang="en-US">
                <a:solidFill>
                  <a:srgbClr val="000000"/>
                </a:solidFill>
                <a:ea typeface="黑体" panose="02010609060101010101" pitchFamily="49" charset="-122"/>
              </a:rPr>
              <a:t>艺术</a:t>
            </a:r>
            <a:endParaRPr lang="zh-CN" altLang="en-US">
              <a:solidFill>
                <a:srgbClr val="000000"/>
              </a:solidFill>
              <a:ea typeface="黑体" panose="02010609060101010101" pitchFamily="49" charset="-122"/>
            </a:endParaRPr>
          </a:p>
          <a:p>
            <a:r>
              <a:rPr lang="en-US" altLang="zh-CN">
                <a:solidFill>
                  <a:srgbClr val="000000"/>
                </a:solidFill>
                <a:ea typeface="黑体" panose="02010609060101010101" pitchFamily="49" charset="-122"/>
              </a:rPr>
              <a:t>“Soft Skills”</a:t>
            </a:r>
            <a:endParaRPr lang="en-US" altLang="zh-CN">
              <a:solidFill>
                <a:srgbClr val="000000"/>
              </a:solidFill>
              <a:ea typeface="黑体" panose="02010609060101010101" pitchFamily="49" charset="-122"/>
            </a:endParaRPr>
          </a:p>
          <a:p>
            <a:r>
              <a:rPr lang="en-US" altLang="zh-CN">
                <a:solidFill>
                  <a:srgbClr val="000000"/>
                </a:solidFill>
                <a:ea typeface="黑体" panose="02010609060101010101" pitchFamily="49" charset="-122"/>
              </a:rPr>
              <a:t>70</a:t>
            </a:r>
            <a:r>
              <a:rPr lang="zh-CN" altLang="en-US">
                <a:solidFill>
                  <a:srgbClr val="000000"/>
                </a:solidFill>
                <a:ea typeface="黑体" panose="02010609060101010101" pitchFamily="49" charset="-122"/>
              </a:rPr>
              <a:t>－</a:t>
            </a:r>
            <a:r>
              <a:rPr lang="en-US" altLang="zh-CN">
                <a:solidFill>
                  <a:srgbClr val="000000"/>
                </a:solidFill>
                <a:ea typeface="黑体" panose="02010609060101010101" pitchFamily="49" charset="-122"/>
              </a:rPr>
              <a:t>80%</a:t>
            </a:r>
            <a:endParaRPr lang="en-US" altLang="zh-CN">
              <a:solidFill>
                <a:srgbClr val="000000"/>
              </a:solidFill>
              <a:ea typeface="黑体" panose="02010609060101010101" pitchFamily="49" charset="-122"/>
            </a:endParaRPr>
          </a:p>
        </p:txBody>
      </p:sp>
      <p:sp>
        <p:nvSpPr>
          <p:cNvPr id="673801" name="Text Box 9"/>
          <p:cNvSpPr txBox="1">
            <a:spLocks noChangeArrowheads="1"/>
          </p:cNvSpPr>
          <p:nvPr/>
        </p:nvSpPr>
        <p:spPr bwMode="auto">
          <a:xfrm>
            <a:off x="5592763" y="2890838"/>
            <a:ext cx="4141787"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r>
              <a:rPr lang="en-US" altLang="zh-CN" sz="2000">
                <a:solidFill>
                  <a:srgbClr val="FF0000"/>
                </a:solidFill>
                <a:ea typeface="黑体" panose="02010609060101010101" pitchFamily="49" charset="-122"/>
              </a:rPr>
              <a:t>The “Soft Skills” are usually </a:t>
            </a:r>
            <a:br>
              <a:rPr lang="en-US" altLang="zh-CN" sz="2000">
                <a:solidFill>
                  <a:srgbClr val="FF0000"/>
                </a:solidFill>
                <a:ea typeface="黑体" panose="02010609060101010101" pitchFamily="49" charset="-122"/>
              </a:rPr>
            </a:br>
            <a:r>
              <a:rPr lang="en-US" altLang="zh-CN" sz="2000">
                <a:solidFill>
                  <a:srgbClr val="FF0000"/>
                </a:solidFill>
                <a:ea typeface="黑体" panose="02010609060101010101" pitchFamily="49" charset="-122"/>
              </a:rPr>
              <a:t>significantly harder to learn </a:t>
            </a:r>
            <a:br>
              <a:rPr lang="en-US" altLang="zh-CN" sz="2000">
                <a:solidFill>
                  <a:srgbClr val="FF0000"/>
                </a:solidFill>
                <a:ea typeface="黑体" panose="02010609060101010101" pitchFamily="49" charset="-122"/>
              </a:rPr>
            </a:br>
            <a:r>
              <a:rPr lang="en-US" altLang="zh-CN" sz="2000">
                <a:solidFill>
                  <a:srgbClr val="FF0000"/>
                </a:solidFill>
                <a:ea typeface="黑体" panose="02010609060101010101" pitchFamily="49" charset="-122"/>
              </a:rPr>
              <a:t>and practice than the “Hard Skills”</a:t>
            </a:r>
            <a:endParaRPr lang="en-US" altLang="zh-CN" sz="2000">
              <a:solidFill>
                <a:srgbClr val="FF0000"/>
              </a:solidFill>
              <a:ea typeface="黑体" panose="02010609060101010101" pitchFamily="49" charset="-122"/>
            </a:endParaRPr>
          </a:p>
        </p:txBody>
      </p:sp>
      <p:graphicFrame>
        <p:nvGraphicFramePr>
          <p:cNvPr id="37895" name="Object 10"/>
          <p:cNvGraphicFramePr>
            <a:graphicFrameLocks noChangeAspect="1"/>
          </p:cNvGraphicFramePr>
          <p:nvPr/>
        </p:nvGraphicFramePr>
        <p:xfrm>
          <a:off x="2838450" y="1824038"/>
          <a:ext cx="1654175" cy="1614487"/>
        </p:xfrm>
        <a:graphic>
          <a:graphicData uri="http://schemas.openxmlformats.org/presentationml/2006/ole">
            <mc:AlternateContent xmlns:mc="http://schemas.openxmlformats.org/markup-compatibility/2006">
              <mc:Choice xmlns:v="urn:schemas-microsoft-com:vml" Requires="v">
                <p:oleObj spid="_x0000_s0" name="Clip" r:id="rId1" imgW="4435475" imgH="4327525" progId="MS_ClipArt_Gallery.2">
                  <p:embed/>
                </p:oleObj>
              </mc:Choice>
              <mc:Fallback>
                <p:oleObj name="Clip" r:id="rId1" imgW="4435475" imgH="4327525" progId="MS_ClipArt_Gallery.2">
                  <p:embed/>
                  <p:pic>
                    <p:nvPicPr>
                      <p:cNvPr id="0" name="Object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8450" y="1824038"/>
                        <a:ext cx="1654175" cy="1614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896" name="Object 11"/>
          <p:cNvGraphicFramePr>
            <a:graphicFrameLocks noChangeAspect="1"/>
          </p:cNvGraphicFramePr>
          <p:nvPr/>
        </p:nvGraphicFramePr>
        <p:xfrm>
          <a:off x="2701925" y="4481513"/>
          <a:ext cx="1938338" cy="1573212"/>
        </p:xfrm>
        <a:graphic>
          <a:graphicData uri="http://schemas.openxmlformats.org/presentationml/2006/ole">
            <mc:AlternateContent xmlns:mc="http://schemas.openxmlformats.org/markup-compatibility/2006">
              <mc:Choice xmlns:v="urn:schemas-microsoft-com:vml" Requires="v">
                <p:oleObj spid="_x0000_s0" name="Clip" r:id="rId3" imgW="2828925" imgH="2295525" progId="MS_ClipArt_Gallery.2">
                  <p:embed/>
                </p:oleObj>
              </mc:Choice>
              <mc:Fallback>
                <p:oleObj name="Clip" r:id="rId3" imgW="2828925" imgH="2295525" progId="MS_ClipArt_Gallery.2">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01925" y="4481513"/>
                        <a:ext cx="1938338" cy="1573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 name="灯片编号占位符 2"/>
          <p:cNvSpPr>
            <a:spLocks noGrp="1"/>
          </p:cNvSpPr>
          <p:nvPr>
            <p:ph type="sldNum" sz="quarter" idx="10"/>
          </p:nvPr>
        </p:nvSpPr>
        <p:spPr/>
        <p:txBody>
          <a:bodyPr/>
          <a:lstStyle/>
          <a:p>
            <a:pPr>
              <a:defRPr/>
            </a:pPr>
            <a:fld id="{A6A0D67D-9B30-457F-9874-1F92730590A0}" type="slidenum">
              <a:rPr lang="en-US" altLang="zh-CN" smtClean="0"/>
            </a:fld>
            <a:endParaRPr lang="en-US" altLang="zh-CN" dirty="0"/>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673797"/>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5" name="WHOOSH.WAV"/>
                                        </p:tgtEl>
                                      </p:cMediaNode>
                                    </p:audio>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673798"/>
                                        </p:tgtEl>
                                        <p:attrNameLst>
                                          <p:attrName>style.visibility</p:attrName>
                                        </p:attrNameLst>
                                      </p:cBhvr>
                                      <p:to>
                                        <p:strVal val="visible"/>
                                      </p:to>
                                    </p:set>
                                  </p:childTnLst>
                                  <p:subTnLst>
                                    <p:audio>
                                      <p:cMediaNode>
                                        <p:cTn display="0" masterRel="sameClick">
                                          <p:stCondLst>
                                            <p:cond evt="begin" delay="0">
                                              <p:tn val="9"/>
                                            </p:cond>
                                          </p:stCondLst>
                                          <p:endCondLst>
                                            <p:cond evt="onStopAudio" delay="0">
                                              <p:tgtEl>
                                                <p:sldTgt/>
                                              </p:tgtEl>
                                            </p:cond>
                                          </p:endCondLst>
                                        </p:cTn>
                                        <p:tgtEl>
                                          <p:sndTgt r:embed="rId5" name="WHOOSH.WAV"/>
                                        </p:tgtEl>
                                      </p:cMediaNode>
                                    </p:audio>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673801"/>
                                        </p:tgtEl>
                                        <p:attrNameLst>
                                          <p:attrName>style.visibility</p:attrName>
                                        </p:attrNameLst>
                                      </p:cBhvr>
                                      <p:to>
                                        <p:strVal val="visible"/>
                                      </p:to>
                                    </p:set>
                                  </p:childTnLst>
                                  <p:subTnLst>
                                    <p:audio>
                                      <p:cMediaNode>
                                        <p:cTn display="0" masterRel="sameClick">
                                          <p:stCondLst>
                                            <p:cond evt="begin" delay="0">
                                              <p:tn val="13"/>
                                            </p:cond>
                                          </p:stCondLst>
                                          <p:endCondLst>
                                            <p:cond evt="onStopAudio" delay="0">
                                              <p:tgtEl>
                                                <p:sldTgt/>
                                              </p:tgtEl>
                                            </p:cond>
                                          </p:endCondLst>
                                        </p:cTn>
                                        <p:tgtEl>
                                          <p:sndTgt r:embed="rId5"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3797" grpId="0" autoUpdateAnimBg="0"/>
      <p:bldP spid="673798" grpId="0" autoUpdateAnimBg="0"/>
      <p:bldP spid="673801"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项目经理 </a:t>
            </a:r>
            <a:r>
              <a:rPr lang="en-US" altLang="zh-CN" dirty="0"/>
              <a:t>vs </a:t>
            </a:r>
            <a:r>
              <a:rPr lang="zh-CN" altLang="en-US" dirty="0"/>
              <a:t>产品经理</a:t>
            </a:r>
            <a:endParaRPr lang="zh-CN" altLang="en-US" dirty="0"/>
          </a:p>
        </p:txBody>
      </p:sp>
      <p:graphicFrame>
        <p:nvGraphicFramePr>
          <p:cNvPr id="4" name="表格 3"/>
          <p:cNvGraphicFramePr>
            <a:graphicFrameLocks noGrp="1"/>
          </p:cNvGraphicFramePr>
          <p:nvPr/>
        </p:nvGraphicFramePr>
        <p:xfrm>
          <a:off x="366714" y="1273175"/>
          <a:ext cx="9090107" cy="5016932"/>
        </p:xfrm>
        <a:graphic>
          <a:graphicData uri="http://schemas.openxmlformats.org/drawingml/2006/table">
            <a:tbl>
              <a:tblPr firstRow="1" firstCol="1" bandRow="1">
                <a:tableStyleId>{B301B821-A1FF-4177-AEE7-76D212191A09}</a:tableStyleId>
              </a:tblPr>
              <a:tblGrid>
                <a:gridCol w="1375459"/>
                <a:gridCol w="3816416"/>
                <a:gridCol w="3898232"/>
              </a:tblGrid>
              <a:tr h="297864">
                <a:tc>
                  <a:txBody>
                    <a:bodyPr/>
                    <a:lstStyle/>
                    <a:p>
                      <a:pPr algn="l" latinLnBrk="0"/>
                      <a:r>
                        <a:rPr lang="zh-CN" altLang="en-US" sz="1400" dirty="0">
                          <a:solidFill>
                            <a:schemeClr val="bg1">
                              <a:lumMod val="50000"/>
                            </a:schemeClr>
                          </a:solidFill>
                          <a:effectLst/>
                        </a:rPr>
                        <a:t>职位</a:t>
                      </a:r>
                      <a:endParaRPr lang="zh-CN" altLang="en-US" sz="1400" dirty="0">
                        <a:solidFill>
                          <a:schemeClr val="bg1">
                            <a:lumMod val="50000"/>
                          </a:schemeClr>
                        </a:solidFill>
                        <a:effectLst/>
                      </a:endParaRPr>
                    </a:p>
                  </a:txBody>
                  <a:tcPr marL="72199" marR="72199" marT="36099" marB="36099" anchor="ctr"/>
                </a:tc>
                <a:tc>
                  <a:txBody>
                    <a:bodyPr/>
                    <a:lstStyle/>
                    <a:p>
                      <a:pPr algn="l" latinLnBrk="0"/>
                      <a:r>
                        <a:rPr lang="zh-CN" altLang="en-US" sz="1400">
                          <a:solidFill>
                            <a:schemeClr val="bg1">
                              <a:lumMod val="50000"/>
                            </a:schemeClr>
                          </a:solidFill>
                          <a:effectLst/>
                        </a:rPr>
                        <a:t>项目经理</a:t>
                      </a:r>
                      <a:endParaRPr lang="zh-CN" altLang="en-US" sz="1400">
                        <a:solidFill>
                          <a:schemeClr val="bg1">
                            <a:lumMod val="50000"/>
                          </a:schemeClr>
                        </a:solidFill>
                        <a:effectLst/>
                      </a:endParaRPr>
                    </a:p>
                  </a:txBody>
                  <a:tcPr marL="72199" marR="72199" marT="36099" marB="36099" anchor="ctr"/>
                </a:tc>
                <a:tc>
                  <a:txBody>
                    <a:bodyPr/>
                    <a:lstStyle/>
                    <a:p>
                      <a:pPr algn="l" latinLnBrk="0"/>
                      <a:r>
                        <a:rPr lang="zh-CN" altLang="en-US" sz="1400">
                          <a:solidFill>
                            <a:schemeClr val="bg1">
                              <a:lumMod val="50000"/>
                            </a:schemeClr>
                          </a:solidFill>
                          <a:effectLst/>
                        </a:rPr>
                        <a:t>产品经理</a:t>
                      </a:r>
                      <a:endParaRPr lang="zh-CN" altLang="en-US" sz="1400">
                        <a:solidFill>
                          <a:schemeClr val="bg1">
                            <a:lumMod val="50000"/>
                          </a:schemeClr>
                        </a:solidFill>
                        <a:effectLst/>
                      </a:endParaRPr>
                    </a:p>
                  </a:txBody>
                  <a:tcPr marL="72199" marR="72199" marT="36099" marB="36099" anchor="ctr"/>
                </a:tc>
              </a:tr>
              <a:tr h="538071">
                <a:tc>
                  <a:txBody>
                    <a:bodyPr/>
                    <a:lstStyle/>
                    <a:p>
                      <a:pPr latinLnBrk="0"/>
                      <a:r>
                        <a:rPr lang="zh-CN" altLang="en-US" sz="1400" dirty="0">
                          <a:solidFill>
                            <a:schemeClr val="bg1">
                              <a:lumMod val="50000"/>
                            </a:schemeClr>
                          </a:solidFill>
                          <a:effectLst/>
                        </a:rPr>
                        <a:t>目标</a:t>
                      </a:r>
                      <a:endParaRPr lang="zh-CN" altLang="en-US" sz="1400" dirty="0">
                        <a:solidFill>
                          <a:schemeClr val="bg1">
                            <a:lumMod val="50000"/>
                          </a:schemeClr>
                        </a:solidFill>
                        <a:effectLst/>
                      </a:endParaRPr>
                    </a:p>
                  </a:txBody>
                  <a:tcPr marL="72199" marR="72199" marT="36099" marB="36099" anchor="ctr"/>
                </a:tc>
                <a:tc>
                  <a:txBody>
                    <a:bodyPr/>
                    <a:lstStyle/>
                    <a:p>
                      <a:pPr latinLnBrk="0"/>
                      <a:r>
                        <a:rPr lang="zh-CN" altLang="en-US" sz="1400" dirty="0">
                          <a:solidFill>
                            <a:schemeClr val="bg1">
                              <a:lumMod val="50000"/>
                            </a:schemeClr>
                          </a:solidFill>
                          <a:effectLst/>
                        </a:rPr>
                        <a:t>完成特定的项目，通常是临时性和独特的。</a:t>
                      </a:r>
                      <a:endParaRPr lang="zh-CN" altLang="en-US" sz="1400" dirty="0">
                        <a:solidFill>
                          <a:schemeClr val="bg1">
                            <a:lumMod val="50000"/>
                          </a:schemeClr>
                        </a:solidFill>
                        <a:effectLst/>
                      </a:endParaRPr>
                    </a:p>
                  </a:txBody>
                  <a:tcPr marL="72199" marR="72199" marT="36099" marB="36099" anchor="ctr"/>
                </a:tc>
                <a:tc>
                  <a:txBody>
                    <a:bodyPr/>
                    <a:lstStyle/>
                    <a:p>
                      <a:pPr latinLnBrk="0"/>
                      <a:r>
                        <a:rPr lang="zh-CN" altLang="en-US" sz="1400">
                          <a:solidFill>
                            <a:schemeClr val="bg1">
                              <a:lumMod val="50000"/>
                            </a:schemeClr>
                          </a:solidFill>
                          <a:effectLst/>
                        </a:rPr>
                        <a:t>规划和指导产品的发展，从构思到市场推出，再到产品生命周期管理。</a:t>
                      </a:r>
                      <a:endParaRPr lang="zh-CN" altLang="en-US" sz="1400">
                        <a:solidFill>
                          <a:schemeClr val="bg1">
                            <a:lumMod val="50000"/>
                          </a:schemeClr>
                        </a:solidFill>
                        <a:effectLst/>
                      </a:endParaRPr>
                    </a:p>
                  </a:txBody>
                  <a:tcPr marL="72199" marR="72199" marT="36099" marB="36099" anchor="ctr"/>
                </a:tc>
              </a:tr>
              <a:tr h="520418">
                <a:tc>
                  <a:txBody>
                    <a:bodyPr/>
                    <a:lstStyle/>
                    <a:p>
                      <a:pPr latinLnBrk="0"/>
                      <a:r>
                        <a:rPr lang="zh-CN" altLang="en-US" sz="1400">
                          <a:solidFill>
                            <a:schemeClr val="bg1">
                              <a:lumMod val="50000"/>
                            </a:schemeClr>
                          </a:solidFill>
                          <a:effectLst/>
                        </a:rPr>
                        <a:t>聚焦</a:t>
                      </a:r>
                      <a:endParaRPr lang="zh-CN" altLang="en-US" sz="1400">
                        <a:solidFill>
                          <a:schemeClr val="bg1">
                            <a:lumMod val="50000"/>
                          </a:schemeClr>
                        </a:solidFill>
                        <a:effectLst/>
                      </a:endParaRPr>
                    </a:p>
                  </a:txBody>
                  <a:tcPr marL="72199" marR="72199" marT="36099" marB="36099" anchor="ctr"/>
                </a:tc>
                <a:tc>
                  <a:txBody>
                    <a:bodyPr/>
                    <a:lstStyle/>
                    <a:p>
                      <a:pPr latinLnBrk="0"/>
                      <a:r>
                        <a:rPr lang="zh-CN" altLang="en-US" sz="1400" dirty="0">
                          <a:solidFill>
                            <a:schemeClr val="bg1">
                              <a:lumMod val="50000"/>
                            </a:schemeClr>
                          </a:solidFill>
                          <a:effectLst/>
                        </a:rPr>
                        <a:t>项目范围、时间、成本和质量</a:t>
                      </a:r>
                      <a:r>
                        <a:rPr lang="en-US" altLang="zh-CN" sz="1400" dirty="0">
                          <a:solidFill>
                            <a:schemeClr val="bg1">
                              <a:lumMod val="50000"/>
                            </a:schemeClr>
                          </a:solidFill>
                          <a:effectLst/>
                        </a:rPr>
                        <a:t>——"</a:t>
                      </a:r>
                      <a:r>
                        <a:rPr lang="zh-CN" altLang="en-US" sz="1400" dirty="0">
                          <a:solidFill>
                            <a:schemeClr val="bg1">
                              <a:lumMod val="50000"/>
                            </a:schemeClr>
                          </a:solidFill>
                          <a:effectLst/>
                        </a:rPr>
                        <a:t>项目三角</a:t>
                      </a:r>
                      <a:r>
                        <a:rPr lang="en-US" altLang="zh-CN" sz="1400" dirty="0">
                          <a:solidFill>
                            <a:schemeClr val="bg1">
                              <a:lumMod val="50000"/>
                            </a:schemeClr>
                          </a:solidFill>
                          <a:effectLst/>
                        </a:rPr>
                        <a:t>"</a:t>
                      </a:r>
                      <a:r>
                        <a:rPr lang="zh-CN" altLang="en-US" sz="1400" dirty="0">
                          <a:solidFill>
                            <a:schemeClr val="bg1">
                              <a:lumMod val="50000"/>
                            </a:schemeClr>
                          </a:solidFill>
                          <a:effectLst/>
                        </a:rPr>
                        <a:t>。</a:t>
                      </a:r>
                      <a:endParaRPr lang="zh-CN" altLang="en-US" sz="1400" dirty="0">
                        <a:solidFill>
                          <a:schemeClr val="bg1">
                            <a:lumMod val="50000"/>
                          </a:schemeClr>
                        </a:solidFill>
                        <a:effectLst/>
                      </a:endParaRPr>
                    </a:p>
                  </a:txBody>
                  <a:tcPr marL="72199" marR="72199" marT="36099" marB="36099" anchor="ctr"/>
                </a:tc>
                <a:tc>
                  <a:txBody>
                    <a:bodyPr/>
                    <a:lstStyle/>
                    <a:p>
                      <a:pPr latinLnBrk="0"/>
                      <a:r>
                        <a:rPr lang="zh-CN" altLang="en-US" sz="1400">
                          <a:solidFill>
                            <a:schemeClr val="bg1">
                              <a:lumMod val="50000"/>
                            </a:schemeClr>
                          </a:solidFill>
                          <a:effectLst/>
                        </a:rPr>
                        <a:t>产品愿景、策略、特性定义和用户体验。</a:t>
                      </a:r>
                      <a:endParaRPr lang="zh-CN" altLang="en-US" sz="1400">
                        <a:solidFill>
                          <a:schemeClr val="bg1">
                            <a:lumMod val="50000"/>
                          </a:schemeClr>
                        </a:solidFill>
                        <a:effectLst/>
                      </a:endParaRPr>
                    </a:p>
                  </a:txBody>
                  <a:tcPr marL="72199" marR="72199" marT="36099" marB="36099" anchor="ctr"/>
                </a:tc>
              </a:tr>
              <a:tr h="520418">
                <a:tc>
                  <a:txBody>
                    <a:bodyPr/>
                    <a:lstStyle/>
                    <a:p>
                      <a:pPr latinLnBrk="0"/>
                      <a:r>
                        <a:rPr lang="zh-CN" altLang="en-US" sz="1400">
                          <a:solidFill>
                            <a:schemeClr val="bg1">
                              <a:lumMod val="50000"/>
                            </a:schemeClr>
                          </a:solidFill>
                          <a:effectLst/>
                        </a:rPr>
                        <a:t>任务</a:t>
                      </a:r>
                      <a:endParaRPr lang="zh-CN" altLang="en-US" sz="1400">
                        <a:solidFill>
                          <a:schemeClr val="bg1">
                            <a:lumMod val="50000"/>
                          </a:schemeClr>
                        </a:solidFill>
                        <a:effectLst/>
                      </a:endParaRPr>
                    </a:p>
                  </a:txBody>
                  <a:tcPr marL="72199" marR="72199" marT="36099" marB="36099" anchor="ctr"/>
                </a:tc>
                <a:tc>
                  <a:txBody>
                    <a:bodyPr/>
                    <a:lstStyle/>
                    <a:p>
                      <a:pPr latinLnBrk="0"/>
                      <a:r>
                        <a:rPr lang="zh-CN" altLang="en-US" sz="1400" dirty="0">
                          <a:solidFill>
                            <a:schemeClr val="bg1">
                              <a:lumMod val="50000"/>
                            </a:schemeClr>
                          </a:solidFill>
                          <a:effectLst/>
                        </a:rPr>
                        <a:t>规划项目、组织资源、领导团队、管理风险、解决问题。</a:t>
                      </a:r>
                      <a:endParaRPr lang="zh-CN" altLang="en-US" sz="1400" dirty="0">
                        <a:solidFill>
                          <a:schemeClr val="bg1">
                            <a:lumMod val="50000"/>
                          </a:schemeClr>
                        </a:solidFill>
                        <a:effectLst/>
                      </a:endParaRPr>
                    </a:p>
                  </a:txBody>
                  <a:tcPr marL="72199" marR="72199" marT="36099" marB="36099" anchor="ctr"/>
                </a:tc>
                <a:tc>
                  <a:txBody>
                    <a:bodyPr/>
                    <a:lstStyle/>
                    <a:p>
                      <a:pPr latinLnBrk="0"/>
                      <a:r>
                        <a:rPr lang="zh-CN" altLang="en-US" sz="1400">
                          <a:solidFill>
                            <a:schemeClr val="bg1">
                              <a:lumMod val="50000"/>
                            </a:schemeClr>
                          </a:solidFill>
                          <a:effectLst/>
                        </a:rPr>
                        <a:t>市场研究、产品定位、需求管理、路线图规划。</a:t>
                      </a:r>
                      <a:endParaRPr lang="zh-CN" altLang="en-US" sz="1400">
                        <a:solidFill>
                          <a:schemeClr val="bg1">
                            <a:lumMod val="50000"/>
                          </a:schemeClr>
                        </a:solidFill>
                        <a:effectLst/>
                      </a:endParaRPr>
                    </a:p>
                  </a:txBody>
                  <a:tcPr marL="72199" marR="72199" marT="36099" marB="36099" anchor="ctr"/>
                </a:tc>
              </a:tr>
              <a:tr h="520418">
                <a:tc>
                  <a:txBody>
                    <a:bodyPr/>
                    <a:lstStyle/>
                    <a:p>
                      <a:pPr latinLnBrk="0"/>
                      <a:r>
                        <a:rPr lang="zh-CN" altLang="en-US" sz="1400">
                          <a:solidFill>
                            <a:schemeClr val="bg1">
                              <a:lumMod val="50000"/>
                            </a:schemeClr>
                          </a:solidFill>
                          <a:effectLst/>
                        </a:rPr>
                        <a:t>度量标准</a:t>
                      </a:r>
                      <a:endParaRPr lang="zh-CN" altLang="en-US" sz="1400">
                        <a:solidFill>
                          <a:schemeClr val="bg1">
                            <a:lumMod val="50000"/>
                          </a:schemeClr>
                        </a:solidFill>
                        <a:effectLst/>
                      </a:endParaRPr>
                    </a:p>
                  </a:txBody>
                  <a:tcPr marL="72199" marR="72199" marT="36099" marB="36099" anchor="ctr"/>
                </a:tc>
                <a:tc>
                  <a:txBody>
                    <a:bodyPr/>
                    <a:lstStyle/>
                    <a:p>
                      <a:pPr latinLnBrk="0"/>
                      <a:r>
                        <a:rPr lang="zh-CN" altLang="en-US" sz="1400" dirty="0">
                          <a:solidFill>
                            <a:schemeClr val="bg1">
                              <a:lumMod val="50000"/>
                            </a:schemeClr>
                          </a:solidFill>
                          <a:effectLst/>
                        </a:rPr>
                        <a:t>按时、按预算、符合质量标准的项目交付。</a:t>
                      </a:r>
                      <a:endParaRPr lang="zh-CN" altLang="en-US" sz="1400" dirty="0">
                        <a:solidFill>
                          <a:schemeClr val="bg1">
                            <a:lumMod val="50000"/>
                          </a:schemeClr>
                        </a:solidFill>
                        <a:effectLst/>
                      </a:endParaRPr>
                    </a:p>
                  </a:txBody>
                  <a:tcPr marL="72199" marR="72199" marT="36099" marB="36099" anchor="ctr"/>
                </a:tc>
                <a:tc>
                  <a:txBody>
                    <a:bodyPr/>
                    <a:lstStyle/>
                    <a:p>
                      <a:pPr latinLnBrk="0"/>
                      <a:r>
                        <a:rPr lang="zh-CN" altLang="en-US" sz="1400">
                          <a:solidFill>
                            <a:schemeClr val="bg1">
                              <a:lumMod val="50000"/>
                            </a:schemeClr>
                          </a:solidFill>
                          <a:effectLst/>
                        </a:rPr>
                        <a:t>产品的市场表现、用户满意度、收入和增长指标。</a:t>
                      </a:r>
                      <a:endParaRPr lang="zh-CN" altLang="en-US" sz="1400">
                        <a:solidFill>
                          <a:schemeClr val="bg1">
                            <a:lumMod val="50000"/>
                          </a:schemeClr>
                        </a:solidFill>
                        <a:effectLst/>
                      </a:endParaRPr>
                    </a:p>
                  </a:txBody>
                  <a:tcPr marL="72199" marR="72199" marT="36099" marB="36099" anchor="ctr"/>
                </a:tc>
              </a:tr>
              <a:tr h="520418">
                <a:tc>
                  <a:txBody>
                    <a:bodyPr/>
                    <a:lstStyle/>
                    <a:p>
                      <a:pPr latinLnBrk="0"/>
                      <a:r>
                        <a:rPr lang="zh-CN" altLang="en-US" sz="1400">
                          <a:solidFill>
                            <a:schemeClr val="bg1">
                              <a:lumMod val="50000"/>
                            </a:schemeClr>
                          </a:solidFill>
                          <a:effectLst/>
                        </a:rPr>
                        <a:t>职责</a:t>
                      </a:r>
                      <a:endParaRPr lang="zh-CN" altLang="en-US" sz="1400">
                        <a:solidFill>
                          <a:schemeClr val="bg1">
                            <a:lumMod val="50000"/>
                          </a:schemeClr>
                        </a:solidFill>
                        <a:effectLst/>
                      </a:endParaRPr>
                    </a:p>
                  </a:txBody>
                  <a:tcPr marL="72199" marR="72199" marT="36099" marB="36099" anchor="ctr"/>
                </a:tc>
                <a:tc>
                  <a:txBody>
                    <a:bodyPr/>
                    <a:lstStyle/>
                    <a:p>
                      <a:pPr latinLnBrk="0"/>
                      <a:r>
                        <a:rPr lang="zh-CN" altLang="en-US" sz="1400" dirty="0">
                          <a:solidFill>
                            <a:schemeClr val="bg1">
                              <a:lumMod val="50000"/>
                            </a:schemeClr>
                          </a:solidFill>
                          <a:effectLst/>
                        </a:rPr>
                        <a:t>管理项目计划、资源分配、时间线、预算和文档。</a:t>
                      </a:r>
                      <a:endParaRPr lang="zh-CN" altLang="en-US" sz="1400" dirty="0">
                        <a:solidFill>
                          <a:schemeClr val="bg1">
                            <a:lumMod val="50000"/>
                          </a:schemeClr>
                        </a:solidFill>
                        <a:effectLst/>
                      </a:endParaRPr>
                    </a:p>
                  </a:txBody>
                  <a:tcPr marL="72199" marR="72199" marT="36099" marB="36099" anchor="ctr"/>
                </a:tc>
                <a:tc>
                  <a:txBody>
                    <a:bodyPr/>
                    <a:lstStyle/>
                    <a:p>
                      <a:pPr latinLnBrk="0"/>
                      <a:r>
                        <a:rPr lang="zh-CN" altLang="en-US" sz="1400">
                          <a:solidFill>
                            <a:schemeClr val="bg1">
                              <a:lumMod val="50000"/>
                            </a:schemeClr>
                          </a:solidFill>
                          <a:effectLst/>
                        </a:rPr>
                        <a:t>产品战略、规划和执行，跨团队协作，产品推广和支持。</a:t>
                      </a:r>
                      <a:endParaRPr lang="zh-CN" altLang="en-US" sz="1400">
                        <a:solidFill>
                          <a:schemeClr val="bg1">
                            <a:lumMod val="50000"/>
                          </a:schemeClr>
                        </a:solidFill>
                        <a:effectLst/>
                      </a:endParaRPr>
                    </a:p>
                  </a:txBody>
                  <a:tcPr marL="72199" marR="72199" marT="36099" marB="36099" anchor="ctr"/>
                </a:tc>
              </a:tr>
              <a:tr h="520418">
                <a:tc>
                  <a:txBody>
                    <a:bodyPr/>
                    <a:lstStyle/>
                    <a:p>
                      <a:pPr latinLnBrk="0"/>
                      <a:r>
                        <a:rPr lang="zh-CN" altLang="en-US" sz="1400">
                          <a:solidFill>
                            <a:schemeClr val="bg1">
                              <a:lumMod val="50000"/>
                            </a:schemeClr>
                          </a:solidFill>
                          <a:effectLst/>
                        </a:rPr>
                        <a:t>成果</a:t>
                      </a:r>
                      <a:endParaRPr lang="zh-CN" altLang="en-US" sz="1400">
                        <a:solidFill>
                          <a:schemeClr val="bg1">
                            <a:lumMod val="50000"/>
                          </a:schemeClr>
                        </a:solidFill>
                        <a:effectLst/>
                      </a:endParaRPr>
                    </a:p>
                  </a:txBody>
                  <a:tcPr marL="72199" marR="72199" marT="36099" marB="36099" anchor="ctr"/>
                </a:tc>
                <a:tc>
                  <a:txBody>
                    <a:bodyPr/>
                    <a:lstStyle/>
                    <a:p>
                      <a:pPr latinLnBrk="0"/>
                      <a:r>
                        <a:rPr lang="zh-CN" altLang="en-US" sz="1400" dirty="0">
                          <a:solidFill>
                            <a:schemeClr val="bg1">
                              <a:lumMod val="50000"/>
                            </a:schemeClr>
                          </a:solidFill>
                          <a:effectLst/>
                        </a:rPr>
                        <a:t>成功交付项目成果，满足相关方的要求。</a:t>
                      </a:r>
                      <a:endParaRPr lang="zh-CN" altLang="en-US" sz="1400" dirty="0">
                        <a:solidFill>
                          <a:schemeClr val="bg1">
                            <a:lumMod val="50000"/>
                          </a:schemeClr>
                        </a:solidFill>
                        <a:effectLst/>
                      </a:endParaRPr>
                    </a:p>
                  </a:txBody>
                  <a:tcPr marL="72199" marR="72199" marT="36099" marB="36099" anchor="ctr"/>
                </a:tc>
                <a:tc>
                  <a:txBody>
                    <a:bodyPr/>
                    <a:lstStyle/>
                    <a:p>
                      <a:pPr latinLnBrk="0"/>
                      <a:r>
                        <a:rPr lang="zh-CN" altLang="en-US" sz="1400">
                          <a:solidFill>
                            <a:schemeClr val="bg1">
                              <a:lumMod val="50000"/>
                            </a:schemeClr>
                          </a:solidFill>
                          <a:effectLst/>
                        </a:rPr>
                        <a:t>创建并维护成功的产品，满足市场和用户需求。</a:t>
                      </a:r>
                      <a:endParaRPr lang="zh-CN" altLang="en-US" sz="1400">
                        <a:solidFill>
                          <a:schemeClr val="bg1">
                            <a:lumMod val="50000"/>
                          </a:schemeClr>
                        </a:solidFill>
                        <a:effectLst/>
                      </a:endParaRPr>
                    </a:p>
                  </a:txBody>
                  <a:tcPr marL="72199" marR="72199" marT="36099" marB="36099" anchor="ctr"/>
                </a:tc>
              </a:tr>
              <a:tr h="520418">
                <a:tc>
                  <a:txBody>
                    <a:bodyPr/>
                    <a:lstStyle/>
                    <a:p>
                      <a:pPr latinLnBrk="0"/>
                      <a:r>
                        <a:rPr lang="zh-CN" altLang="en-US" sz="1400">
                          <a:solidFill>
                            <a:schemeClr val="bg1">
                              <a:lumMod val="50000"/>
                            </a:schemeClr>
                          </a:solidFill>
                          <a:effectLst/>
                        </a:rPr>
                        <a:t>关键技能</a:t>
                      </a:r>
                      <a:endParaRPr lang="zh-CN" altLang="en-US" sz="1400">
                        <a:solidFill>
                          <a:schemeClr val="bg1">
                            <a:lumMod val="50000"/>
                          </a:schemeClr>
                        </a:solidFill>
                        <a:effectLst/>
                      </a:endParaRPr>
                    </a:p>
                  </a:txBody>
                  <a:tcPr marL="72199" marR="72199" marT="36099" marB="36099" anchor="ctr"/>
                </a:tc>
                <a:tc>
                  <a:txBody>
                    <a:bodyPr/>
                    <a:lstStyle/>
                    <a:p>
                      <a:pPr latinLnBrk="0"/>
                      <a:r>
                        <a:rPr lang="zh-CN" altLang="en-US" sz="1400" dirty="0">
                          <a:solidFill>
                            <a:schemeClr val="bg1">
                              <a:lumMod val="50000"/>
                            </a:schemeClr>
                          </a:solidFill>
                          <a:effectLst/>
                        </a:rPr>
                        <a:t>领导力、风险管理、沟通、组织和时间管理。</a:t>
                      </a:r>
                      <a:endParaRPr lang="zh-CN" altLang="en-US" sz="1400" dirty="0">
                        <a:solidFill>
                          <a:schemeClr val="bg1">
                            <a:lumMod val="50000"/>
                          </a:schemeClr>
                        </a:solidFill>
                        <a:effectLst/>
                      </a:endParaRPr>
                    </a:p>
                  </a:txBody>
                  <a:tcPr marL="72199" marR="72199" marT="36099" marB="36099" anchor="ctr"/>
                </a:tc>
                <a:tc>
                  <a:txBody>
                    <a:bodyPr/>
                    <a:lstStyle/>
                    <a:p>
                      <a:pPr latinLnBrk="0"/>
                      <a:r>
                        <a:rPr lang="zh-CN" altLang="en-US" sz="1400" dirty="0">
                          <a:solidFill>
                            <a:schemeClr val="bg1">
                              <a:lumMod val="50000"/>
                            </a:schemeClr>
                          </a:solidFill>
                          <a:effectLst/>
                        </a:rPr>
                        <a:t>战略思维、用户体验、市场洞察、数据分析和产品规划。</a:t>
                      </a:r>
                      <a:endParaRPr lang="zh-CN" altLang="en-US" sz="1400" dirty="0">
                        <a:solidFill>
                          <a:schemeClr val="bg1">
                            <a:lumMod val="50000"/>
                          </a:schemeClr>
                        </a:solidFill>
                        <a:effectLst/>
                      </a:endParaRPr>
                    </a:p>
                  </a:txBody>
                  <a:tcPr marL="72199" marR="72199" marT="36099" marB="36099" anchor="ctr"/>
                </a:tc>
              </a:tr>
              <a:tr h="520418">
                <a:tc>
                  <a:txBody>
                    <a:bodyPr/>
                    <a:lstStyle/>
                    <a:p>
                      <a:pPr latinLnBrk="0"/>
                      <a:r>
                        <a:rPr lang="zh-CN" altLang="en-US" sz="1400" dirty="0">
                          <a:solidFill>
                            <a:schemeClr val="bg1">
                              <a:lumMod val="50000"/>
                            </a:schemeClr>
                          </a:solidFill>
                          <a:effectLst/>
                        </a:rPr>
                        <a:t>主要相关方</a:t>
                      </a:r>
                      <a:endParaRPr lang="zh-CN" altLang="en-US" sz="1400" dirty="0">
                        <a:solidFill>
                          <a:schemeClr val="bg1">
                            <a:lumMod val="50000"/>
                          </a:schemeClr>
                        </a:solidFill>
                        <a:effectLst/>
                      </a:endParaRPr>
                    </a:p>
                  </a:txBody>
                  <a:tcPr marL="72199" marR="72199" marT="36099" marB="36099" anchor="ctr"/>
                </a:tc>
                <a:tc>
                  <a:txBody>
                    <a:bodyPr/>
                    <a:lstStyle/>
                    <a:p>
                      <a:pPr latinLnBrk="0"/>
                      <a:r>
                        <a:rPr lang="zh-CN" altLang="en-US" sz="1400" dirty="0">
                          <a:solidFill>
                            <a:schemeClr val="bg1">
                              <a:lumMod val="50000"/>
                            </a:schemeClr>
                          </a:solidFill>
                          <a:effectLst/>
                        </a:rPr>
                        <a:t>项目团队、客户或委托方、项目发起人。</a:t>
                      </a:r>
                      <a:endParaRPr lang="zh-CN" altLang="en-US" sz="1400" dirty="0">
                        <a:solidFill>
                          <a:schemeClr val="bg1">
                            <a:lumMod val="50000"/>
                          </a:schemeClr>
                        </a:solidFill>
                        <a:effectLst/>
                      </a:endParaRPr>
                    </a:p>
                  </a:txBody>
                  <a:tcPr marL="72199" marR="72199" marT="36099" marB="36099" anchor="ctr"/>
                </a:tc>
                <a:tc>
                  <a:txBody>
                    <a:bodyPr/>
                    <a:lstStyle/>
                    <a:p>
                      <a:pPr latinLnBrk="0"/>
                      <a:r>
                        <a:rPr lang="zh-CN" altLang="en-US" sz="1400" dirty="0">
                          <a:solidFill>
                            <a:schemeClr val="bg1">
                              <a:lumMod val="50000"/>
                            </a:schemeClr>
                          </a:solidFill>
                          <a:effectLst/>
                        </a:rPr>
                        <a:t>用户或客户、开发团队、市场营销、销售和客户支持。</a:t>
                      </a:r>
                      <a:endParaRPr lang="zh-CN" altLang="en-US" sz="1400" dirty="0">
                        <a:solidFill>
                          <a:schemeClr val="bg1">
                            <a:lumMod val="50000"/>
                          </a:schemeClr>
                        </a:solidFill>
                        <a:effectLst/>
                      </a:endParaRPr>
                    </a:p>
                  </a:txBody>
                  <a:tcPr marL="72199" marR="72199" marT="36099" marB="36099" anchor="ctr"/>
                </a:tc>
              </a:tr>
              <a:tr h="538071">
                <a:tc>
                  <a:txBody>
                    <a:bodyPr/>
                    <a:lstStyle/>
                    <a:p>
                      <a:pPr latinLnBrk="0"/>
                      <a:r>
                        <a:rPr lang="zh-CN" altLang="en-US" sz="1400">
                          <a:solidFill>
                            <a:schemeClr val="bg1">
                              <a:lumMod val="50000"/>
                            </a:schemeClr>
                          </a:solidFill>
                          <a:effectLst/>
                        </a:rPr>
                        <a:t>时间范围</a:t>
                      </a:r>
                      <a:endParaRPr lang="zh-CN" altLang="en-US" sz="1400">
                        <a:solidFill>
                          <a:schemeClr val="bg1">
                            <a:lumMod val="50000"/>
                          </a:schemeClr>
                        </a:solidFill>
                        <a:effectLst/>
                      </a:endParaRPr>
                    </a:p>
                  </a:txBody>
                  <a:tcPr marL="72199" marR="72199" marT="36099" marB="36099" anchor="ctr"/>
                </a:tc>
                <a:tc>
                  <a:txBody>
                    <a:bodyPr/>
                    <a:lstStyle/>
                    <a:p>
                      <a:pPr latinLnBrk="0"/>
                      <a:r>
                        <a:rPr lang="zh-CN" altLang="en-US" sz="1400">
                          <a:solidFill>
                            <a:schemeClr val="bg1">
                              <a:lumMod val="50000"/>
                            </a:schemeClr>
                          </a:solidFill>
                          <a:effectLst/>
                        </a:rPr>
                        <a:t>通常是短期至中期，项目有确定的开始和结束日期。</a:t>
                      </a:r>
                      <a:endParaRPr lang="zh-CN" altLang="en-US" sz="1400">
                        <a:solidFill>
                          <a:schemeClr val="bg1">
                            <a:lumMod val="50000"/>
                          </a:schemeClr>
                        </a:solidFill>
                        <a:effectLst/>
                      </a:endParaRPr>
                    </a:p>
                  </a:txBody>
                  <a:tcPr marL="72199" marR="72199" marT="36099" marB="36099" anchor="ctr"/>
                </a:tc>
                <a:tc>
                  <a:txBody>
                    <a:bodyPr/>
                    <a:lstStyle/>
                    <a:p>
                      <a:pPr latinLnBrk="0"/>
                      <a:r>
                        <a:rPr lang="zh-CN" altLang="en-US" sz="1400" dirty="0">
                          <a:solidFill>
                            <a:schemeClr val="bg1">
                              <a:lumMod val="50000"/>
                            </a:schemeClr>
                          </a:solidFill>
                          <a:effectLst/>
                        </a:rPr>
                        <a:t>长期，产品可能持续多年，随着市场和技术的变化而不断进化。</a:t>
                      </a:r>
                      <a:endParaRPr lang="zh-CN" altLang="en-US" sz="1400" dirty="0">
                        <a:solidFill>
                          <a:schemeClr val="bg1">
                            <a:lumMod val="50000"/>
                          </a:schemeClr>
                        </a:solidFill>
                        <a:effectLst/>
                      </a:endParaRPr>
                    </a:p>
                  </a:txBody>
                  <a:tcPr marL="72199" marR="72199" marT="36099" marB="36099" anchor="ctr"/>
                </a:tc>
              </a:tr>
            </a:tbl>
          </a:graphicData>
        </a:graphic>
      </p:graphicFrame>
      <p:sp>
        <p:nvSpPr>
          <p:cNvPr id="6" name="灯片编号占位符 5"/>
          <p:cNvSpPr>
            <a:spLocks noGrp="1"/>
          </p:cNvSpPr>
          <p:nvPr>
            <p:ph type="sldNum" sz="quarter" idx="10"/>
          </p:nvPr>
        </p:nvSpPr>
        <p:spPr/>
        <p:txBody>
          <a:bodyPr/>
          <a:lstStyle/>
          <a:p>
            <a:pPr>
              <a:defRPr/>
            </a:pPr>
            <a:fld id="{A6A0D67D-9B30-457F-9874-1F92730590A0}" type="slidenum">
              <a:rPr lang="en-US" altLang="zh-CN" smtClean="0"/>
            </a:fld>
            <a:endParaRPr lang="en-US" altLang="zh-CN"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项目 </a:t>
            </a:r>
            <a:r>
              <a:rPr lang="en-US" altLang="zh-CN" dirty="0"/>
              <a:t>project vs </a:t>
            </a:r>
            <a:r>
              <a:rPr lang="zh-CN" altLang="en-US" dirty="0"/>
              <a:t>项目群 </a:t>
            </a:r>
            <a:r>
              <a:rPr lang="en-US" altLang="zh-CN" dirty="0"/>
              <a:t>program</a:t>
            </a:r>
            <a:endParaRPr lang="zh-CN" altLang="en-US" dirty="0"/>
          </a:p>
        </p:txBody>
      </p:sp>
      <p:graphicFrame>
        <p:nvGraphicFramePr>
          <p:cNvPr id="4" name="表格 3"/>
          <p:cNvGraphicFramePr>
            <a:graphicFrameLocks noGrp="1"/>
          </p:cNvGraphicFramePr>
          <p:nvPr/>
        </p:nvGraphicFramePr>
        <p:xfrm>
          <a:off x="366713" y="1273176"/>
          <a:ext cx="9118983" cy="5028081"/>
        </p:xfrm>
        <a:graphic>
          <a:graphicData uri="http://schemas.openxmlformats.org/drawingml/2006/table">
            <a:tbl>
              <a:tblPr firstRow="1" firstCol="1" bandRow="1">
                <a:tableStyleId>{B301B821-A1FF-4177-AEE7-76D212191A09}</a:tableStyleId>
              </a:tblPr>
              <a:tblGrid>
                <a:gridCol w="1399523"/>
                <a:gridCol w="3792353"/>
                <a:gridCol w="3927107"/>
              </a:tblGrid>
              <a:tr h="254864">
                <a:tc>
                  <a:txBody>
                    <a:bodyPr/>
                    <a:lstStyle/>
                    <a:p>
                      <a:pPr algn="l" latinLnBrk="0"/>
                      <a:r>
                        <a:rPr lang="zh-CN" altLang="en-US" sz="1300" dirty="0">
                          <a:effectLst/>
                        </a:rPr>
                        <a:t>维度</a:t>
                      </a:r>
                      <a:endParaRPr lang="zh-CN" altLang="en-US" sz="1300" dirty="0">
                        <a:effectLst/>
                      </a:endParaRPr>
                    </a:p>
                  </a:txBody>
                  <a:tcPr marL="66715" marR="66715" marT="33358" marB="33358" anchor="ctr"/>
                </a:tc>
                <a:tc>
                  <a:txBody>
                    <a:bodyPr/>
                    <a:lstStyle/>
                    <a:p>
                      <a:pPr algn="l" latinLnBrk="0"/>
                      <a:r>
                        <a:rPr lang="zh-CN" altLang="en-US" sz="1300">
                          <a:effectLst/>
                        </a:rPr>
                        <a:t>项目 </a:t>
                      </a:r>
                      <a:r>
                        <a:rPr lang="en-US" altLang="zh-CN" sz="1300">
                          <a:effectLst/>
                        </a:rPr>
                        <a:t>(</a:t>
                      </a:r>
                      <a:r>
                        <a:rPr lang="en-US" sz="1300">
                          <a:effectLst/>
                        </a:rPr>
                        <a:t>Project)</a:t>
                      </a:r>
                      <a:endParaRPr lang="en-US" sz="1300">
                        <a:effectLst/>
                      </a:endParaRPr>
                    </a:p>
                  </a:txBody>
                  <a:tcPr marL="66715" marR="66715" marT="33358" marB="33358" anchor="ctr"/>
                </a:tc>
                <a:tc>
                  <a:txBody>
                    <a:bodyPr/>
                    <a:lstStyle/>
                    <a:p>
                      <a:pPr algn="l" latinLnBrk="0"/>
                      <a:r>
                        <a:rPr lang="zh-CN" altLang="en-US" sz="1300">
                          <a:effectLst/>
                        </a:rPr>
                        <a:t>项目群 </a:t>
                      </a:r>
                      <a:r>
                        <a:rPr lang="en-US" altLang="zh-CN" sz="1300">
                          <a:effectLst/>
                        </a:rPr>
                        <a:t>(</a:t>
                      </a:r>
                      <a:r>
                        <a:rPr lang="en-US" sz="1300">
                          <a:effectLst/>
                        </a:rPr>
                        <a:t>Program)</a:t>
                      </a:r>
                      <a:endParaRPr lang="en-US" sz="1300">
                        <a:effectLst/>
                      </a:endParaRPr>
                    </a:p>
                  </a:txBody>
                  <a:tcPr marL="66715" marR="66715" marT="33358" marB="33358" anchor="ctr"/>
                </a:tc>
              </a:tr>
              <a:tr h="814929">
                <a:tc>
                  <a:txBody>
                    <a:bodyPr/>
                    <a:lstStyle/>
                    <a:p>
                      <a:pPr latinLnBrk="0"/>
                      <a:r>
                        <a:rPr lang="zh-CN" altLang="en-US" sz="1300" b="1">
                          <a:effectLst/>
                        </a:rPr>
                        <a:t>定义</a:t>
                      </a:r>
                      <a:endParaRPr lang="zh-CN" altLang="en-US" sz="1300">
                        <a:effectLst/>
                      </a:endParaRPr>
                    </a:p>
                  </a:txBody>
                  <a:tcPr marL="66715" marR="66715" marT="33358" marB="33358" anchor="ctr"/>
                </a:tc>
                <a:tc>
                  <a:txBody>
                    <a:bodyPr/>
                    <a:lstStyle/>
                    <a:p>
                      <a:pPr latinLnBrk="0"/>
                      <a:r>
                        <a:rPr lang="zh-CN" altLang="en-US" sz="1300">
                          <a:effectLst/>
                        </a:rPr>
                        <a:t>为了达成一个特定的业务目标或创造独特的产品、服务或成果而进行的临时性努力。</a:t>
                      </a:r>
                      <a:endParaRPr lang="zh-CN" altLang="en-US" sz="1300">
                        <a:effectLst/>
                      </a:endParaRPr>
                    </a:p>
                  </a:txBody>
                  <a:tcPr marL="66715" marR="66715" marT="33358" marB="33358" anchor="ctr"/>
                </a:tc>
                <a:tc>
                  <a:txBody>
                    <a:bodyPr/>
                    <a:lstStyle/>
                    <a:p>
                      <a:pPr latinLnBrk="0"/>
                      <a:r>
                        <a:rPr lang="zh-CN" altLang="en-US" sz="1300">
                          <a:effectLst/>
                        </a:rPr>
                        <a:t>一组相关的项目，协同管理以获得更大的效益和控制，这些项目通常相互依赖、相关联。</a:t>
                      </a:r>
                      <a:endParaRPr lang="zh-CN" altLang="en-US" sz="1300">
                        <a:effectLst/>
                      </a:endParaRPr>
                    </a:p>
                  </a:txBody>
                  <a:tcPr marL="66715" marR="66715" marT="33358" marB="33358" anchor="ctr"/>
                </a:tc>
              </a:tr>
              <a:tr h="438808">
                <a:tc>
                  <a:txBody>
                    <a:bodyPr/>
                    <a:lstStyle/>
                    <a:p>
                      <a:pPr latinLnBrk="0"/>
                      <a:r>
                        <a:rPr lang="zh-CN" altLang="en-US" sz="1300" b="1">
                          <a:effectLst/>
                        </a:rPr>
                        <a:t>目的</a:t>
                      </a:r>
                      <a:endParaRPr lang="zh-CN" altLang="en-US" sz="1300">
                        <a:effectLst/>
                      </a:endParaRPr>
                    </a:p>
                  </a:txBody>
                  <a:tcPr marL="66715" marR="66715" marT="33358" marB="33358" anchor="ctr"/>
                </a:tc>
                <a:tc>
                  <a:txBody>
                    <a:bodyPr/>
                    <a:lstStyle/>
                    <a:p>
                      <a:pPr latinLnBrk="0"/>
                      <a:r>
                        <a:rPr lang="zh-CN" altLang="en-US" sz="1300">
                          <a:effectLst/>
                        </a:rPr>
                        <a:t>实现具体的、定义明确的目标和成果。</a:t>
                      </a:r>
                      <a:endParaRPr lang="zh-CN" altLang="en-US" sz="1300">
                        <a:effectLst/>
                      </a:endParaRPr>
                    </a:p>
                  </a:txBody>
                  <a:tcPr marL="66715" marR="66715" marT="33358" marB="33358" anchor="ctr"/>
                </a:tc>
                <a:tc>
                  <a:txBody>
                    <a:bodyPr/>
                    <a:lstStyle/>
                    <a:p>
                      <a:pPr latinLnBrk="0"/>
                      <a:r>
                        <a:rPr lang="zh-CN" altLang="en-US" sz="1300">
                          <a:effectLst/>
                        </a:rPr>
                        <a:t>实现一系列相关项目的整体目标和战略利益。</a:t>
                      </a:r>
                      <a:endParaRPr lang="zh-CN" altLang="en-US" sz="1300">
                        <a:effectLst/>
                      </a:endParaRPr>
                    </a:p>
                  </a:txBody>
                  <a:tcPr marL="66715" marR="66715" marT="33358" marB="33358" anchor="ctr"/>
                </a:tc>
              </a:tr>
              <a:tr h="626869">
                <a:tc>
                  <a:txBody>
                    <a:bodyPr/>
                    <a:lstStyle/>
                    <a:p>
                      <a:pPr latinLnBrk="0"/>
                      <a:r>
                        <a:rPr lang="zh-CN" altLang="en-US" sz="1300" b="1" dirty="0">
                          <a:effectLst/>
                        </a:rPr>
                        <a:t>管理焦点</a:t>
                      </a:r>
                      <a:endParaRPr lang="zh-CN" altLang="en-US" sz="1300" dirty="0">
                        <a:effectLst/>
                      </a:endParaRPr>
                    </a:p>
                  </a:txBody>
                  <a:tcPr marL="66715" marR="66715" marT="33358" marB="33358" anchor="ctr"/>
                </a:tc>
                <a:tc>
                  <a:txBody>
                    <a:bodyPr/>
                    <a:lstStyle/>
                    <a:p>
                      <a:pPr latinLnBrk="0"/>
                      <a:r>
                        <a:rPr lang="zh-CN" altLang="en-US" sz="1300">
                          <a:effectLst/>
                        </a:rPr>
                        <a:t>项目经理主要关注单个项目的成功交付。</a:t>
                      </a:r>
                      <a:endParaRPr lang="zh-CN" altLang="en-US" sz="1300">
                        <a:effectLst/>
                      </a:endParaRPr>
                    </a:p>
                  </a:txBody>
                  <a:tcPr marL="66715" marR="66715" marT="33358" marB="33358" anchor="ctr"/>
                </a:tc>
                <a:tc>
                  <a:txBody>
                    <a:bodyPr/>
                    <a:lstStyle/>
                    <a:p>
                      <a:pPr latinLnBrk="0"/>
                      <a:r>
                        <a:rPr lang="zh-CN" altLang="en-US" sz="1300">
                          <a:effectLst/>
                        </a:rPr>
                        <a:t>程序经理关注多个项目如何协同工作以实现战略目标和利益。</a:t>
                      </a:r>
                      <a:endParaRPr lang="zh-CN" altLang="en-US" sz="1300">
                        <a:effectLst/>
                      </a:endParaRPr>
                    </a:p>
                  </a:txBody>
                  <a:tcPr marL="66715" marR="66715" marT="33358" marB="33358" anchor="ctr"/>
                </a:tc>
              </a:tr>
              <a:tr h="445525">
                <a:tc>
                  <a:txBody>
                    <a:bodyPr/>
                    <a:lstStyle/>
                    <a:p>
                      <a:pPr latinLnBrk="0"/>
                      <a:r>
                        <a:rPr lang="zh-CN" altLang="en-US" sz="1300" b="1" dirty="0">
                          <a:effectLst/>
                        </a:rPr>
                        <a:t>成果</a:t>
                      </a:r>
                      <a:endParaRPr lang="zh-CN" altLang="en-US" sz="1300" dirty="0">
                        <a:effectLst/>
                      </a:endParaRPr>
                    </a:p>
                  </a:txBody>
                  <a:tcPr marL="66715" marR="66715" marT="33358" marB="33358" anchor="ctr"/>
                </a:tc>
                <a:tc>
                  <a:txBody>
                    <a:bodyPr/>
                    <a:lstStyle/>
                    <a:p>
                      <a:pPr latinLnBrk="0"/>
                      <a:r>
                        <a:rPr lang="zh-CN" altLang="en-US" sz="1300">
                          <a:effectLst/>
                        </a:rPr>
                        <a:t>通常产生一个具体的、可交付的成果或服务。</a:t>
                      </a:r>
                      <a:endParaRPr lang="zh-CN" altLang="en-US" sz="1300">
                        <a:effectLst/>
                      </a:endParaRPr>
                    </a:p>
                  </a:txBody>
                  <a:tcPr marL="66715" marR="66715" marT="33358" marB="33358" anchor="ctr"/>
                </a:tc>
                <a:tc>
                  <a:txBody>
                    <a:bodyPr/>
                    <a:lstStyle/>
                    <a:p>
                      <a:pPr latinLnBrk="0"/>
                      <a:r>
                        <a:rPr lang="zh-CN" altLang="en-US" sz="1300">
                          <a:effectLst/>
                        </a:rPr>
                        <a:t>产生多个相互关联的成果，整体上提供组织价值。</a:t>
                      </a:r>
                      <a:endParaRPr lang="zh-CN" altLang="en-US" sz="1300">
                        <a:effectLst/>
                      </a:endParaRPr>
                    </a:p>
                  </a:txBody>
                  <a:tcPr marL="66715" marR="66715" marT="33358" marB="33358" anchor="ctr"/>
                </a:tc>
              </a:tr>
              <a:tr h="445525">
                <a:tc>
                  <a:txBody>
                    <a:bodyPr/>
                    <a:lstStyle/>
                    <a:p>
                      <a:pPr latinLnBrk="0"/>
                      <a:r>
                        <a:rPr lang="zh-CN" altLang="en-US" sz="1300" b="1">
                          <a:effectLst/>
                        </a:rPr>
                        <a:t>时间范围</a:t>
                      </a:r>
                      <a:endParaRPr lang="zh-CN" altLang="en-US" sz="1300">
                        <a:effectLst/>
                      </a:endParaRPr>
                    </a:p>
                  </a:txBody>
                  <a:tcPr marL="66715" marR="66715" marT="33358" marB="33358" anchor="ctr"/>
                </a:tc>
                <a:tc>
                  <a:txBody>
                    <a:bodyPr/>
                    <a:lstStyle/>
                    <a:p>
                      <a:pPr latinLnBrk="0"/>
                      <a:r>
                        <a:rPr lang="zh-CN" altLang="en-US" sz="1300">
                          <a:effectLst/>
                        </a:rPr>
                        <a:t>通常有固定的开始和结束时间。</a:t>
                      </a:r>
                      <a:endParaRPr lang="zh-CN" altLang="en-US" sz="1300">
                        <a:effectLst/>
                      </a:endParaRPr>
                    </a:p>
                  </a:txBody>
                  <a:tcPr marL="66715" marR="66715" marT="33358" marB="33358" anchor="ctr"/>
                </a:tc>
                <a:tc>
                  <a:txBody>
                    <a:bodyPr/>
                    <a:lstStyle/>
                    <a:p>
                      <a:pPr latinLnBrk="0"/>
                      <a:r>
                        <a:rPr lang="zh-CN" altLang="en-US" sz="1300">
                          <a:effectLst/>
                        </a:rPr>
                        <a:t>比单个项目更长，可能会随着组织战略的变化而调整。</a:t>
                      </a:r>
                      <a:endParaRPr lang="zh-CN" altLang="en-US" sz="1300">
                        <a:effectLst/>
                      </a:endParaRPr>
                    </a:p>
                  </a:txBody>
                  <a:tcPr marL="66715" marR="66715" marT="33358" marB="33358" anchor="ctr"/>
                </a:tc>
              </a:tr>
              <a:tr h="445525">
                <a:tc>
                  <a:txBody>
                    <a:bodyPr/>
                    <a:lstStyle/>
                    <a:p>
                      <a:pPr latinLnBrk="0"/>
                      <a:r>
                        <a:rPr lang="zh-CN" altLang="en-US" sz="1300" b="1">
                          <a:effectLst/>
                        </a:rPr>
                        <a:t>复杂性</a:t>
                      </a:r>
                      <a:endParaRPr lang="zh-CN" altLang="en-US" sz="1300">
                        <a:effectLst/>
                      </a:endParaRPr>
                    </a:p>
                  </a:txBody>
                  <a:tcPr marL="66715" marR="66715" marT="33358" marB="33358" anchor="ctr"/>
                </a:tc>
                <a:tc>
                  <a:txBody>
                    <a:bodyPr/>
                    <a:lstStyle/>
                    <a:p>
                      <a:pPr latinLnBrk="0"/>
                      <a:r>
                        <a:rPr lang="zh-CN" altLang="en-US" sz="1300">
                          <a:effectLst/>
                        </a:rPr>
                        <a:t>相对较低，因为它关注单一的产品或成果。</a:t>
                      </a:r>
                      <a:endParaRPr lang="zh-CN" altLang="en-US" sz="1300">
                        <a:effectLst/>
                      </a:endParaRPr>
                    </a:p>
                  </a:txBody>
                  <a:tcPr marL="66715" marR="66715" marT="33358" marB="33358" anchor="ctr"/>
                </a:tc>
                <a:tc>
                  <a:txBody>
                    <a:bodyPr/>
                    <a:lstStyle/>
                    <a:p>
                      <a:pPr latinLnBrk="0"/>
                      <a:r>
                        <a:rPr lang="zh-CN" altLang="en-US" sz="1300">
                          <a:effectLst/>
                        </a:rPr>
                        <a:t>较高，因为它需要管理多个项目的交付和相互依赖性。</a:t>
                      </a:r>
                      <a:endParaRPr lang="zh-CN" altLang="en-US" sz="1300">
                        <a:effectLst/>
                      </a:endParaRPr>
                    </a:p>
                  </a:txBody>
                  <a:tcPr marL="66715" marR="66715" marT="33358" marB="33358" anchor="ctr"/>
                </a:tc>
              </a:tr>
              <a:tr h="626869">
                <a:tc>
                  <a:txBody>
                    <a:bodyPr/>
                    <a:lstStyle/>
                    <a:p>
                      <a:pPr latinLnBrk="0"/>
                      <a:r>
                        <a:rPr lang="zh-CN" altLang="en-US" sz="1300" b="1">
                          <a:effectLst/>
                        </a:rPr>
                        <a:t>变化管理</a:t>
                      </a:r>
                      <a:endParaRPr lang="zh-CN" altLang="en-US" sz="1300">
                        <a:effectLst/>
                      </a:endParaRPr>
                    </a:p>
                  </a:txBody>
                  <a:tcPr marL="66715" marR="66715" marT="33358" marB="33358" anchor="ctr"/>
                </a:tc>
                <a:tc>
                  <a:txBody>
                    <a:bodyPr/>
                    <a:lstStyle/>
                    <a:p>
                      <a:pPr latinLnBrk="0"/>
                      <a:r>
                        <a:rPr lang="zh-CN" altLang="en-US" sz="1300">
                          <a:effectLst/>
                        </a:rPr>
                        <a:t>主要关注项目范围内的变化管理。</a:t>
                      </a:r>
                      <a:endParaRPr lang="zh-CN" altLang="en-US" sz="1300">
                        <a:effectLst/>
                      </a:endParaRPr>
                    </a:p>
                  </a:txBody>
                  <a:tcPr marL="66715" marR="66715" marT="33358" marB="33358" anchor="ctr"/>
                </a:tc>
                <a:tc>
                  <a:txBody>
                    <a:bodyPr/>
                    <a:lstStyle/>
                    <a:p>
                      <a:pPr latinLnBrk="0"/>
                      <a:r>
                        <a:rPr lang="zh-CN" altLang="en-US" sz="1300">
                          <a:effectLst/>
                        </a:rPr>
                        <a:t>不仅关注单个项目的变化，还要管理整个项目群随着战略调整而产生的变化。</a:t>
                      </a:r>
                      <a:endParaRPr lang="zh-CN" altLang="en-US" sz="1300">
                        <a:effectLst/>
                      </a:endParaRPr>
                    </a:p>
                  </a:txBody>
                  <a:tcPr marL="66715" marR="66715" marT="33358" marB="33358" anchor="ctr"/>
                </a:tc>
              </a:tr>
              <a:tr h="438808">
                <a:tc>
                  <a:txBody>
                    <a:bodyPr/>
                    <a:lstStyle/>
                    <a:p>
                      <a:pPr latinLnBrk="0"/>
                      <a:r>
                        <a:rPr lang="zh-CN" altLang="en-US" sz="1300" b="1">
                          <a:effectLst/>
                        </a:rPr>
                        <a:t>资源分配</a:t>
                      </a:r>
                      <a:endParaRPr lang="zh-CN" altLang="en-US" sz="1300">
                        <a:effectLst/>
                      </a:endParaRPr>
                    </a:p>
                  </a:txBody>
                  <a:tcPr marL="66715" marR="66715" marT="33358" marB="33358" anchor="ctr"/>
                </a:tc>
                <a:tc>
                  <a:txBody>
                    <a:bodyPr/>
                    <a:lstStyle/>
                    <a:p>
                      <a:pPr latinLnBrk="0"/>
                      <a:r>
                        <a:rPr lang="zh-CN" altLang="en-US" sz="1300">
                          <a:effectLst/>
                        </a:rPr>
                        <a:t>资源分配通常是固定的，针对特定项目。</a:t>
                      </a:r>
                      <a:endParaRPr lang="zh-CN" altLang="en-US" sz="1300">
                        <a:effectLst/>
                      </a:endParaRPr>
                    </a:p>
                  </a:txBody>
                  <a:tcPr marL="66715" marR="66715" marT="33358" marB="33358" anchor="ctr"/>
                </a:tc>
                <a:tc>
                  <a:txBody>
                    <a:bodyPr/>
                    <a:lstStyle/>
                    <a:p>
                      <a:pPr latinLnBrk="0"/>
                      <a:r>
                        <a:rPr lang="zh-CN" altLang="en-US" sz="1300">
                          <a:effectLst/>
                        </a:rPr>
                        <a:t>资源分配需要在多个项目之间进行优化和调整。</a:t>
                      </a:r>
                      <a:endParaRPr lang="zh-CN" altLang="en-US" sz="1300">
                        <a:effectLst/>
                      </a:endParaRPr>
                    </a:p>
                  </a:txBody>
                  <a:tcPr marL="66715" marR="66715" marT="33358" marB="33358" anchor="ctr"/>
                </a:tc>
              </a:tr>
              <a:tr h="445525">
                <a:tc>
                  <a:txBody>
                    <a:bodyPr/>
                    <a:lstStyle/>
                    <a:p>
                      <a:pPr latinLnBrk="0"/>
                      <a:r>
                        <a:rPr lang="zh-CN" altLang="en-US" sz="1300" b="1" dirty="0">
                          <a:effectLst/>
                        </a:rPr>
                        <a:t>风险管理</a:t>
                      </a:r>
                      <a:endParaRPr lang="zh-CN" altLang="en-US" sz="1300" dirty="0">
                        <a:effectLst/>
                      </a:endParaRPr>
                    </a:p>
                  </a:txBody>
                  <a:tcPr marL="66715" marR="66715" marT="33358" marB="33358" anchor="ctr"/>
                </a:tc>
                <a:tc>
                  <a:txBody>
                    <a:bodyPr/>
                    <a:lstStyle/>
                    <a:p>
                      <a:pPr latinLnBrk="0"/>
                      <a:r>
                        <a:rPr lang="zh-CN" altLang="en-US" sz="1300" dirty="0">
                          <a:effectLst/>
                        </a:rPr>
                        <a:t>风险管理集中在单个项目的具体风险上。</a:t>
                      </a:r>
                      <a:endParaRPr lang="zh-CN" altLang="en-US" sz="1300" dirty="0">
                        <a:effectLst/>
                      </a:endParaRPr>
                    </a:p>
                  </a:txBody>
                  <a:tcPr marL="66715" marR="66715" marT="33358" marB="33358" anchor="ctr"/>
                </a:tc>
                <a:tc>
                  <a:txBody>
                    <a:bodyPr/>
                    <a:lstStyle/>
                    <a:p>
                      <a:pPr latinLnBrk="0"/>
                      <a:r>
                        <a:rPr lang="zh-CN" altLang="en-US" sz="1300" dirty="0">
                          <a:effectLst/>
                        </a:rPr>
                        <a:t>需要管理跨项目的风险，包括项目间的依赖风险。</a:t>
                      </a:r>
                      <a:endParaRPr lang="zh-CN" altLang="en-US" sz="1300" dirty="0">
                        <a:effectLst/>
                      </a:endParaRPr>
                    </a:p>
                  </a:txBody>
                  <a:tcPr marL="66715" marR="66715" marT="33358" marB="33358" anchor="ctr"/>
                </a:tc>
              </a:tr>
            </a:tbl>
          </a:graphicData>
        </a:graphic>
      </p:graphicFrame>
      <p:sp>
        <p:nvSpPr>
          <p:cNvPr id="6" name="灯片编号占位符 5"/>
          <p:cNvSpPr>
            <a:spLocks noGrp="1"/>
          </p:cNvSpPr>
          <p:nvPr>
            <p:ph type="sldNum" sz="quarter" idx="10"/>
          </p:nvPr>
        </p:nvSpPr>
        <p:spPr/>
        <p:txBody>
          <a:bodyPr/>
          <a:lstStyle/>
          <a:p>
            <a:pPr>
              <a:defRPr/>
            </a:pPr>
            <a:fld id="{A6A0D67D-9B30-457F-9874-1F92730590A0}" type="slidenum">
              <a:rPr lang="en-US" altLang="zh-CN" smtClean="0"/>
            </a:fld>
            <a:endParaRPr lang="en-US" altLang="zh-CN"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EEC8"/>
        </a:solidFill>
        <a:effectLst/>
      </p:bgPr>
    </p:bg>
    <p:spTree>
      <p:nvGrpSpPr>
        <p:cNvPr id="1" name=""/>
        <p:cNvGrpSpPr/>
        <p:nvPr/>
      </p:nvGrpSpPr>
      <p:grpSpPr>
        <a:xfrm>
          <a:off x="0" y="0"/>
          <a:ext cx="0" cy="0"/>
          <a:chOff x="0" y="0"/>
          <a:chExt cx="0" cy="0"/>
        </a:xfrm>
      </p:grpSpPr>
      <p:sp>
        <p:nvSpPr>
          <p:cNvPr id="66562" name="标题 1"/>
          <p:cNvSpPr>
            <a:spLocks noGrp="1" noChangeArrowheads="1"/>
          </p:cNvSpPr>
          <p:nvPr>
            <p:ph type="title"/>
          </p:nvPr>
        </p:nvSpPr>
        <p:spPr/>
        <p:txBody>
          <a:bodyPr/>
          <a:lstStyle/>
          <a:p>
            <a:r>
              <a:rPr lang="zh-CN" altLang="en-US"/>
              <a:t>知识点回顾</a:t>
            </a:r>
            <a:endParaRPr lang="zh-CN" altLang="en-US"/>
          </a:p>
        </p:txBody>
      </p:sp>
      <p:sp>
        <p:nvSpPr>
          <p:cNvPr id="66563" name="内容占位符 2"/>
          <p:cNvSpPr>
            <a:spLocks noGrp="1" noChangeArrowheads="1"/>
          </p:cNvSpPr>
          <p:nvPr>
            <p:ph idx="1"/>
          </p:nvPr>
        </p:nvSpPr>
        <p:spPr/>
        <p:txBody>
          <a:bodyPr/>
          <a:lstStyle/>
          <a:p>
            <a:r>
              <a:rPr lang="zh-CN" altLang="en-US" sz="2400" dirty="0"/>
              <a:t>项目</a:t>
            </a:r>
            <a:endParaRPr lang="zh-CN" altLang="en-US" sz="2400" dirty="0"/>
          </a:p>
          <a:p>
            <a:r>
              <a:rPr lang="zh-CN" altLang="en-US" sz="2400" dirty="0"/>
              <a:t>管理</a:t>
            </a:r>
            <a:endParaRPr lang="zh-CN" altLang="en-US" sz="2400" dirty="0"/>
          </a:p>
          <a:p>
            <a:r>
              <a:rPr lang="zh-CN" altLang="en-US" sz="2400" dirty="0"/>
              <a:t>项目管理</a:t>
            </a:r>
            <a:endParaRPr lang="zh-CN" altLang="en-US" sz="2400" dirty="0"/>
          </a:p>
          <a:p>
            <a:r>
              <a:rPr lang="zh-CN" altLang="en-US" sz="2400" dirty="0"/>
              <a:t>项目三角形</a:t>
            </a:r>
            <a:endParaRPr lang="zh-CN" altLang="en-US" sz="2400" dirty="0"/>
          </a:p>
          <a:p>
            <a:r>
              <a:rPr lang="zh-CN" altLang="en-US" sz="2400" dirty="0"/>
              <a:t>项目相关方</a:t>
            </a:r>
            <a:endParaRPr lang="en-US" altLang="zh-CN" sz="2400" dirty="0"/>
          </a:p>
          <a:p>
            <a:r>
              <a:rPr lang="zh-CN" altLang="en-US" sz="2400" dirty="0"/>
              <a:t>项目发起人</a:t>
            </a:r>
            <a:endParaRPr lang="zh-CN" altLang="en-US" sz="2400" dirty="0"/>
          </a:p>
          <a:p>
            <a:r>
              <a:rPr lang="zh-CN" altLang="en-US" sz="2400" dirty="0"/>
              <a:t>项目经理最重要的能力</a:t>
            </a:r>
            <a:endParaRPr lang="en-US" altLang="zh-CN" sz="2400" dirty="0"/>
          </a:p>
          <a:p>
            <a:r>
              <a:rPr lang="en-US" altLang="zh-CN" sz="2400" dirty="0"/>
              <a:t>IT</a:t>
            </a:r>
            <a:r>
              <a:rPr lang="zh-CN" altLang="en-US" sz="2400" dirty="0"/>
              <a:t>项目两个核心角色</a:t>
            </a:r>
            <a:endParaRPr lang="zh-CN" altLang="en-US" sz="2400" dirty="0"/>
          </a:p>
          <a:p>
            <a:r>
              <a:rPr lang="zh-CN" altLang="en-US" sz="2400" dirty="0"/>
              <a:t>科学</a:t>
            </a:r>
            <a:r>
              <a:rPr lang="en-US" altLang="zh-CN" sz="2400" dirty="0"/>
              <a:t>/</a:t>
            </a:r>
            <a:r>
              <a:rPr lang="zh-CN" altLang="en-US" sz="2400" dirty="0"/>
              <a:t>艺术</a:t>
            </a:r>
            <a:endParaRPr lang="zh-CN" altLang="en-US" sz="2400" dirty="0"/>
          </a:p>
        </p:txBody>
      </p:sp>
      <p:sp>
        <p:nvSpPr>
          <p:cNvPr id="3" name="灯片编号占位符 2"/>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D9D2222-8541-46EA-AD3B-36A5E091B774}" type="slidenum">
              <a:rPr kumimoji="0" lang="en-US" altLang="zh-CN" sz="800" b="0" i="0" u="none" strike="noStrike" kern="1200" cap="none" spc="0" normalizeH="0" baseline="0" noProof="0" smtClean="0">
                <a:ln>
                  <a:noFill/>
                </a:ln>
                <a:solidFill>
                  <a:srgbClr val="5A93B6"/>
                </a:solidFill>
                <a:effectLst/>
                <a:uLnTx/>
                <a:uFillTx/>
                <a:latin typeface="Futura Bk" pitchFamily="34" charset="0"/>
                <a:ea typeface="宋体" panose="02010600030101010101" pitchFamily="2" charset="-122"/>
                <a:cs typeface="+mn-cs"/>
              </a:rPr>
            </a:fld>
            <a:endParaRPr kumimoji="0" lang="en-US" altLang="zh-CN" sz="800" b="0" i="0" u="none" strike="noStrike" kern="1200" cap="none" spc="0" normalizeH="0" baseline="0" noProof="0" dirty="0">
              <a:ln>
                <a:noFill/>
              </a:ln>
              <a:solidFill>
                <a:srgbClr val="5A93B6"/>
              </a:solidFill>
              <a:effectLst/>
              <a:uLnTx/>
              <a:uFillTx/>
              <a:latin typeface="Futura Bk" pitchFamily="34" charset="0"/>
              <a:ea typeface="宋体" panose="02010600030101010101" pitchFamily="2" charset="-122"/>
              <a:cs typeface="+mn-c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课程内容</a:t>
            </a:r>
            <a:endParaRPr lang="zh-CN" altLang="en-US" dirty="0"/>
          </a:p>
        </p:txBody>
      </p:sp>
      <p:graphicFrame>
        <p:nvGraphicFramePr>
          <p:cNvPr id="5" name="内容占位符 4"/>
          <p:cNvGraphicFramePr>
            <a:graphicFrameLocks noGrp="1"/>
          </p:cNvGraphicFramePr>
          <p:nvPr>
            <p:ph sz="half" idx="1"/>
          </p:nvPr>
        </p:nvGraphicFramePr>
        <p:xfrm>
          <a:off x="365125" y="1273175"/>
          <a:ext cx="4470400" cy="52705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graphicFrame>
        <p:nvGraphicFramePr>
          <p:cNvPr id="8" name="内容占位符 7"/>
          <p:cNvGraphicFramePr>
            <a:graphicFrameLocks noGrp="1"/>
          </p:cNvGraphicFramePr>
          <p:nvPr>
            <p:ph sz="half" idx="2"/>
          </p:nvPr>
        </p:nvGraphicFramePr>
        <p:xfrm>
          <a:off x="4987925" y="1273175"/>
          <a:ext cx="4470400" cy="527050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3" name="灯片编号占位符 2"/>
          <p:cNvSpPr>
            <a:spLocks noGrp="1"/>
          </p:cNvSpPr>
          <p:nvPr>
            <p:ph type="sldNum" sz="quarter" idx="10"/>
          </p:nvPr>
        </p:nvSpPr>
        <p:spPr/>
        <p:txBody>
          <a:bodyPr/>
          <a:lstStyle/>
          <a:p>
            <a:pPr>
              <a:defRPr/>
            </a:pPr>
            <a:fld id="{ADA0D315-17C2-4F0F-B1C6-8BF8415BD984}" type="slidenum">
              <a:rPr lang="en-US" altLang="zh-CN" smtClean="0"/>
            </a:fld>
            <a:endParaRPr lang="en-US" altLang="zh-CN" dirty="0"/>
          </a:p>
        </p:txBody>
      </p:sp>
      <p:sp>
        <p:nvSpPr>
          <p:cNvPr id="7" name="文本框 6"/>
          <p:cNvSpPr txBox="1"/>
          <p:nvPr/>
        </p:nvSpPr>
        <p:spPr>
          <a:xfrm>
            <a:off x="4021455" y="3262094"/>
            <a:ext cx="814070" cy="646331"/>
          </a:xfrm>
          <a:prstGeom prst="rect">
            <a:avLst/>
          </a:prstGeom>
          <a:noFill/>
        </p:spPr>
        <p:txBody>
          <a:bodyPr wrap="square" rtlCol="0">
            <a:spAutoFit/>
          </a:bodyPr>
          <a:lstStyle/>
          <a:p>
            <a:r>
              <a:rPr lang="zh-CN" altLang="en-US" sz="3600" dirty="0"/>
              <a:t>👈</a:t>
            </a:r>
            <a:endParaRPr lang="zh-CN" altLang="en-US" sz="3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7" name="Rectangle 30"/>
          <p:cNvSpPr>
            <a:spLocks noGrp="1" noChangeArrowheads="1"/>
          </p:cNvSpPr>
          <p:nvPr>
            <p:ph type="title"/>
          </p:nvPr>
        </p:nvSpPr>
        <p:spPr/>
        <p:txBody>
          <a:bodyPr/>
          <a:lstStyle/>
          <a:p>
            <a:pPr eaLnBrk="1" hangingPunct="1"/>
            <a:r>
              <a:rPr lang="zh-CN" altLang="en-US"/>
              <a:t>流程</a:t>
            </a:r>
            <a:endParaRPr lang="zh-CN" altLang="en-US"/>
          </a:p>
        </p:txBody>
      </p:sp>
      <p:sp>
        <p:nvSpPr>
          <p:cNvPr id="486431" name="Rectangle 31"/>
          <p:cNvSpPr>
            <a:spLocks noGrp="1" noChangeArrowheads="1"/>
          </p:cNvSpPr>
          <p:nvPr>
            <p:ph type="body" idx="1"/>
          </p:nvPr>
        </p:nvSpPr>
        <p:spPr/>
        <p:txBody>
          <a:bodyPr/>
          <a:lstStyle/>
          <a:p>
            <a:pPr eaLnBrk="1" hangingPunct="1"/>
            <a:r>
              <a:rPr lang="zh-CN" altLang="en-US"/>
              <a:t>什么是流程 </a:t>
            </a:r>
            <a:r>
              <a:rPr lang="zh-CN" altLang="zh-CN"/>
              <a:t>?</a:t>
            </a:r>
            <a:endParaRPr lang="zh-CN" altLang="en-US"/>
          </a:p>
          <a:p>
            <a:pPr lvl="2" eaLnBrk="1" hangingPunct="1"/>
            <a:r>
              <a:rPr lang="zh-CN" altLang="en-US"/>
              <a:t>为实现一个目标所采取的一系列的行动</a:t>
            </a:r>
            <a:endParaRPr lang="zh-CN" altLang="en-US"/>
          </a:p>
          <a:p>
            <a:pPr eaLnBrk="1" hangingPunct="1"/>
            <a:endParaRPr lang="zh-CN" altLang="en-US"/>
          </a:p>
          <a:p>
            <a:pPr eaLnBrk="1" hangingPunct="1"/>
            <a:r>
              <a:rPr lang="zh-CN" altLang="en-US"/>
              <a:t>正确的流程对企业和个人的好处？</a:t>
            </a:r>
            <a:endParaRPr lang="en-US" altLang="zh-CN"/>
          </a:p>
          <a:p>
            <a:pPr lvl="2"/>
            <a:r>
              <a:rPr lang="zh-CN" altLang="en-US"/>
              <a:t>获得一致的结果</a:t>
            </a:r>
            <a:endParaRPr lang="zh-CN" altLang="en-US"/>
          </a:p>
          <a:p>
            <a:pPr lvl="2"/>
            <a:r>
              <a:rPr lang="zh-CN" altLang="en-US"/>
              <a:t>易于经验、知识的传授、降低费用</a:t>
            </a:r>
            <a:endParaRPr lang="zh-CN" altLang="en-US"/>
          </a:p>
          <a:p>
            <a:pPr lvl="2"/>
            <a:r>
              <a:rPr lang="zh-CN" altLang="en-US"/>
              <a:t>有共同语言，易于沟通</a:t>
            </a:r>
            <a:endParaRPr lang="en-US" altLang="zh-CN"/>
          </a:p>
        </p:txBody>
      </p:sp>
      <p:sp>
        <p:nvSpPr>
          <p:cNvPr id="3" name="灯片编号占位符 2"/>
          <p:cNvSpPr>
            <a:spLocks noGrp="1"/>
          </p:cNvSpPr>
          <p:nvPr>
            <p:ph type="sldNum" sz="quarter" idx="10"/>
          </p:nvPr>
        </p:nvSpPr>
        <p:spPr/>
        <p:txBody>
          <a:bodyPr/>
          <a:lstStyle/>
          <a:p>
            <a:pPr>
              <a:defRPr/>
            </a:pPr>
            <a:fld id="{6D9D2222-8541-46EA-AD3B-36A5E091B774}" type="slidenum">
              <a:rPr lang="en-US" altLang="zh-CN" smtClean="0"/>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8643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8643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86431">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86431">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86431">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8643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6431"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4035" name="Text Box 5"/>
          <p:cNvSpPr txBox="1">
            <a:spLocks noChangeArrowheads="1"/>
          </p:cNvSpPr>
          <p:nvPr/>
        </p:nvSpPr>
        <p:spPr bwMode="auto">
          <a:xfrm>
            <a:off x="1720850" y="1479550"/>
            <a:ext cx="7499350" cy="3990975"/>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r>
              <a:rPr lang="zh-CN" altLang="en-US" sz="3200" b="1" dirty="0">
                <a:solidFill>
                  <a:srgbClr val="000000"/>
                </a:solidFill>
                <a:latin typeface="黑体" panose="02010609060101010101" pitchFamily="49" charset="-122"/>
                <a:ea typeface="黑体" panose="02010609060101010101" pitchFamily="49" charset="-122"/>
              </a:rPr>
              <a:t>1. 对于一个目标明确定义的项目,下列哪</a:t>
            </a:r>
            <a:endParaRPr lang="zh-CN" altLang="en-US" sz="3200" b="1" dirty="0">
              <a:solidFill>
                <a:srgbClr val="000000"/>
              </a:solidFill>
              <a:latin typeface="黑体" panose="02010609060101010101" pitchFamily="49" charset="-122"/>
              <a:ea typeface="黑体" panose="02010609060101010101" pitchFamily="49" charset="-122"/>
            </a:endParaRPr>
          </a:p>
          <a:p>
            <a:r>
              <a:rPr lang="zh-CN" altLang="en-US" sz="3200" b="1" dirty="0">
                <a:solidFill>
                  <a:srgbClr val="000000"/>
                </a:solidFill>
                <a:latin typeface="黑体" panose="02010609060101010101" pitchFamily="49" charset="-122"/>
                <a:ea typeface="黑体" panose="02010609060101010101" pitchFamily="49" charset="-122"/>
              </a:rPr>
              <a:t>   一个原则是第一位的 </a:t>
            </a:r>
            <a:r>
              <a:rPr lang="zh-CN" altLang="zh-CN" sz="3200" b="1" dirty="0">
                <a:solidFill>
                  <a:srgbClr val="000000"/>
                </a:solidFill>
                <a:latin typeface="黑体" panose="02010609060101010101" pitchFamily="49" charset="-122"/>
                <a:ea typeface="黑体" panose="02010609060101010101" pitchFamily="49" charset="-122"/>
              </a:rPr>
              <a:t>?</a:t>
            </a:r>
            <a:endParaRPr lang="zh-CN" altLang="zh-CN" sz="3200" b="1" dirty="0">
              <a:solidFill>
                <a:srgbClr val="000000"/>
              </a:solidFill>
              <a:latin typeface="黑体" panose="02010609060101010101" pitchFamily="49" charset="-122"/>
              <a:ea typeface="黑体" panose="02010609060101010101" pitchFamily="49" charset="-122"/>
            </a:endParaRPr>
          </a:p>
          <a:p>
            <a:endParaRPr lang="zh-CN" altLang="zh-CN" sz="3200" dirty="0">
              <a:solidFill>
                <a:srgbClr val="000000"/>
              </a:solidFill>
              <a:latin typeface="黑体" panose="02010609060101010101" pitchFamily="49" charset="-122"/>
              <a:ea typeface="黑体" panose="02010609060101010101" pitchFamily="49" charset="-122"/>
            </a:endParaRPr>
          </a:p>
          <a:p>
            <a:r>
              <a:rPr lang="zh-CN" altLang="zh-CN" sz="3200" dirty="0">
                <a:solidFill>
                  <a:srgbClr val="000000"/>
                </a:solidFill>
                <a:latin typeface="黑体" panose="02010609060101010101" pitchFamily="49" charset="-122"/>
                <a:ea typeface="黑体" panose="02010609060101010101" pitchFamily="49" charset="-122"/>
              </a:rPr>
              <a:t>	A,	正确地做事</a:t>
            </a:r>
            <a:endParaRPr lang="zh-CN" altLang="zh-CN" sz="3200" dirty="0">
              <a:solidFill>
                <a:srgbClr val="000000"/>
              </a:solidFill>
              <a:latin typeface="黑体" panose="02010609060101010101" pitchFamily="49" charset="-122"/>
              <a:ea typeface="黑体" panose="02010609060101010101" pitchFamily="49" charset="-122"/>
            </a:endParaRPr>
          </a:p>
          <a:p>
            <a:r>
              <a:rPr lang="zh-CN" altLang="zh-CN" sz="3200" dirty="0">
                <a:solidFill>
                  <a:srgbClr val="000000"/>
                </a:solidFill>
                <a:latin typeface="黑体" panose="02010609060101010101" pitchFamily="49" charset="-122"/>
                <a:ea typeface="黑体" panose="02010609060101010101" pitchFamily="49" charset="-122"/>
              </a:rPr>
              <a:t>	B,	做正确的事</a:t>
            </a:r>
            <a:endParaRPr lang="zh-CN" altLang="zh-CN" sz="3200" dirty="0">
              <a:solidFill>
                <a:srgbClr val="000000"/>
              </a:solidFill>
              <a:latin typeface="黑体" panose="02010609060101010101" pitchFamily="49" charset="-122"/>
              <a:ea typeface="黑体" panose="02010609060101010101" pitchFamily="49" charset="-122"/>
            </a:endParaRPr>
          </a:p>
          <a:p>
            <a:r>
              <a:rPr lang="zh-CN" altLang="zh-CN" sz="3200" dirty="0">
                <a:solidFill>
                  <a:srgbClr val="000000"/>
                </a:solidFill>
                <a:latin typeface="黑体" panose="02010609060101010101" pitchFamily="49" charset="-122"/>
                <a:ea typeface="黑体" panose="02010609060101010101" pitchFamily="49" charset="-122"/>
              </a:rPr>
              <a:t>	C,	知道谁在做事</a:t>
            </a:r>
            <a:endParaRPr lang="zh-CN" altLang="zh-CN" sz="3200" dirty="0">
              <a:solidFill>
                <a:srgbClr val="000000"/>
              </a:solidFill>
              <a:latin typeface="黑体" panose="02010609060101010101" pitchFamily="49" charset="-122"/>
              <a:ea typeface="黑体" panose="02010609060101010101" pitchFamily="49" charset="-122"/>
            </a:endParaRPr>
          </a:p>
          <a:p>
            <a:r>
              <a:rPr lang="zh-CN" altLang="zh-CN" sz="3200" dirty="0">
                <a:solidFill>
                  <a:srgbClr val="000000"/>
                </a:solidFill>
                <a:latin typeface="黑体" panose="02010609060101010101" pitchFamily="49" charset="-122"/>
                <a:ea typeface="黑体" panose="02010609060101010101" pitchFamily="49" charset="-122"/>
              </a:rPr>
              <a:t>	D,	找到做事的人</a:t>
            </a:r>
            <a:endParaRPr lang="zh-CN" altLang="zh-CN" sz="3200" dirty="0">
              <a:solidFill>
                <a:srgbClr val="000000"/>
              </a:solidFill>
              <a:latin typeface="黑体" panose="02010609060101010101" pitchFamily="49" charset="-122"/>
              <a:ea typeface="黑体" panose="02010609060101010101" pitchFamily="49" charset="-122"/>
            </a:endParaRPr>
          </a:p>
          <a:p>
            <a:r>
              <a:rPr lang="zh-CN" altLang="zh-CN" sz="3200" dirty="0">
                <a:solidFill>
                  <a:srgbClr val="000000"/>
                </a:solidFill>
                <a:latin typeface="黑体" panose="02010609060101010101" pitchFamily="49" charset="-122"/>
                <a:ea typeface="黑体" panose="02010609060101010101" pitchFamily="49" charset="-122"/>
              </a:rPr>
              <a:t>	E,	有做事的钱</a:t>
            </a:r>
            <a:endParaRPr lang="zh-CN" altLang="zh-CN" sz="3200" dirty="0">
              <a:solidFill>
                <a:srgbClr val="000000"/>
              </a:solidFill>
              <a:latin typeface="黑体" panose="02010609060101010101" pitchFamily="49" charset="-122"/>
              <a:ea typeface="黑体" panose="02010609060101010101" pitchFamily="49" charset="-122"/>
            </a:endParaRPr>
          </a:p>
        </p:txBody>
      </p:sp>
      <p:pic>
        <p:nvPicPr>
          <p:cNvPr id="44036" name="Picture 6" descr="BD00028_"/>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12750" y="5202238"/>
            <a:ext cx="1327150" cy="1300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7" name="Rectangle 7"/>
          <p:cNvSpPr>
            <a:spLocks noGrp="1" noChangeArrowheads="1"/>
          </p:cNvSpPr>
          <p:nvPr>
            <p:ph type="title"/>
          </p:nvPr>
        </p:nvSpPr>
        <p:spPr/>
        <p:txBody>
          <a:bodyPr/>
          <a:lstStyle/>
          <a:p>
            <a:pPr eaLnBrk="1" hangingPunct="1"/>
            <a:r>
              <a:rPr lang="zh-CN" altLang="en-US"/>
              <a:t>测试</a:t>
            </a:r>
            <a:endParaRPr lang="zh-CN" altLang="en-US"/>
          </a:p>
        </p:txBody>
      </p:sp>
      <p:sp>
        <p:nvSpPr>
          <p:cNvPr id="3" name="灯片编号占位符 2"/>
          <p:cNvSpPr>
            <a:spLocks noGrp="1"/>
          </p:cNvSpPr>
          <p:nvPr>
            <p:ph type="sldNum" sz="quarter" idx="10"/>
          </p:nvPr>
        </p:nvSpPr>
        <p:spPr/>
        <p:txBody>
          <a:bodyPr/>
          <a:lstStyle/>
          <a:p>
            <a:pPr>
              <a:defRPr/>
            </a:pPr>
            <a:fld id="{A6A0D67D-9B30-457F-9874-1F92730590A0}" type="slidenum">
              <a:rPr lang="en-US" altLang="zh-CN" smtClean="0"/>
            </a:fld>
            <a:endParaRPr lang="en-US" altLang="zh-CN" dirty="0"/>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6083" name="Rectangle 5"/>
          <p:cNvSpPr>
            <a:spLocks noChangeArrowheads="1"/>
          </p:cNvSpPr>
          <p:nvPr/>
        </p:nvSpPr>
        <p:spPr bwMode="auto">
          <a:xfrm>
            <a:off x="1438777" y="1826177"/>
            <a:ext cx="2173288" cy="3303587"/>
          </a:xfrm>
          <a:prstGeom prst="rect">
            <a:avLst/>
          </a:prstGeom>
          <a:solidFill>
            <a:srgbClr val="FF0000"/>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46084" name="Rectangle 6"/>
          <p:cNvSpPr>
            <a:spLocks noChangeArrowheads="1"/>
          </p:cNvSpPr>
          <p:nvPr/>
        </p:nvSpPr>
        <p:spPr bwMode="auto">
          <a:xfrm>
            <a:off x="3769227" y="1821667"/>
            <a:ext cx="2103438" cy="3303587"/>
          </a:xfrm>
          <a:prstGeom prst="rect">
            <a:avLst/>
          </a:prstGeom>
          <a:solidFill>
            <a:srgbClr val="FFCC00"/>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46085" name="Text Box 8"/>
          <p:cNvSpPr txBox="1">
            <a:spLocks noChangeArrowheads="1"/>
          </p:cNvSpPr>
          <p:nvPr/>
        </p:nvSpPr>
        <p:spPr bwMode="auto">
          <a:xfrm>
            <a:off x="1438778" y="1843765"/>
            <a:ext cx="2173288" cy="52322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r>
              <a:rPr lang="zh-CN" altLang="en-US" sz="2800" b="1" u="sng" dirty="0">
                <a:solidFill>
                  <a:schemeClr val="tx2"/>
                </a:solidFill>
                <a:latin typeface="微软雅黑" panose="020B0503020204020204" charset="-122"/>
                <a:ea typeface="微软雅黑" panose="020B0503020204020204" charset="-122"/>
              </a:rPr>
              <a:t>启动阶段</a:t>
            </a:r>
            <a:endParaRPr lang="zh-CN" altLang="en-US" sz="2800" u="sng" dirty="0">
              <a:solidFill>
                <a:schemeClr val="tx2"/>
              </a:solidFill>
              <a:latin typeface="微软雅黑" panose="020B0503020204020204" charset="-122"/>
              <a:ea typeface="微软雅黑" panose="020B0503020204020204" charset="-122"/>
            </a:endParaRPr>
          </a:p>
        </p:txBody>
      </p:sp>
      <p:sp>
        <p:nvSpPr>
          <p:cNvPr id="46086" name="Text Box 9"/>
          <p:cNvSpPr txBox="1">
            <a:spLocks noChangeArrowheads="1"/>
          </p:cNvSpPr>
          <p:nvPr/>
        </p:nvSpPr>
        <p:spPr bwMode="auto">
          <a:xfrm>
            <a:off x="3769226" y="1853391"/>
            <a:ext cx="2103438" cy="52322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r>
              <a:rPr lang="zh-CN" altLang="en-US" sz="2800" b="1" u="sng" dirty="0">
                <a:solidFill>
                  <a:srgbClr val="000099"/>
                </a:solidFill>
                <a:latin typeface="微软雅黑" panose="020B0503020204020204" charset="-122"/>
                <a:ea typeface="微软雅黑" panose="020B0503020204020204" charset="-122"/>
              </a:rPr>
              <a:t>规划阶段</a:t>
            </a:r>
            <a:endParaRPr lang="zh-CN" altLang="en-US" sz="2800" b="1" u="sng" dirty="0">
              <a:solidFill>
                <a:srgbClr val="000099"/>
              </a:solidFill>
              <a:latin typeface="微软雅黑" panose="020B0503020204020204" charset="-122"/>
              <a:ea typeface="微软雅黑" panose="020B0503020204020204" charset="-122"/>
            </a:endParaRPr>
          </a:p>
        </p:txBody>
      </p:sp>
      <p:sp>
        <p:nvSpPr>
          <p:cNvPr id="46087" name="Text Box 11"/>
          <p:cNvSpPr txBox="1">
            <a:spLocks noChangeArrowheads="1"/>
          </p:cNvSpPr>
          <p:nvPr/>
        </p:nvSpPr>
        <p:spPr bwMode="auto">
          <a:xfrm>
            <a:off x="1454652" y="2591352"/>
            <a:ext cx="2009775" cy="193675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lang="zh-CN" altLang="en-US" sz="2200" b="1" dirty="0">
                <a:solidFill>
                  <a:schemeClr val="tx2"/>
                </a:solidFill>
                <a:latin typeface="黑体" panose="02010609060101010101" pitchFamily="49" charset="-122"/>
                <a:ea typeface="黑体" panose="02010609060101010101" pitchFamily="49" charset="-122"/>
              </a:rPr>
              <a:t>定义项目</a:t>
            </a:r>
            <a:endParaRPr lang="zh-CN" altLang="en-US" sz="2200" b="1" dirty="0">
              <a:solidFill>
                <a:schemeClr val="tx2"/>
              </a:solidFill>
              <a:latin typeface="黑体" panose="02010609060101010101" pitchFamily="49" charset="-122"/>
              <a:ea typeface="黑体" panose="02010609060101010101" pitchFamily="49" charset="-122"/>
            </a:endParaRPr>
          </a:p>
          <a:p>
            <a:pPr algn="ctr" eaLnBrk="1" hangingPunct="1">
              <a:spcBef>
                <a:spcPct val="50000"/>
              </a:spcBef>
            </a:pPr>
            <a:r>
              <a:rPr lang="zh-CN" altLang="en-US" sz="2200" b="1" dirty="0">
                <a:solidFill>
                  <a:schemeClr val="tx2"/>
                </a:solidFill>
                <a:latin typeface="黑体" panose="02010609060101010101" pitchFamily="49" charset="-122"/>
                <a:ea typeface="黑体" panose="02010609060101010101" pitchFamily="49" charset="-122"/>
              </a:rPr>
              <a:t>制定项目目标</a:t>
            </a:r>
            <a:endParaRPr lang="zh-CN" altLang="en-US" sz="2200" b="1" dirty="0">
              <a:solidFill>
                <a:schemeClr val="tx2"/>
              </a:solidFill>
              <a:latin typeface="黑体" panose="02010609060101010101" pitchFamily="49" charset="-122"/>
              <a:ea typeface="黑体" panose="02010609060101010101" pitchFamily="49" charset="-122"/>
            </a:endParaRPr>
          </a:p>
          <a:p>
            <a:pPr algn="ctr" eaLnBrk="1" hangingPunct="1">
              <a:spcBef>
                <a:spcPct val="50000"/>
              </a:spcBef>
            </a:pPr>
            <a:r>
              <a:rPr lang="zh-CN" altLang="en-US" sz="2200" b="1" dirty="0">
                <a:solidFill>
                  <a:schemeClr val="tx2"/>
                </a:solidFill>
                <a:latin typeface="黑体" panose="02010609060101010101" pitchFamily="49" charset="-122"/>
                <a:ea typeface="黑体" panose="02010609060101010101" pitchFamily="49" charset="-122"/>
              </a:rPr>
              <a:t>工作分解结构</a:t>
            </a:r>
            <a:endParaRPr lang="zh-CN" altLang="en-US" sz="2200" b="1" dirty="0">
              <a:solidFill>
                <a:schemeClr val="tx2"/>
              </a:solidFill>
              <a:latin typeface="黑体" panose="02010609060101010101" pitchFamily="49" charset="-122"/>
              <a:ea typeface="黑体" panose="02010609060101010101" pitchFamily="49" charset="-122"/>
            </a:endParaRPr>
          </a:p>
          <a:p>
            <a:pPr algn="ctr" eaLnBrk="1" hangingPunct="1">
              <a:spcBef>
                <a:spcPct val="50000"/>
              </a:spcBef>
            </a:pPr>
            <a:r>
              <a:rPr lang="zh-CN" altLang="en-US" sz="2200" b="1" dirty="0">
                <a:solidFill>
                  <a:schemeClr val="tx2"/>
                </a:solidFill>
                <a:latin typeface="黑体" panose="02010609060101010101" pitchFamily="49" charset="-122"/>
                <a:ea typeface="黑体" panose="02010609060101010101" pitchFamily="49" charset="-122"/>
              </a:rPr>
              <a:t>核算资源成本</a:t>
            </a:r>
            <a:endParaRPr lang="zh-CN" altLang="en-US" sz="2000" b="1" dirty="0">
              <a:solidFill>
                <a:srgbClr val="000000"/>
              </a:solidFill>
              <a:latin typeface="黑体" panose="02010609060101010101" pitchFamily="49" charset="-122"/>
              <a:ea typeface="黑体" panose="02010609060101010101" pitchFamily="49" charset="-122"/>
            </a:endParaRPr>
          </a:p>
        </p:txBody>
      </p:sp>
      <p:sp>
        <p:nvSpPr>
          <p:cNvPr id="46088" name="Text Box 12"/>
          <p:cNvSpPr txBox="1">
            <a:spLocks noChangeArrowheads="1"/>
          </p:cNvSpPr>
          <p:nvPr/>
        </p:nvSpPr>
        <p:spPr bwMode="auto">
          <a:xfrm>
            <a:off x="3823202" y="2553252"/>
            <a:ext cx="2009775" cy="2439987"/>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lang="zh-CN" altLang="en-US" sz="2200" b="1" dirty="0">
                <a:solidFill>
                  <a:srgbClr val="000099"/>
                </a:solidFill>
                <a:latin typeface="黑体" panose="02010609060101010101" pitchFamily="49" charset="-122"/>
                <a:ea typeface="黑体" panose="02010609060101010101" pitchFamily="49" charset="-122"/>
              </a:rPr>
              <a:t>分配职责</a:t>
            </a:r>
            <a:endParaRPr lang="zh-CN" altLang="en-US" sz="2200" b="1" dirty="0">
              <a:solidFill>
                <a:srgbClr val="000099"/>
              </a:solidFill>
              <a:latin typeface="黑体" panose="02010609060101010101" pitchFamily="49" charset="-122"/>
              <a:ea typeface="黑体" panose="02010609060101010101" pitchFamily="49" charset="-122"/>
            </a:endParaRPr>
          </a:p>
          <a:p>
            <a:pPr algn="ctr" eaLnBrk="1" hangingPunct="1">
              <a:spcBef>
                <a:spcPct val="50000"/>
              </a:spcBef>
            </a:pPr>
            <a:r>
              <a:rPr lang="zh-CN" altLang="en-US" sz="2200" b="1" dirty="0">
                <a:solidFill>
                  <a:srgbClr val="000099"/>
                </a:solidFill>
                <a:latin typeface="黑体" panose="02010609060101010101" pitchFamily="49" charset="-122"/>
                <a:ea typeface="黑体" panose="02010609060101010101" pitchFamily="49" charset="-122"/>
              </a:rPr>
              <a:t>确定工作顺序</a:t>
            </a:r>
            <a:endParaRPr lang="zh-CN" altLang="en-US" sz="2200" b="1" dirty="0">
              <a:solidFill>
                <a:srgbClr val="000099"/>
              </a:solidFill>
              <a:latin typeface="黑体" panose="02010609060101010101" pitchFamily="49" charset="-122"/>
              <a:ea typeface="黑体" panose="02010609060101010101" pitchFamily="49" charset="-122"/>
            </a:endParaRPr>
          </a:p>
          <a:p>
            <a:pPr algn="ctr" eaLnBrk="1" hangingPunct="1">
              <a:spcBef>
                <a:spcPct val="50000"/>
              </a:spcBef>
            </a:pPr>
            <a:r>
              <a:rPr lang="zh-CN" altLang="en-US" sz="2200" b="1" dirty="0">
                <a:solidFill>
                  <a:srgbClr val="000099"/>
                </a:solidFill>
                <a:latin typeface="黑体" panose="02010609060101010101" pitchFamily="49" charset="-122"/>
                <a:ea typeface="黑体" panose="02010609060101010101" pitchFamily="49" charset="-122"/>
              </a:rPr>
              <a:t>落实工作日程</a:t>
            </a:r>
            <a:endParaRPr lang="zh-CN" altLang="en-US" sz="2200" b="1" dirty="0">
              <a:solidFill>
                <a:srgbClr val="000099"/>
              </a:solidFill>
              <a:latin typeface="黑体" panose="02010609060101010101" pitchFamily="49" charset="-122"/>
              <a:ea typeface="黑体" panose="02010609060101010101" pitchFamily="49" charset="-122"/>
            </a:endParaRPr>
          </a:p>
          <a:p>
            <a:pPr algn="ctr" eaLnBrk="1" hangingPunct="1">
              <a:spcBef>
                <a:spcPct val="50000"/>
              </a:spcBef>
            </a:pPr>
            <a:r>
              <a:rPr lang="zh-CN" altLang="en-US" sz="2200" b="1" dirty="0">
                <a:solidFill>
                  <a:srgbClr val="000099"/>
                </a:solidFill>
                <a:latin typeface="黑体" panose="02010609060101010101" pitchFamily="49" charset="-122"/>
                <a:ea typeface="黑体" panose="02010609060101010101" pitchFamily="49" charset="-122"/>
              </a:rPr>
              <a:t>控制风险</a:t>
            </a:r>
            <a:endParaRPr lang="zh-CN" altLang="en-US" sz="2200" b="1" dirty="0">
              <a:solidFill>
                <a:srgbClr val="000099"/>
              </a:solidFill>
              <a:latin typeface="黑体" panose="02010609060101010101" pitchFamily="49" charset="-122"/>
              <a:ea typeface="黑体" panose="02010609060101010101" pitchFamily="49" charset="-122"/>
            </a:endParaRPr>
          </a:p>
          <a:p>
            <a:pPr algn="ctr" eaLnBrk="1" hangingPunct="1">
              <a:spcBef>
                <a:spcPct val="50000"/>
              </a:spcBef>
            </a:pPr>
            <a:r>
              <a:rPr lang="zh-CN" altLang="en-US" sz="2200" b="1" dirty="0">
                <a:solidFill>
                  <a:srgbClr val="000099"/>
                </a:solidFill>
                <a:latin typeface="黑体" panose="02010609060101010101" pitchFamily="49" charset="-122"/>
                <a:ea typeface="黑体" panose="02010609060101010101" pitchFamily="49" charset="-122"/>
              </a:rPr>
              <a:t>创造机遇</a:t>
            </a:r>
            <a:endParaRPr lang="zh-CN" altLang="en-US" sz="2200" b="1" dirty="0">
              <a:solidFill>
                <a:srgbClr val="FF9900"/>
              </a:solidFill>
              <a:latin typeface="黑体" panose="02010609060101010101" pitchFamily="49" charset="-122"/>
              <a:ea typeface="黑体" panose="02010609060101010101" pitchFamily="49" charset="-122"/>
            </a:endParaRPr>
          </a:p>
        </p:txBody>
      </p:sp>
      <p:sp>
        <p:nvSpPr>
          <p:cNvPr id="46089" name="Rectangle 14"/>
          <p:cNvSpPr>
            <a:spLocks noChangeArrowheads="1"/>
          </p:cNvSpPr>
          <p:nvPr/>
        </p:nvSpPr>
        <p:spPr bwMode="auto">
          <a:xfrm>
            <a:off x="1438777" y="5274372"/>
            <a:ext cx="6732588" cy="648997"/>
          </a:xfrm>
          <a:prstGeom prst="rect">
            <a:avLst/>
          </a:prstGeom>
          <a:solidFill>
            <a:srgbClr val="0000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108000" bIns="108000"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r>
              <a:rPr lang="zh-CN" altLang="en-US" sz="2800" b="1" dirty="0">
                <a:solidFill>
                  <a:schemeClr val="tx2"/>
                </a:solidFill>
                <a:latin typeface="微软雅黑" panose="020B0503020204020204" charset="-122"/>
                <a:ea typeface="微软雅黑" panose="020B0503020204020204" charset="-122"/>
              </a:rPr>
              <a:t>项目中的沟通</a:t>
            </a:r>
            <a:endParaRPr lang="zh-CN" altLang="en-US" sz="2800" b="1" dirty="0">
              <a:solidFill>
                <a:schemeClr val="tx2"/>
              </a:solidFill>
              <a:latin typeface="微软雅黑" panose="020B0503020204020204" charset="-122"/>
              <a:ea typeface="微软雅黑" panose="020B0503020204020204" charset="-122"/>
            </a:endParaRPr>
          </a:p>
        </p:txBody>
      </p:sp>
      <p:sp>
        <p:nvSpPr>
          <p:cNvPr id="46092" name="Rectangle 7"/>
          <p:cNvSpPr>
            <a:spLocks noChangeArrowheads="1"/>
          </p:cNvSpPr>
          <p:nvPr/>
        </p:nvSpPr>
        <p:spPr bwMode="auto">
          <a:xfrm>
            <a:off x="6002840" y="1819877"/>
            <a:ext cx="2168525" cy="3303588"/>
          </a:xfrm>
          <a:prstGeom prst="rect">
            <a:avLst/>
          </a:prstGeom>
          <a:solidFill>
            <a:srgbClr val="3399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46093" name="Text Box 10"/>
          <p:cNvSpPr txBox="1">
            <a:spLocks noChangeArrowheads="1"/>
          </p:cNvSpPr>
          <p:nvPr/>
        </p:nvSpPr>
        <p:spPr bwMode="auto">
          <a:xfrm>
            <a:off x="6002838" y="1839457"/>
            <a:ext cx="2168525" cy="523220"/>
          </a:xfrm>
          <a:prstGeom prst="rect">
            <a:avLst/>
          </a:prstGeom>
          <a:solidFill>
            <a:srgbClr val="3399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r>
              <a:rPr lang="zh-CN" altLang="en-US" sz="2800" b="1" u="sng" dirty="0">
                <a:solidFill>
                  <a:schemeClr val="tx2"/>
                </a:solidFill>
                <a:latin typeface="微软雅黑" panose="020B0503020204020204" charset="-122"/>
                <a:ea typeface="微软雅黑" panose="020B0503020204020204" charset="-122"/>
              </a:rPr>
              <a:t>执行阶段</a:t>
            </a:r>
            <a:endParaRPr lang="zh-CN" altLang="en-US" sz="2800" b="1" dirty="0">
              <a:solidFill>
                <a:schemeClr val="tx2"/>
              </a:solidFill>
              <a:latin typeface="微软雅黑" panose="020B0503020204020204" charset="-122"/>
              <a:ea typeface="微软雅黑" panose="020B0503020204020204" charset="-122"/>
            </a:endParaRPr>
          </a:p>
        </p:txBody>
      </p:sp>
      <p:sp>
        <p:nvSpPr>
          <p:cNvPr id="46094" name="Text Box 23"/>
          <p:cNvSpPr txBox="1">
            <a:spLocks noChangeArrowheads="1"/>
          </p:cNvSpPr>
          <p:nvPr/>
        </p:nvSpPr>
        <p:spPr bwMode="auto">
          <a:xfrm>
            <a:off x="6066294" y="2432602"/>
            <a:ext cx="2006718" cy="2462213"/>
          </a:xfrm>
          <a:prstGeom prst="rect">
            <a:avLst/>
          </a:prstGeom>
          <a:solidFill>
            <a:srgbClr val="3399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lang="zh-CN" altLang="en-US" sz="2200" b="1" dirty="0">
                <a:solidFill>
                  <a:schemeClr val="tx2"/>
                </a:solidFill>
                <a:latin typeface="黑体" panose="02010609060101010101" pitchFamily="49" charset="-122"/>
                <a:ea typeface="黑体" panose="02010609060101010101" pitchFamily="49" charset="-122"/>
              </a:rPr>
              <a:t>建立团队</a:t>
            </a:r>
            <a:endParaRPr lang="zh-CN" altLang="en-US" sz="2200" b="1" dirty="0">
              <a:solidFill>
                <a:schemeClr val="tx2"/>
              </a:solidFill>
              <a:latin typeface="黑体" panose="02010609060101010101" pitchFamily="49" charset="-122"/>
              <a:ea typeface="黑体" panose="02010609060101010101" pitchFamily="49" charset="-122"/>
            </a:endParaRPr>
          </a:p>
          <a:p>
            <a:pPr algn="ctr" eaLnBrk="1" hangingPunct="1">
              <a:spcBef>
                <a:spcPct val="50000"/>
              </a:spcBef>
            </a:pPr>
            <a:r>
              <a:rPr lang="zh-CN" altLang="en-US" sz="2200" b="1" dirty="0">
                <a:solidFill>
                  <a:schemeClr val="tx2"/>
                </a:solidFill>
                <a:latin typeface="黑体" panose="02010609060101010101" pitchFamily="49" charset="-122"/>
                <a:ea typeface="黑体" panose="02010609060101010101" pitchFamily="49" charset="-122"/>
              </a:rPr>
              <a:t>开始实施</a:t>
            </a:r>
            <a:endParaRPr lang="zh-CN" altLang="en-US" sz="2200" b="1" dirty="0">
              <a:solidFill>
                <a:schemeClr val="tx2"/>
              </a:solidFill>
              <a:latin typeface="黑体" panose="02010609060101010101" pitchFamily="49" charset="-122"/>
              <a:ea typeface="黑体" panose="02010609060101010101" pitchFamily="49" charset="-122"/>
            </a:endParaRPr>
          </a:p>
          <a:p>
            <a:pPr algn="ctr" eaLnBrk="1" hangingPunct="1">
              <a:spcBef>
                <a:spcPct val="50000"/>
              </a:spcBef>
            </a:pPr>
            <a:r>
              <a:rPr lang="zh-CN" altLang="en-US" sz="2200" b="1" dirty="0">
                <a:solidFill>
                  <a:schemeClr val="tx2"/>
                </a:solidFill>
                <a:latin typeface="黑体" panose="02010609060101010101" pitchFamily="49" charset="-122"/>
                <a:ea typeface="黑体" panose="02010609060101010101" pitchFamily="49" charset="-122"/>
              </a:rPr>
              <a:t>监督实施</a:t>
            </a:r>
            <a:endParaRPr lang="zh-CN" altLang="en-US" sz="2200" b="1" dirty="0">
              <a:solidFill>
                <a:schemeClr val="tx2"/>
              </a:solidFill>
              <a:latin typeface="黑体" panose="02010609060101010101" pitchFamily="49" charset="-122"/>
              <a:ea typeface="黑体" panose="02010609060101010101" pitchFamily="49" charset="-122"/>
            </a:endParaRPr>
          </a:p>
          <a:p>
            <a:pPr algn="ctr" eaLnBrk="1" hangingPunct="1">
              <a:spcBef>
                <a:spcPct val="50000"/>
              </a:spcBef>
            </a:pPr>
            <a:r>
              <a:rPr lang="zh-CN" altLang="en-US" sz="2200" b="1" dirty="0">
                <a:solidFill>
                  <a:schemeClr val="tx2"/>
                </a:solidFill>
                <a:latin typeface="黑体" panose="02010609060101010101" pitchFamily="49" charset="-122"/>
                <a:ea typeface="黑体" panose="02010609060101010101" pitchFamily="49" charset="-122"/>
              </a:rPr>
              <a:t>变更管理</a:t>
            </a:r>
            <a:endParaRPr lang="zh-CN" altLang="en-US" sz="2200" b="1" dirty="0">
              <a:solidFill>
                <a:schemeClr val="tx2"/>
              </a:solidFill>
              <a:latin typeface="黑体" panose="02010609060101010101" pitchFamily="49" charset="-122"/>
              <a:ea typeface="黑体" panose="02010609060101010101" pitchFamily="49" charset="-122"/>
            </a:endParaRPr>
          </a:p>
          <a:p>
            <a:pPr algn="ctr" eaLnBrk="1" hangingPunct="1">
              <a:spcBef>
                <a:spcPct val="50000"/>
              </a:spcBef>
            </a:pPr>
            <a:r>
              <a:rPr lang="zh-CN" altLang="en-US" sz="2200" b="1" dirty="0">
                <a:solidFill>
                  <a:schemeClr val="tx2"/>
                </a:solidFill>
                <a:latin typeface="黑体" panose="02010609060101010101" pitchFamily="49" charset="-122"/>
                <a:ea typeface="黑体" panose="02010609060101010101" pitchFamily="49" charset="-122"/>
              </a:rPr>
              <a:t>完工总结</a:t>
            </a:r>
            <a:endParaRPr lang="zh-CN" altLang="en-US" sz="2000" b="1" dirty="0">
              <a:solidFill>
                <a:srgbClr val="000000"/>
              </a:solidFill>
              <a:latin typeface="黑体" panose="02010609060101010101" pitchFamily="49" charset="-122"/>
              <a:ea typeface="黑体" panose="02010609060101010101" pitchFamily="49" charset="-122"/>
            </a:endParaRPr>
          </a:p>
        </p:txBody>
      </p:sp>
      <p:sp>
        <p:nvSpPr>
          <p:cNvPr id="46091" name="Rectangle 26"/>
          <p:cNvSpPr>
            <a:spLocks noGrp="1" noChangeArrowheads="1"/>
          </p:cNvSpPr>
          <p:nvPr>
            <p:ph type="title"/>
          </p:nvPr>
        </p:nvSpPr>
        <p:spPr/>
        <p:txBody>
          <a:bodyPr/>
          <a:lstStyle/>
          <a:p>
            <a:pPr eaLnBrk="1" hangingPunct="1"/>
            <a:r>
              <a:rPr lang="zh-CN" altLang="en-US"/>
              <a:t>项目管理流程</a:t>
            </a:r>
            <a:endParaRPr lang="zh-CN" altLang="en-US"/>
          </a:p>
        </p:txBody>
      </p:sp>
      <p:sp>
        <p:nvSpPr>
          <p:cNvPr id="2" name="文本框 1"/>
          <p:cNvSpPr txBox="1"/>
          <p:nvPr/>
        </p:nvSpPr>
        <p:spPr>
          <a:xfrm>
            <a:off x="2257393" y="6110680"/>
            <a:ext cx="5391219" cy="307777"/>
          </a:xfrm>
          <a:prstGeom prst="rect">
            <a:avLst/>
          </a:prstGeom>
          <a:noFill/>
        </p:spPr>
        <p:txBody>
          <a:bodyPr wrap="none" rtlCol="0">
            <a:spAutoFit/>
          </a:bodyPr>
          <a:lstStyle/>
          <a:p>
            <a:pPr algn="ctr"/>
            <a:r>
              <a:rPr lang="zh-CN" altLang="en-US" sz="1400" i="1" dirty="0">
                <a:solidFill>
                  <a:schemeClr val="tx2">
                    <a:lumMod val="75000"/>
                  </a:schemeClr>
                </a:solidFill>
                <a:latin typeface="黑体" panose="02010609060101010101" pitchFamily="49" charset="-122"/>
                <a:ea typeface="黑体" panose="02010609060101010101" pitchFamily="49" charset="-122"/>
              </a:rPr>
              <a:t>一个简化的项目管理流程模型。图中颜色的含义：交通灯和海洋。</a:t>
            </a:r>
            <a:endParaRPr lang="zh-CN" altLang="en-US" sz="1400" i="1" dirty="0">
              <a:solidFill>
                <a:schemeClr val="tx2">
                  <a:lumMod val="75000"/>
                </a:schemeClr>
              </a:solidFill>
              <a:latin typeface="黑体" panose="02010609060101010101" pitchFamily="49" charset="-122"/>
              <a:ea typeface="黑体" panose="02010609060101010101" pitchFamily="49" charset="-122"/>
            </a:endParaRPr>
          </a:p>
        </p:txBody>
      </p:sp>
      <p:sp>
        <p:nvSpPr>
          <p:cNvPr id="4" name="灯片编号占位符 3"/>
          <p:cNvSpPr>
            <a:spLocks noGrp="1"/>
          </p:cNvSpPr>
          <p:nvPr>
            <p:ph type="sldNum" sz="quarter" idx="10"/>
          </p:nvPr>
        </p:nvSpPr>
        <p:spPr/>
        <p:txBody>
          <a:bodyPr/>
          <a:lstStyle/>
          <a:p>
            <a:pPr>
              <a:defRPr/>
            </a:pPr>
            <a:fld id="{A6A0D67D-9B30-457F-9874-1F92730590A0}" type="slidenum">
              <a:rPr lang="en-US" altLang="zh-CN" smtClean="0"/>
            </a:fld>
            <a:endParaRPr lang="en-US" altLang="zh-CN" dirty="0"/>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EEC8"/>
        </a:solidFill>
        <a:effectLst/>
      </p:bgPr>
    </p:bg>
    <p:spTree>
      <p:nvGrpSpPr>
        <p:cNvPr id="1" name=""/>
        <p:cNvGrpSpPr/>
        <p:nvPr/>
      </p:nvGrpSpPr>
      <p:grpSpPr>
        <a:xfrm>
          <a:off x="0" y="0"/>
          <a:ext cx="0" cy="0"/>
          <a:chOff x="0" y="0"/>
          <a:chExt cx="0" cy="0"/>
        </a:xfrm>
      </p:grpSpPr>
      <p:sp>
        <p:nvSpPr>
          <p:cNvPr id="66562" name="标题 1"/>
          <p:cNvSpPr>
            <a:spLocks noGrp="1" noChangeArrowheads="1"/>
          </p:cNvSpPr>
          <p:nvPr>
            <p:ph type="title"/>
          </p:nvPr>
        </p:nvSpPr>
        <p:spPr/>
        <p:txBody>
          <a:bodyPr/>
          <a:lstStyle/>
          <a:p>
            <a:r>
              <a:rPr lang="zh-CN" altLang="en-US"/>
              <a:t>知识点回顾</a:t>
            </a:r>
            <a:endParaRPr lang="zh-CN" altLang="en-US"/>
          </a:p>
        </p:txBody>
      </p:sp>
      <p:sp>
        <p:nvSpPr>
          <p:cNvPr id="66563" name="内容占位符 2"/>
          <p:cNvSpPr>
            <a:spLocks noGrp="1" noChangeArrowheads="1"/>
          </p:cNvSpPr>
          <p:nvPr>
            <p:ph idx="1"/>
          </p:nvPr>
        </p:nvSpPr>
        <p:spPr/>
        <p:txBody>
          <a:bodyPr/>
          <a:lstStyle/>
          <a:p>
            <a:r>
              <a:rPr lang="zh-CN" altLang="en-US" dirty="0"/>
              <a:t>流程的好处</a:t>
            </a:r>
            <a:endParaRPr lang="zh-CN" altLang="en-US" dirty="0"/>
          </a:p>
          <a:p>
            <a:r>
              <a:rPr lang="zh-CN" altLang="en-US" dirty="0"/>
              <a:t>交通灯和大海</a:t>
            </a:r>
            <a:endParaRPr lang="zh-CN" altLang="en-US" dirty="0"/>
          </a:p>
        </p:txBody>
      </p:sp>
      <p:sp>
        <p:nvSpPr>
          <p:cNvPr id="3" name="灯片编号占位符 2"/>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D9D2222-8541-46EA-AD3B-36A5E091B774}" type="slidenum">
              <a:rPr kumimoji="0" lang="en-US" altLang="zh-CN" sz="800" b="0" i="0" u="none" strike="noStrike" kern="1200" cap="none" spc="0" normalizeH="0" baseline="0" noProof="0" smtClean="0">
                <a:ln>
                  <a:noFill/>
                </a:ln>
                <a:solidFill>
                  <a:srgbClr val="5A93B6"/>
                </a:solidFill>
                <a:effectLst/>
                <a:uLnTx/>
                <a:uFillTx/>
                <a:latin typeface="Futura Bk" pitchFamily="34" charset="0"/>
                <a:ea typeface="宋体" panose="02010600030101010101" pitchFamily="2" charset="-122"/>
                <a:cs typeface="+mn-cs"/>
              </a:rPr>
            </a:fld>
            <a:endParaRPr kumimoji="0" lang="en-US" altLang="zh-CN" sz="800" b="0" i="0" u="none" strike="noStrike" kern="1200" cap="none" spc="0" normalizeH="0" baseline="0" noProof="0" dirty="0">
              <a:ln>
                <a:noFill/>
              </a:ln>
              <a:solidFill>
                <a:srgbClr val="5A93B6"/>
              </a:solidFill>
              <a:effectLst/>
              <a:uLnTx/>
              <a:uFillTx/>
              <a:latin typeface="Futura Bk" pitchFamily="34" charset="0"/>
              <a:ea typeface="宋体" panose="02010600030101010101" pitchFamily="2" charset="-122"/>
              <a:cs typeface="+mn-c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366713" y="195263"/>
            <a:ext cx="7943850" cy="822325"/>
          </a:xfrm>
        </p:spPr>
        <p:txBody>
          <a:bodyPr/>
          <a:lstStyle/>
          <a:p>
            <a:r>
              <a:rPr lang="zh-CN" altLang="en-US" dirty="0"/>
              <a:t>课程内容</a:t>
            </a:r>
            <a:endParaRPr lang="zh-CN" altLang="en-US" dirty="0"/>
          </a:p>
        </p:txBody>
      </p:sp>
      <p:graphicFrame>
        <p:nvGraphicFramePr>
          <p:cNvPr id="5" name="内容占位符 4"/>
          <p:cNvGraphicFramePr>
            <a:graphicFrameLocks noGrp="1"/>
          </p:cNvGraphicFramePr>
          <p:nvPr>
            <p:ph sz="half" idx="1"/>
          </p:nvPr>
        </p:nvGraphicFramePr>
        <p:xfrm>
          <a:off x="365125" y="1273175"/>
          <a:ext cx="4470400" cy="52705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graphicFrame>
        <p:nvGraphicFramePr>
          <p:cNvPr id="8" name="内容占位符 7"/>
          <p:cNvGraphicFramePr>
            <a:graphicFrameLocks noGrp="1"/>
          </p:cNvGraphicFramePr>
          <p:nvPr>
            <p:ph sz="half" idx="2"/>
          </p:nvPr>
        </p:nvGraphicFramePr>
        <p:xfrm>
          <a:off x="4987925" y="1273175"/>
          <a:ext cx="4470400" cy="527050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11" name="灯片编号占位符 10"/>
          <p:cNvSpPr>
            <a:spLocks noGrp="1"/>
          </p:cNvSpPr>
          <p:nvPr>
            <p:ph type="sldNum" sz="quarter" idx="10"/>
          </p:nvPr>
        </p:nvSpPr>
        <p:spPr/>
        <p:txBody>
          <a:bodyPr/>
          <a:lstStyle/>
          <a:p>
            <a:pPr>
              <a:defRPr/>
            </a:pPr>
            <a:fld id="{ADA0D315-17C2-4F0F-B1C6-8BF8415BD984}" type="slidenum">
              <a:rPr lang="en-US" altLang="zh-CN" smtClean="0"/>
            </a:fld>
            <a:endParaRPr lang="en-US" altLang="zh-CN" dirty="0"/>
          </a:p>
        </p:txBody>
      </p:sp>
      <p:sp>
        <p:nvSpPr>
          <p:cNvPr id="2" name="文本框 1"/>
          <p:cNvSpPr txBox="1"/>
          <p:nvPr/>
        </p:nvSpPr>
        <p:spPr>
          <a:xfrm>
            <a:off x="4021455" y="4227830"/>
            <a:ext cx="814070" cy="646331"/>
          </a:xfrm>
          <a:prstGeom prst="rect">
            <a:avLst/>
          </a:prstGeom>
          <a:noFill/>
        </p:spPr>
        <p:txBody>
          <a:bodyPr wrap="square" rtlCol="0">
            <a:spAutoFit/>
          </a:bodyPr>
          <a:lstStyle/>
          <a:p>
            <a:r>
              <a:rPr lang="zh-CN" altLang="en-US" sz="3600" dirty="0"/>
              <a:t>👈</a:t>
            </a:r>
            <a:endParaRPr lang="zh-CN" altLang="en-US" sz="3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pSp>
        <p:nvGrpSpPr>
          <p:cNvPr id="48131" name="Group 19"/>
          <p:cNvGrpSpPr/>
          <p:nvPr/>
        </p:nvGrpSpPr>
        <p:grpSpPr bwMode="auto">
          <a:xfrm>
            <a:off x="996950" y="2185988"/>
            <a:ext cx="2173288" cy="3303587"/>
            <a:chOff x="580" y="1005"/>
            <a:chExt cx="1369" cy="2081"/>
          </a:xfrm>
        </p:grpSpPr>
        <p:sp>
          <p:nvSpPr>
            <p:cNvPr id="48135" name="Rectangle 4"/>
            <p:cNvSpPr>
              <a:spLocks noChangeArrowheads="1"/>
            </p:cNvSpPr>
            <p:nvPr/>
          </p:nvSpPr>
          <p:spPr bwMode="auto">
            <a:xfrm>
              <a:off x="580" y="1005"/>
              <a:ext cx="1369" cy="2081"/>
            </a:xfrm>
            <a:prstGeom prst="rect">
              <a:avLst/>
            </a:prstGeom>
            <a:solidFill>
              <a:srgbClr val="FF0000"/>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48136" name="Text Box 7"/>
            <p:cNvSpPr txBox="1">
              <a:spLocks noChangeArrowheads="1"/>
            </p:cNvSpPr>
            <p:nvPr/>
          </p:nvSpPr>
          <p:spPr bwMode="auto">
            <a:xfrm>
              <a:off x="767" y="1137"/>
              <a:ext cx="957" cy="28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r>
                <a:rPr lang="zh-CN" altLang="en-US" b="1" dirty="0">
                  <a:solidFill>
                    <a:srgbClr val="000000"/>
                  </a:solidFill>
                  <a:latin typeface="楷体" panose="02010609060101010101" pitchFamily="49" charset="-122"/>
                  <a:ea typeface="黑体" panose="02010609060101010101" pitchFamily="49" charset="-122"/>
                </a:rPr>
                <a:t>启动阶段</a:t>
              </a:r>
              <a:endParaRPr lang="zh-CN" altLang="en-US" b="1" u="sng" dirty="0">
                <a:solidFill>
                  <a:schemeClr val="tx2"/>
                </a:solidFill>
                <a:latin typeface="楷体" panose="02010609060101010101" pitchFamily="49" charset="-122"/>
                <a:ea typeface="黑体" panose="02010609060101010101" pitchFamily="49" charset="-122"/>
              </a:endParaRPr>
            </a:p>
          </p:txBody>
        </p:sp>
        <p:sp>
          <p:nvSpPr>
            <p:cNvPr id="48137" name="Text Box 10"/>
            <p:cNvSpPr txBox="1">
              <a:spLocks noChangeArrowheads="1"/>
            </p:cNvSpPr>
            <p:nvPr/>
          </p:nvSpPr>
          <p:spPr bwMode="auto">
            <a:xfrm>
              <a:off x="634" y="1631"/>
              <a:ext cx="1265" cy="122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lang="zh-CN" altLang="en-US" sz="2200" b="1" dirty="0">
                  <a:solidFill>
                    <a:schemeClr val="tx2"/>
                  </a:solidFill>
                  <a:latin typeface="楷体" panose="02010609060101010101" pitchFamily="49" charset="-122"/>
                  <a:ea typeface="黑体" panose="02010609060101010101" pitchFamily="49" charset="-122"/>
                </a:rPr>
                <a:t>定义项目</a:t>
              </a:r>
              <a:endParaRPr lang="zh-CN" altLang="en-US" sz="2200" b="1" dirty="0">
                <a:solidFill>
                  <a:schemeClr val="tx2"/>
                </a:solidFill>
                <a:latin typeface="楷体" panose="02010609060101010101" pitchFamily="49" charset="-122"/>
                <a:ea typeface="黑体" panose="02010609060101010101" pitchFamily="49" charset="-122"/>
              </a:endParaRPr>
            </a:p>
            <a:p>
              <a:pPr algn="ctr" eaLnBrk="1" hangingPunct="1">
                <a:spcBef>
                  <a:spcPct val="50000"/>
                </a:spcBef>
              </a:pPr>
              <a:r>
                <a:rPr lang="zh-CN" altLang="en-US" sz="2200" b="1" dirty="0">
                  <a:solidFill>
                    <a:schemeClr val="tx2"/>
                  </a:solidFill>
                  <a:latin typeface="楷体" panose="02010609060101010101" pitchFamily="49" charset="-122"/>
                  <a:ea typeface="黑体" panose="02010609060101010101" pitchFamily="49" charset="-122"/>
                </a:rPr>
                <a:t>制定项目目标</a:t>
              </a:r>
              <a:endParaRPr lang="zh-CN" altLang="en-US" sz="2200" b="1" dirty="0">
                <a:solidFill>
                  <a:schemeClr val="tx2"/>
                </a:solidFill>
                <a:latin typeface="楷体" panose="02010609060101010101" pitchFamily="49" charset="-122"/>
                <a:ea typeface="黑体" panose="02010609060101010101" pitchFamily="49" charset="-122"/>
              </a:endParaRPr>
            </a:p>
            <a:p>
              <a:pPr algn="ctr" eaLnBrk="1" hangingPunct="1">
                <a:spcBef>
                  <a:spcPct val="50000"/>
                </a:spcBef>
              </a:pPr>
              <a:r>
                <a:rPr lang="zh-CN" altLang="en-US" sz="2200" b="1" dirty="0">
                  <a:solidFill>
                    <a:schemeClr val="tx2"/>
                  </a:solidFill>
                  <a:latin typeface="楷体" panose="02010609060101010101" pitchFamily="49" charset="-122"/>
                  <a:ea typeface="黑体" panose="02010609060101010101" pitchFamily="49" charset="-122"/>
                </a:rPr>
                <a:t>工作分解结构</a:t>
              </a:r>
              <a:endParaRPr lang="zh-CN" altLang="en-US" sz="2200" b="1" dirty="0">
                <a:solidFill>
                  <a:schemeClr val="tx2"/>
                </a:solidFill>
                <a:latin typeface="楷体" panose="02010609060101010101" pitchFamily="49" charset="-122"/>
                <a:ea typeface="黑体" panose="02010609060101010101" pitchFamily="49" charset="-122"/>
              </a:endParaRPr>
            </a:p>
            <a:p>
              <a:pPr algn="ctr" eaLnBrk="1" hangingPunct="1">
                <a:spcBef>
                  <a:spcPct val="50000"/>
                </a:spcBef>
              </a:pPr>
              <a:r>
                <a:rPr lang="zh-CN" altLang="en-US" sz="2200" b="1" dirty="0">
                  <a:solidFill>
                    <a:schemeClr val="tx2"/>
                  </a:solidFill>
                  <a:latin typeface="楷体" panose="02010609060101010101" pitchFamily="49" charset="-122"/>
                  <a:ea typeface="黑体" panose="02010609060101010101" pitchFamily="49" charset="-122"/>
                </a:rPr>
                <a:t>核算资源成本</a:t>
              </a:r>
              <a:endParaRPr lang="zh-CN" altLang="en-US" sz="2000" b="1" dirty="0">
                <a:solidFill>
                  <a:srgbClr val="000000"/>
                </a:solidFill>
                <a:latin typeface="楷体" panose="02010609060101010101" pitchFamily="49" charset="-122"/>
                <a:ea typeface="黑体" panose="02010609060101010101" pitchFamily="49" charset="-122"/>
              </a:endParaRPr>
            </a:p>
          </p:txBody>
        </p:sp>
      </p:grpSp>
      <p:sp>
        <p:nvSpPr>
          <p:cNvPr id="488470" name="Text Box 22"/>
          <p:cNvSpPr txBox="1">
            <a:spLocks noChangeArrowheads="1"/>
          </p:cNvSpPr>
          <p:nvPr/>
        </p:nvSpPr>
        <p:spPr bwMode="auto">
          <a:xfrm>
            <a:off x="3467101" y="2419351"/>
            <a:ext cx="5541963" cy="433387"/>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nSpc>
                <a:spcPct val="80000"/>
              </a:lnSpc>
              <a:spcBef>
                <a:spcPct val="50000"/>
              </a:spcBef>
            </a:pPr>
            <a:r>
              <a:rPr lang="zh-CN" altLang="en-US" sz="2800" b="1" dirty="0">
                <a:solidFill>
                  <a:srgbClr val="000000"/>
                </a:solidFill>
                <a:latin typeface="楷体" panose="02010609060101010101" pitchFamily="49" charset="-122"/>
                <a:ea typeface="黑体" panose="02010609060101010101" pitchFamily="49" charset="-122"/>
              </a:rPr>
              <a:t>阐明一个项目要达到的目的和要求</a:t>
            </a:r>
            <a:endParaRPr lang="zh-CN" altLang="en-US" sz="1800" dirty="0">
              <a:latin typeface="Futura Lt" pitchFamily="34" charset="0"/>
              <a:ea typeface="黑体" panose="02010609060101010101" pitchFamily="49" charset="-122"/>
            </a:endParaRPr>
          </a:p>
        </p:txBody>
      </p:sp>
      <p:sp>
        <p:nvSpPr>
          <p:cNvPr id="488471" name="Text Box 23"/>
          <p:cNvSpPr txBox="1">
            <a:spLocks noChangeArrowheads="1"/>
          </p:cNvSpPr>
          <p:nvPr/>
        </p:nvSpPr>
        <p:spPr bwMode="auto">
          <a:xfrm>
            <a:off x="3503613" y="4708525"/>
            <a:ext cx="3395662" cy="641350"/>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spcBef>
                <a:spcPct val="50000"/>
              </a:spcBef>
            </a:pPr>
            <a:r>
              <a:rPr lang="zh-CN" altLang="en-US" sz="3600" b="1">
                <a:solidFill>
                  <a:srgbClr val="000000"/>
                </a:solidFill>
                <a:latin typeface="楷体" panose="02010609060101010101" pitchFamily="49" charset="-122"/>
                <a:ea typeface="黑体" panose="02010609060101010101" pitchFamily="49" charset="-122"/>
              </a:rPr>
              <a:t>确保项目的价值</a:t>
            </a:r>
            <a:endParaRPr lang="zh-CN" altLang="en-US" sz="3600">
              <a:solidFill>
                <a:srgbClr val="000000"/>
              </a:solidFill>
              <a:latin typeface="楷体" panose="02010609060101010101" pitchFamily="49" charset="-122"/>
              <a:ea typeface="黑体" panose="02010609060101010101" pitchFamily="49" charset="-122"/>
            </a:endParaRPr>
          </a:p>
        </p:txBody>
      </p:sp>
      <p:sp>
        <p:nvSpPr>
          <p:cNvPr id="48134" name="Rectangle 26"/>
          <p:cNvSpPr>
            <a:spLocks noGrp="1" noChangeArrowheads="1"/>
          </p:cNvSpPr>
          <p:nvPr>
            <p:ph type="title"/>
          </p:nvPr>
        </p:nvSpPr>
        <p:spPr/>
        <p:txBody>
          <a:bodyPr/>
          <a:lstStyle/>
          <a:p>
            <a:pPr eaLnBrk="1" hangingPunct="1"/>
            <a:r>
              <a:rPr lang="zh-CN" altLang="en-US" dirty="0"/>
              <a:t>启动阶段</a:t>
            </a:r>
            <a:endParaRPr lang="zh-CN" altLang="en-US" dirty="0"/>
          </a:p>
        </p:txBody>
      </p:sp>
      <p:sp>
        <p:nvSpPr>
          <p:cNvPr id="3" name="灯片编号占位符 2"/>
          <p:cNvSpPr>
            <a:spLocks noGrp="1"/>
          </p:cNvSpPr>
          <p:nvPr>
            <p:ph type="sldNum" sz="quarter" idx="10"/>
          </p:nvPr>
        </p:nvSpPr>
        <p:spPr/>
        <p:txBody>
          <a:bodyPr/>
          <a:lstStyle/>
          <a:p>
            <a:pPr>
              <a:defRPr/>
            </a:pPr>
            <a:fld id="{A6A0D67D-9B30-457F-9874-1F92730590A0}" type="slidenum">
              <a:rPr lang="en-US" altLang="zh-CN" smtClean="0"/>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88470"/>
                                        </p:tgtEl>
                                        <p:attrNameLst>
                                          <p:attrName>style.visibility</p:attrName>
                                        </p:attrNameLst>
                                      </p:cBhvr>
                                      <p:to>
                                        <p:strVal val="visible"/>
                                      </p:to>
                                    </p:set>
                                    <p:anim calcmode="lin" valueType="num">
                                      <p:cBhvr additive="base">
                                        <p:cTn id="7" dur="500" fill="hold"/>
                                        <p:tgtEl>
                                          <p:spTgt spid="488470"/>
                                        </p:tgtEl>
                                        <p:attrNameLst>
                                          <p:attrName>ppt_x</p:attrName>
                                        </p:attrNameLst>
                                      </p:cBhvr>
                                      <p:tavLst>
                                        <p:tav tm="0">
                                          <p:val>
                                            <p:strVal val="0-#ppt_w/2"/>
                                          </p:val>
                                        </p:tav>
                                        <p:tav tm="100000">
                                          <p:val>
                                            <p:strVal val="#ppt_x"/>
                                          </p:val>
                                        </p:tav>
                                      </p:tavLst>
                                    </p:anim>
                                    <p:anim calcmode="lin" valueType="num">
                                      <p:cBhvr additive="base">
                                        <p:cTn id="8" dur="500" fill="hold"/>
                                        <p:tgtEl>
                                          <p:spTgt spid="48847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488471"/>
                                        </p:tgtEl>
                                        <p:attrNameLst>
                                          <p:attrName>style.visibility</p:attrName>
                                        </p:attrNameLst>
                                      </p:cBhvr>
                                      <p:to>
                                        <p:strVal val="visible"/>
                                      </p:to>
                                    </p:set>
                                    <p:anim calcmode="lin" valueType="num">
                                      <p:cBhvr additive="base">
                                        <p:cTn id="13" dur="500" fill="hold"/>
                                        <p:tgtEl>
                                          <p:spTgt spid="488471"/>
                                        </p:tgtEl>
                                        <p:attrNameLst>
                                          <p:attrName>ppt_x</p:attrName>
                                        </p:attrNameLst>
                                      </p:cBhvr>
                                      <p:tavLst>
                                        <p:tav tm="0">
                                          <p:val>
                                            <p:strVal val="0-#ppt_w/2"/>
                                          </p:val>
                                        </p:tav>
                                        <p:tav tm="100000">
                                          <p:val>
                                            <p:strVal val="#ppt_x"/>
                                          </p:val>
                                        </p:tav>
                                      </p:tavLst>
                                    </p:anim>
                                    <p:anim calcmode="lin" valueType="num">
                                      <p:cBhvr additive="base">
                                        <p:cTn id="14" dur="500" fill="hold"/>
                                        <p:tgtEl>
                                          <p:spTgt spid="48847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8470" grpId="0" autoUpdateAnimBg="0"/>
      <p:bldP spid="488471"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grpSp>
        <p:nvGrpSpPr>
          <p:cNvPr id="50179" name="Group 2"/>
          <p:cNvGrpSpPr/>
          <p:nvPr/>
        </p:nvGrpSpPr>
        <p:grpSpPr bwMode="auto">
          <a:xfrm>
            <a:off x="996950" y="2185988"/>
            <a:ext cx="2173288" cy="3303587"/>
            <a:chOff x="580" y="1005"/>
            <a:chExt cx="1369" cy="2081"/>
          </a:xfrm>
        </p:grpSpPr>
        <p:sp>
          <p:nvSpPr>
            <p:cNvPr id="50183" name="Rectangle 3"/>
            <p:cNvSpPr>
              <a:spLocks noChangeArrowheads="1"/>
            </p:cNvSpPr>
            <p:nvPr/>
          </p:nvSpPr>
          <p:spPr bwMode="auto">
            <a:xfrm>
              <a:off x="580" y="1005"/>
              <a:ext cx="1369" cy="2081"/>
            </a:xfrm>
            <a:prstGeom prst="rect">
              <a:avLst/>
            </a:prstGeom>
            <a:solidFill>
              <a:srgbClr val="FF0000"/>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50184" name="Text Box 4"/>
            <p:cNvSpPr txBox="1">
              <a:spLocks noChangeArrowheads="1"/>
            </p:cNvSpPr>
            <p:nvPr/>
          </p:nvSpPr>
          <p:spPr bwMode="auto">
            <a:xfrm>
              <a:off x="767" y="1137"/>
              <a:ext cx="957" cy="28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r>
                <a:rPr lang="zh-CN" altLang="en-US" b="1" u="sng" dirty="0">
                  <a:solidFill>
                    <a:schemeClr val="tx2"/>
                  </a:solidFill>
                  <a:latin typeface="黑体" panose="02010609060101010101" pitchFamily="49" charset="-122"/>
                  <a:ea typeface="黑体" panose="02010609060101010101" pitchFamily="49" charset="-122"/>
                </a:rPr>
                <a:t>启动阶段</a:t>
              </a:r>
              <a:endParaRPr lang="zh-CN" altLang="en-US" b="1" u="sng" dirty="0">
                <a:solidFill>
                  <a:schemeClr val="tx2"/>
                </a:solidFill>
                <a:latin typeface="黑体" panose="02010609060101010101" pitchFamily="49" charset="-122"/>
                <a:ea typeface="黑体" panose="02010609060101010101" pitchFamily="49" charset="-122"/>
              </a:endParaRPr>
            </a:p>
          </p:txBody>
        </p:sp>
        <p:sp>
          <p:nvSpPr>
            <p:cNvPr id="50185" name="Text Box 5"/>
            <p:cNvSpPr txBox="1">
              <a:spLocks noChangeArrowheads="1"/>
            </p:cNvSpPr>
            <p:nvPr/>
          </p:nvSpPr>
          <p:spPr bwMode="auto">
            <a:xfrm>
              <a:off x="634" y="1631"/>
              <a:ext cx="1265" cy="122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lang="zh-CN" altLang="en-US" sz="2200" b="1" dirty="0">
                  <a:solidFill>
                    <a:srgbClr val="000000"/>
                  </a:solidFill>
                  <a:latin typeface="黑体" panose="02010609060101010101" pitchFamily="49" charset="-122"/>
                  <a:ea typeface="黑体" panose="02010609060101010101" pitchFamily="49" charset="-122"/>
                </a:rPr>
                <a:t>定义项目</a:t>
              </a:r>
              <a:endParaRPr lang="zh-CN" altLang="en-US" sz="2200" b="1" dirty="0">
                <a:solidFill>
                  <a:srgbClr val="000000"/>
                </a:solidFill>
                <a:latin typeface="黑体" panose="02010609060101010101" pitchFamily="49" charset="-122"/>
                <a:ea typeface="黑体" panose="02010609060101010101" pitchFamily="49" charset="-122"/>
              </a:endParaRPr>
            </a:p>
            <a:p>
              <a:pPr algn="ctr" eaLnBrk="1" hangingPunct="1">
                <a:spcBef>
                  <a:spcPct val="50000"/>
                </a:spcBef>
              </a:pPr>
              <a:r>
                <a:rPr lang="zh-CN" altLang="en-US" sz="2200" b="1" dirty="0">
                  <a:solidFill>
                    <a:schemeClr val="tx2"/>
                  </a:solidFill>
                  <a:latin typeface="黑体" panose="02010609060101010101" pitchFamily="49" charset="-122"/>
                  <a:ea typeface="黑体" panose="02010609060101010101" pitchFamily="49" charset="-122"/>
                </a:rPr>
                <a:t>制定项目目标</a:t>
              </a:r>
              <a:endParaRPr lang="zh-CN" altLang="en-US" sz="2200" b="1" dirty="0">
                <a:solidFill>
                  <a:schemeClr val="tx2"/>
                </a:solidFill>
                <a:latin typeface="黑体" panose="02010609060101010101" pitchFamily="49" charset="-122"/>
                <a:ea typeface="黑体" panose="02010609060101010101" pitchFamily="49" charset="-122"/>
              </a:endParaRPr>
            </a:p>
            <a:p>
              <a:pPr algn="ctr" eaLnBrk="1" hangingPunct="1">
                <a:spcBef>
                  <a:spcPct val="50000"/>
                </a:spcBef>
              </a:pPr>
              <a:r>
                <a:rPr lang="zh-CN" altLang="en-US" sz="2200" b="1" dirty="0">
                  <a:solidFill>
                    <a:schemeClr val="tx2"/>
                  </a:solidFill>
                  <a:latin typeface="黑体" panose="02010609060101010101" pitchFamily="49" charset="-122"/>
                  <a:ea typeface="黑体" panose="02010609060101010101" pitchFamily="49" charset="-122"/>
                </a:rPr>
                <a:t>工作分解结构</a:t>
              </a:r>
              <a:endParaRPr lang="zh-CN" altLang="en-US" sz="2200" b="1" dirty="0">
                <a:solidFill>
                  <a:schemeClr val="tx2"/>
                </a:solidFill>
                <a:latin typeface="黑体" panose="02010609060101010101" pitchFamily="49" charset="-122"/>
                <a:ea typeface="黑体" panose="02010609060101010101" pitchFamily="49" charset="-122"/>
              </a:endParaRPr>
            </a:p>
            <a:p>
              <a:pPr algn="ctr" eaLnBrk="1" hangingPunct="1">
                <a:spcBef>
                  <a:spcPct val="50000"/>
                </a:spcBef>
              </a:pPr>
              <a:r>
                <a:rPr lang="zh-CN" altLang="en-US" sz="2200" b="1" dirty="0">
                  <a:solidFill>
                    <a:schemeClr val="tx2"/>
                  </a:solidFill>
                  <a:latin typeface="黑体" panose="02010609060101010101" pitchFamily="49" charset="-122"/>
                  <a:ea typeface="黑体" panose="02010609060101010101" pitchFamily="49" charset="-122"/>
                </a:rPr>
                <a:t>核算资源成本</a:t>
              </a:r>
              <a:endParaRPr lang="zh-CN" altLang="en-US" sz="2000" b="1" dirty="0">
                <a:solidFill>
                  <a:srgbClr val="000000"/>
                </a:solidFill>
                <a:latin typeface="黑体" panose="02010609060101010101" pitchFamily="49" charset="-122"/>
                <a:ea typeface="黑体" panose="02010609060101010101" pitchFamily="49" charset="-122"/>
              </a:endParaRPr>
            </a:p>
          </p:txBody>
        </p:sp>
      </p:grpSp>
      <p:sp>
        <p:nvSpPr>
          <p:cNvPr id="496650" name="Text Box 10"/>
          <p:cNvSpPr txBox="1">
            <a:spLocks noChangeArrowheads="1"/>
          </p:cNvSpPr>
          <p:nvPr/>
        </p:nvSpPr>
        <p:spPr bwMode="auto">
          <a:xfrm>
            <a:off x="3811588" y="4626015"/>
            <a:ext cx="4191818" cy="1107996"/>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nSpc>
                <a:spcPct val="75000"/>
              </a:lnSpc>
              <a:spcBef>
                <a:spcPct val="50000"/>
              </a:spcBef>
            </a:pPr>
            <a:r>
              <a:rPr lang="zh-CN" altLang="en-US" b="1" dirty="0">
                <a:solidFill>
                  <a:srgbClr val="000000"/>
                </a:solidFill>
                <a:latin typeface="黑体" panose="02010609060101010101" pitchFamily="49" charset="-122"/>
                <a:ea typeface="黑体" panose="02010609060101010101" pitchFamily="49" charset="-122"/>
              </a:rPr>
              <a:t>用一个陈述句描述</a:t>
            </a:r>
            <a:endParaRPr lang="zh-CN" altLang="en-US" b="1" dirty="0">
              <a:solidFill>
                <a:srgbClr val="000000"/>
              </a:solidFill>
              <a:latin typeface="黑体" panose="02010609060101010101" pitchFamily="49" charset="-122"/>
              <a:ea typeface="黑体" panose="02010609060101010101" pitchFamily="49" charset="-122"/>
            </a:endParaRPr>
          </a:p>
          <a:p>
            <a:pPr>
              <a:lnSpc>
                <a:spcPct val="75000"/>
              </a:lnSpc>
              <a:spcBef>
                <a:spcPct val="50000"/>
              </a:spcBef>
            </a:pPr>
            <a:r>
              <a:rPr lang="zh-CN" altLang="en-US" dirty="0">
                <a:solidFill>
                  <a:srgbClr val="000000"/>
                </a:solidFill>
                <a:latin typeface="黑体" panose="02010609060101010101" pitchFamily="49" charset="-122"/>
                <a:ea typeface="黑体" panose="02010609060101010101" pitchFamily="49" charset="-122"/>
              </a:rPr>
              <a:t>总体目标,时间和</a:t>
            </a:r>
            <a:r>
              <a:rPr lang="zh-CN" altLang="en-US" dirty="0">
                <a:solidFill>
                  <a:schemeClr val="bg1">
                    <a:lumMod val="60000"/>
                    <a:lumOff val="40000"/>
                  </a:schemeClr>
                </a:solidFill>
                <a:latin typeface="黑体" panose="02010609060101010101" pitchFamily="49" charset="-122"/>
                <a:ea typeface="黑体" panose="02010609060101010101" pitchFamily="49" charset="-122"/>
              </a:rPr>
              <a:t>费用(可选)</a:t>
            </a:r>
            <a:endParaRPr lang="zh-CN" altLang="en-US" sz="3600" dirty="0">
              <a:solidFill>
                <a:schemeClr val="bg1">
                  <a:lumMod val="60000"/>
                  <a:lumOff val="40000"/>
                </a:schemeClr>
              </a:solidFill>
              <a:latin typeface="黑体" panose="02010609060101010101" pitchFamily="49" charset="-122"/>
              <a:ea typeface="黑体" panose="02010609060101010101" pitchFamily="49" charset="-122"/>
            </a:endParaRPr>
          </a:p>
          <a:p>
            <a:endParaRPr lang="zh-CN" altLang="en-US" sz="1800" dirty="0">
              <a:latin typeface="黑体" panose="02010609060101010101" pitchFamily="49" charset="-122"/>
              <a:ea typeface="黑体" panose="02010609060101010101" pitchFamily="49" charset="-122"/>
            </a:endParaRPr>
          </a:p>
        </p:txBody>
      </p:sp>
      <p:sp>
        <p:nvSpPr>
          <p:cNvPr id="496651" name="Text Box 11"/>
          <p:cNvSpPr txBox="1">
            <a:spLocks noChangeArrowheads="1"/>
          </p:cNvSpPr>
          <p:nvPr/>
        </p:nvSpPr>
        <p:spPr bwMode="auto">
          <a:xfrm>
            <a:off x="6080125" y="2082800"/>
            <a:ext cx="2928938" cy="1552575"/>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r"/>
            <a:r>
              <a:rPr lang="zh-CN" altLang="en-US">
                <a:solidFill>
                  <a:srgbClr val="000000"/>
                </a:solidFill>
                <a:latin typeface="黑体" panose="02010609060101010101" pitchFamily="49" charset="-122"/>
                <a:ea typeface="黑体" panose="02010609060101010101" pitchFamily="49" charset="-122"/>
              </a:rPr>
              <a:t>这是一个什么项目 ?</a:t>
            </a:r>
            <a:endParaRPr lang="zh-CN" altLang="en-US">
              <a:solidFill>
                <a:srgbClr val="000000"/>
              </a:solidFill>
              <a:latin typeface="黑体" panose="02010609060101010101" pitchFamily="49" charset="-122"/>
              <a:ea typeface="黑体" panose="02010609060101010101" pitchFamily="49" charset="-122"/>
            </a:endParaRPr>
          </a:p>
          <a:p>
            <a:pPr algn="r"/>
            <a:r>
              <a:rPr lang="zh-CN" altLang="en-US">
                <a:solidFill>
                  <a:srgbClr val="000000"/>
                </a:solidFill>
                <a:latin typeface="黑体" panose="02010609060101010101" pitchFamily="49" charset="-122"/>
                <a:ea typeface="黑体" panose="02010609060101010101" pitchFamily="49" charset="-122"/>
              </a:rPr>
              <a:t>为什么做 ?</a:t>
            </a:r>
            <a:endParaRPr lang="zh-CN" altLang="en-US">
              <a:solidFill>
                <a:srgbClr val="000000"/>
              </a:solidFill>
              <a:latin typeface="黑体" panose="02010609060101010101" pitchFamily="49" charset="-122"/>
              <a:ea typeface="黑体" panose="02010609060101010101" pitchFamily="49" charset="-122"/>
            </a:endParaRPr>
          </a:p>
          <a:p>
            <a:pPr algn="r"/>
            <a:r>
              <a:rPr lang="zh-CN" altLang="en-US">
                <a:solidFill>
                  <a:srgbClr val="000000"/>
                </a:solidFill>
                <a:latin typeface="黑体" panose="02010609060101010101" pitchFamily="49" charset="-122"/>
                <a:ea typeface="黑体" panose="02010609060101010101" pitchFamily="49" charset="-122"/>
              </a:rPr>
              <a:t>什么时候结束 ?</a:t>
            </a:r>
            <a:endParaRPr lang="zh-CN" altLang="en-US">
              <a:solidFill>
                <a:srgbClr val="000000"/>
              </a:solidFill>
              <a:latin typeface="黑体" panose="02010609060101010101" pitchFamily="49" charset="-122"/>
              <a:ea typeface="黑体" panose="02010609060101010101" pitchFamily="49" charset="-122"/>
            </a:endParaRPr>
          </a:p>
          <a:p>
            <a:pPr algn="r"/>
            <a:r>
              <a:rPr lang="zh-CN" altLang="en-US">
                <a:solidFill>
                  <a:srgbClr val="000000"/>
                </a:solidFill>
                <a:latin typeface="黑体" panose="02010609060101010101" pitchFamily="49" charset="-122"/>
                <a:ea typeface="黑体" panose="02010609060101010101" pitchFamily="49" charset="-122"/>
              </a:rPr>
              <a:t>费用会是多少 ?</a:t>
            </a:r>
            <a:endParaRPr lang="zh-CN" altLang="en-US">
              <a:solidFill>
                <a:srgbClr val="000000"/>
              </a:solidFill>
              <a:latin typeface="黑体" panose="02010609060101010101" pitchFamily="49" charset="-122"/>
              <a:ea typeface="黑体" panose="02010609060101010101" pitchFamily="49" charset="-122"/>
            </a:endParaRPr>
          </a:p>
        </p:txBody>
      </p:sp>
      <p:sp>
        <p:nvSpPr>
          <p:cNvPr id="50182" name="Rectangle 20"/>
          <p:cNvSpPr>
            <a:spLocks noGrp="1" noChangeArrowheads="1"/>
          </p:cNvSpPr>
          <p:nvPr>
            <p:ph type="title"/>
          </p:nvPr>
        </p:nvSpPr>
        <p:spPr/>
        <p:txBody>
          <a:bodyPr/>
          <a:lstStyle/>
          <a:p>
            <a:pPr eaLnBrk="1" hangingPunct="1"/>
            <a:r>
              <a:rPr lang="zh-CN" altLang="en-US" sz="3200" dirty="0"/>
              <a:t>定义项目</a:t>
            </a:r>
            <a:br>
              <a:rPr lang="zh-CN" altLang="en-US" sz="3200" dirty="0"/>
            </a:br>
            <a:r>
              <a:rPr lang="en-US" altLang="zh-CN" sz="2400" dirty="0">
                <a:latin typeface="Arial" panose="020B0604020202020204" pitchFamily="34" charset="0"/>
              </a:rPr>
              <a:t>——</a:t>
            </a:r>
            <a:r>
              <a:rPr lang="zh-CN" altLang="en-US" sz="2400" dirty="0"/>
              <a:t>明确项目的目的和范围</a:t>
            </a:r>
            <a:endParaRPr lang="zh-CN" altLang="en-US" sz="2400" dirty="0"/>
          </a:p>
        </p:txBody>
      </p:sp>
      <p:sp>
        <p:nvSpPr>
          <p:cNvPr id="3" name="灯片编号占位符 2"/>
          <p:cNvSpPr>
            <a:spLocks noGrp="1"/>
          </p:cNvSpPr>
          <p:nvPr>
            <p:ph type="sldNum" sz="quarter" idx="10"/>
          </p:nvPr>
        </p:nvSpPr>
        <p:spPr/>
        <p:txBody>
          <a:bodyPr/>
          <a:lstStyle/>
          <a:p>
            <a:pPr>
              <a:defRPr/>
            </a:pPr>
            <a:fld id="{A6A0D67D-9B30-457F-9874-1F92730590A0}" type="slidenum">
              <a:rPr lang="en-US" altLang="zh-CN" smtClean="0"/>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96651"/>
                                        </p:tgtEl>
                                        <p:attrNameLst>
                                          <p:attrName>style.visibility</p:attrName>
                                        </p:attrNameLst>
                                      </p:cBhvr>
                                      <p:to>
                                        <p:strVal val="visible"/>
                                      </p:to>
                                    </p:set>
                                    <p:anim calcmode="lin" valueType="num">
                                      <p:cBhvr additive="base">
                                        <p:cTn id="7" dur="500" fill="hold"/>
                                        <p:tgtEl>
                                          <p:spTgt spid="496651"/>
                                        </p:tgtEl>
                                        <p:attrNameLst>
                                          <p:attrName>ppt_x</p:attrName>
                                        </p:attrNameLst>
                                      </p:cBhvr>
                                      <p:tavLst>
                                        <p:tav tm="0">
                                          <p:val>
                                            <p:strVal val="0-#ppt_w/2"/>
                                          </p:val>
                                        </p:tav>
                                        <p:tav tm="100000">
                                          <p:val>
                                            <p:strVal val="#ppt_x"/>
                                          </p:val>
                                        </p:tav>
                                      </p:tavLst>
                                    </p:anim>
                                    <p:anim calcmode="lin" valueType="num">
                                      <p:cBhvr additive="base">
                                        <p:cTn id="8" dur="500" fill="hold"/>
                                        <p:tgtEl>
                                          <p:spTgt spid="49665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496650"/>
                                        </p:tgtEl>
                                        <p:attrNameLst>
                                          <p:attrName>style.visibility</p:attrName>
                                        </p:attrNameLst>
                                      </p:cBhvr>
                                      <p:to>
                                        <p:strVal val="visible"/>
                                      </p:to>
                                    </p:set>
                                    <p:anim calcmode="lin" valueType="num">
                                      <p:cBhvr additive="base">
                                        <p:cTn id="13" dur="500" fill="hold"/>
                                        <p:tgtEl>
                                          <p:spTgt spid="496650"/>
                                        </p:tgtEl>
                                        <p:attrNameLst>
                                          <p:attrName>ppt_x</p:attrName>
                                        </p:attrNameLst>
                                      </p:cBhvr>
                                      <p:tavLst>
                                        <p:tav tm="0">
                                          <p:val>
                                            <p:strVal val="0-#ppt_w/2"/>
                                          </p:val>
                                        </p:tav>
                                        <p:tav tm="100000">
                                          <p:val>
                                            <p:strVal val="#ppt_x"/>
                                          </p:val>
                                        </p:tav>
                                      </p:tavLst>
                                    </p:anim>
                                    <p:anim calcmode="lin" valueType="num">
                                      <p:cBhvr additive="base">
                                        <p:cTn id="14" dur="500" fill="hold"/>
                                        <p:tgtEl>
                                          <p:spTgt spid="49665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650" grpId="0" autoUpdateAnimBg="0"/>
      <p:bldP spid="496651"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CCFF99"/>
        </a:solidFill>
        <a:effectLst/>
      </p:bgPr>
    </p:bg>
    <p:spTree>
      <p:nvGrpSpPr>
        <p:cNvPr id="1" name=""/>
        <p:cNvGrpSpPr/>
        <p:nvPr/>
      </p:nvGrpSpPr>
      <p:grpSpPr>
        <a:xfrm>
          <a:off x="0" y="0"/>
          <a:ext cx="0" cy="0"/>
          <a:chOff x="0" y="0"/>
          <a:chExt cx="0" cy="0"/>
        </a:xfrm>
      </p:grpSpPr>
      <p:sp>
        <p:nvSpPr>
          <p:cNvPr id="52227" name="Rectangle 2"/>
          <p:cNvSpPr>
            <a:spLocks noGrp="1" noChangeArrowheads="1"/>
          </p:cNvSpPr>
          <p:nvPr>
            <p:ph type="title"/>
          </p:nvPr>
        </p:nvSpPr>
        <p:spPr>
          <a:extLst>
            <a:ext uri="{91240B29-F687-4F45-9708-019B960494DF}">
              <a14:hiddenLine xmlns:a14="http://schemas.microsoft.com/office/drawing/2010/main" w="19050">
                <a:solidFill>
                  <a:schemeClr val="tx1"/>
                </a:solidFill>
                <a:miter lim="800000"/>
                <a:headEnd/>
                <a:tailEnd/>
              </a14:hiddenLine>
            </a:ext>
          </a:extLst>
        </p:spPr>
        <p:txBody>
          <a:bodyPr/>
          <a:lstStyle/>
          <a:p>
            <a:pPr eaLnBrk="1" hangingPunct="1"/>
            <a:r>
              <a:rPr lang="zh-CN" altLang="en-US" sz="3200" dirty="0">
                <a:latin typeface="Arial Black" panose="020B0A04020102020204" pitchFamily="34" charset="0"/>
              </a:rPr>
              <a:t>定义项目</a:t>
            </a:r>
            <a:endParaRPr lang="zh-CN" altLang="en-US" sz="3200" dirty="0">
              <a:latin typeface="Arial Black" panose="020B0A04020102020204" pitchFamily="34" charset="0"/>
            </a:endParaRPr>
          </a:p>
        </p:txBody>
      </p:sp>
      <p:sp>
        <p:nvSpPr>
          <p:cNvPr id="52228" name="Rectangle 3"/>
          <p:cNvSpPr>
            <a:spLocks noGrp="1" noChangeArrowheads="1"/>
          </p:cNvSpPr>
          <p:nvPr>
            <p:ph type="body" idx="4294967295"/>
          </p:nvPr>
        </p:nvSpPr>
        <p:spPr>
          <a:xfrm>
            <a:off x="1320800" y="2687638"/>
            <a:ext cx="7342188" cy="1489075"/>
          </a:xfrm>
        </p:spPr>
        <p:txBody>
          <a:bodyPr/>
          <a:lstStyle/>
          <a:p>
            <a:pPr eaLnBrk="1" hangingPunct="1">
              <a:buFontTx/>
              <a:buNone/>
            </a:pPr>
            <a:r>
              <a:rPr lang="zh-CN" altLang="en-US" dirty="0">
                <a:latin typeface="Arial Black" panose="020B0A04020102020204" pitchFamily="34" charset="0"/>
              </a:rPr>
              <a:t>   在</a:t>
            </a:r>
            <a:r>
              <a:rPr lang="en-US" altLang="zh-CN" dirty="0">
                <a:latin typeface="Arial Black" panose="020B0A04020102020204" pitchFamily="34" charset="0"/>
              </a:rPr>
              <a:t>XX</a:t>
            </a:r>
            <a:r>
              <a:rPr lang="zh-CN" altLang="en-US" dirty="0">
                <a:latin typeface="Arial Black" panose="020B0A04020102020204" pitchFamily="34" charset="0"/>
              </a:rPr>
              <a:t>年</a:t>
            </a:r>
            <a:r>
              <a:rPr lang="en-US" altLang="zh-CN" dirty="0">
                <a:latin typeface="Arial Black" panose="020B0A04020102020204" pitchFamily="34" charset="0"/>
              </a:rPr>
              <a:t>3</a:t>
            </a:r>
            <a:r>
              <a:rPr lang="zh-CN" altLang="en-US" dirty="0">
                <a:latin typeface="Arial Black" panose="020B0A04020102020204" pitchFamily="34" charset="0"/>
              </a:rPr>
              <a:t>月</a:t>
            </a:r>
            <a:r>
              <a:rPr lang="en-US" altLang="zh-CN" dirty="0">
                <a:latin typeface="Arial Black" panose="020B0A04020102020204" pitchFamily="34" charset="0"/>
              </a:rPr>
              <a:t>31</a:t>
            </a:r>
            <a:r>
              <a:rPr lang="zh-CN" altLang="en-US" dirty="0">
                <a:latin typeface="Arial Black" panose="020B0A04020102020204" pitchFamily="34" charset="0"/>
              </a:rPr>
              <a:t>日前，用</a:t>
            </a:r>
            <a:r>
              <a:rPr lang="en-US" altLang="zh-CN" dirty="0">
                <a:latin typeface="Arial Black" panose="020B0A04020102020204" pitchFamily="34" charset="0"/>
              </a:rPr>
              <a:t>$9000</a:t>
            </a:r>
            <a:endParaRPr lang="zh-CN" altLang="en-US" dirty="0">
              <a:latin typeface="Arial Black" panose="020B0A04020102020204" pitchFamily="34" charset="0"/>
            </a:endParaRPr>
          </a:p>
          <a:p>
            <a:pPr eaLnBrk="1" hangingPunct="1">
              <a:buFontTx/>
              <a:buNone/>
            </a:pPr>
            <a:r>
              <a:rPr lang="zh-CN" altLang="en-US" dirty="0">
                <a:latin typeface="Arial Black" panose="020B0A04020102020204" pitchFamily="34" charset="0"/>
              </a:rPr>
              <a:t>   安装数控机床</a:t>
            </a:r>
            <a:endParaRPr lang="zh-CN" altLang="en-US" dirty="0">
              <a:latin typeface="Arial Black" panose="020B0A04020102020204" pitchFamily="34" charset="0"/>
            </a:endParaRPr>
          </a:p>
        </p:txBody>
      </p:sp>
      <p:sp>
        <p:nvSpPr>
          <p:cNvPr id="3" name="灯片编号占位符 2"/>
          <p:cNvSpPr>
            <a:spLocks noGrp="1"/>
          </p:cNvSpPr>
          <p:nvPr>
            <p:ph type="sldNum" sz="quarter" idx="10"/>
          </p:nvPr>
        </p:nvSpPr>
        <p:spPr/>
        <p:txBody>
          <a:bodyPr/>
          <a:lstStyle/>
          <a:p>
            <a:pPr>
              <a:defRPr/>
            </a:pPr>
            <a:fld id="{A6A0D67D-9B30-457F-9874-1F92730590A0}" type="slidenum">
              <a:rPr lang="en-US" altLang="zh-CN" smtClean="0"/>
            </a:fld>
            <a:endParaRPr lang="en-US" altLang="zh-CN"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lstStyle/>
          <a:p>
            <a:pPr eaLnBrk="1" hangingPunct="1"/>
            <a:r>
              <a:rPr lang="zh-CN" altLang="en-US" dirty="0"/>
              <a:t>确定并定义项目</a:t>
            </a:r>
            <a:endParaRPr lang="zh-CN" altLang="en-US" dirty="0"/>
          </a:p>
        </p:txBody>
      </p:sp>
      <p:sp>
        <p:nvSpPr>
          <p:cNvPr id="54276" name="Rectangle 3"/>
          <p:cNvSpPr>
            <a:spLocks noGrp="1" noChangeArrowheads="1"/>
          </p:cNvSpPr>
          <p:nvPr>
            <p:ph type="body" idx="1"/>
          </p:nvPr>
        </p:nvSpPr>
        <p:spPr/>
        <p:txBody>
          <a:bodyPr/>
          <a:lstStyle/>
          <a:p>
            <a:pPr eaLnBrk="1" hangingPunct="1"/>
            <a:r>
              <a:rPr lang="zh-CN" altLang="en-US"/>
              <a:t>每组确定一个项目，作为本课程一直使用的案例</a:t>
            </a:r>
            <a:endParaRPr lang="en-US" altLang="zh-CN"/>
          </a:p>
          <a:p>
            <a:pPr lvl="2" eaLnBrk="1" hangingPunct="1"/>
            <a:r>
              <a:rPr lang="zh-CN" altLang="en-US"/>
              <a:t>尽量选择乙方角度</a:t>
            </a:r>
            <a:endParaRPr lang="zh-CN" altLang="en-US"/>
          </a:p>
          <a:p>
            <a:pPr lvl="2" eaLnBrk="1" hangingPunct="1"/>
            <a:r>
              <a:rPr lang="zh-CN" altLang="en-US"/>
              <a:t>有一定的复杂度</a:t>
            </a:r>
            <a:endParaRPr lang="zh-CN" altLang="en-US"/>
          </a:p>
          <a:p>
            <a:pPr lvl="2" eaLnBrk="1" hangingPunct="1"/>
            <a:r>
              <a:rPr lang="zh-CN" altLang="en-US"/>
              <a:t>相对熟悉</a:t>
            </a:r>
            <a:endParaRPr lang="zh-CN" altLang="en-US"/>
          </a:p>
          <a:p>
            <a:pPr lvl="2" eaLnBrk="1" hangingPunct="1"/>
            <a:r>
              <a:rPr lang="zh-CN" altLang="en-US"/>
              <a:t>可以是正在进行的工作项目，或生活项目</a:t>
            </a:r>
            <a:endParaRPr lang="zh-CN" altLang="en-US"/>
          </a:p>
          <a:p>
            <a:pPr eaLnBrk="1" hangingPunct="1"/>
            <a:r>
              <a:rPr lang="zh-CN" altLang="en-US"/>
              <a:t>描述该项目，写在大纸上</a:t>
            </a:r>
            <a:endParaRPr lang="zh-CN" altLang="en-US"/>
          </a:p>
          <a:p>
            <a:pPr eaLnBrk="1" hangingPunct="1"/>
            <a:r>
              <a:rPr lang="zh-CN" altLang="en-US"/>
              <a:t>讲解</a:t>
            </a:r>
            <a:endParaRPr lang="zh-CN" altLang="en-US"/>
          </a:p>
        </p:txBody>
      </p:sp>
      <p:pic>
        <p:nvPicPr>
          <p:cNvPr id="54277" name="Picture 4" descr="j025234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627938" y="5184775"/>
            <a:ext cx="2265362" cy="137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灯片编号占位符 2"/>
          <p:cNvSpPr>
            <a:spLocks noGrp="1"/>
          </p:cNvSpPr>
          <p:nvPr>
            <p:ph type="sldNum" sz="quarter" idx="10"/>
          </p:nvPr>
        </p:nvSpPr>
        <p:spPr/>
        <p:txBody>
          <a:bodyPr/>
          <a:lstStyle/>
          <a:p>
            <a:pPr>
              <a:defRPr/>
            </a:pPr>
            <a:fld id="{6D9D2222-8541-46EA-AD3B-36A5E091B774}" type="slidenum">
              <a:rPr lang="en-US" altLang="zh-CN" smtClean="0"/>
            </a:fld>
            <a:endParaRPr lang="en-US" altLang="zh-CN"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2"/>
          <p:cNvSpPr>
            <a:spLocks noGrp="1" noChangeArrowheads="1"/>
          </p:cNvSpPr>
          <p:nvPr>
            <p:ph type="title"/>
          </p:nvPr>
        </p:nvSpPr>
        <p:spPr/>
        <p:txBody>
          <a:bodyPr/>
          <a:lstStyle/>
          <a:p>
            <a:pPr eaLnBrk="1" hangingPunct="1"/>
            <a:r>
              <a:rPr lang="zh-CN" altLang="en-US" dirty="0"/>
              <a:t>定义项目</a:t>
            </a:r>
            <a:endParaRPr lang="zh-CN" altLang="en-US" dirty="0"/>
          </a:p>
        </p:txBody>
      </p:sp>
      <p:sp>
        <p:nvSpPr>
          <p:cNvPr id="958467" name="Rectangle 3"/>
          <p:cNvSpPr>
            <a:spLocks noGrp="1" noChangeArrowheads="1"/>
          </p:cNvSpPr>
          <p:nvPr>
            <p:ph type="body" idx="1"/>
          </p:nvPr>
        </p:nvSpPr>
        <p:spPr/>
        <p:txBody>
          <a:bodyPr/>
          <a:lstStyle/>
          <a:p>
            <a:pPr eaLnBrk="1" hangingPunct="1">
              <a:defRPr/>
            </a:pPr>
            <a:r>
              <a:rPr lang="zh-CN" altLang="en-US" sz="3600" dirty="0">
                <a:effectLst>
                  <a:outerShdw blurRad="38100" dist="38100" dir="2700000" algn="tl">
                    <a:srgbClr val="C0C0C0"/>
                  </a:outerShdw>
                </a:effectLst>
                <a:latin typeface="黑体" panose="02010609060101010101" pitchFamily="49" charset="-122"/>
              </a:rPr>
              <a:t>在有生之年周游世界，花费</a:t>
            </a:r>
            <a:r>
              <a:rPr lang="en-US" altLang="zh-CN" sz="3600" dirty="0">
                <a:effectLst>
                  <a:outerShdw blurRad="38100" dist="38100" dir="2700000" algn="tl">
                    <a:srgbClr val="C0C0C0"/>
                  </a:outerShdw>
                </a:effectLst>
                <a:latin typeface="黑体" panose="02010609060101010101" pitchFamily="49" charset="-122"/>
              </a:rPr>
              <a:t>RMB5000</a:t>
            </a:r>
            <a:endParaRPr lang="zh-CN" altLang="en-US" sz="3600" dirty="0">
              <a:effectLst>
                <a:outerShdw blurRad="38100" dist="38100" dir="2700000" algn="tl">
                  <a:srgbClr val="C0C0C0"/>
                </a:outerShdw>
              </a:effectLst>
              <a:latin typeface="黑体" panose="02010609060101010101" pitchFamily="49" charset="-122"/>
            </a:endParaRPr>
          </a:p>
        </p:txBody>
      </p:sp>
      <p:pic>
        <p:nvPicPr>
          <p:cNvPr id="56325" name="Picture 4" descr="j025234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627938" y="5184775"/>
            <a:ext cx="2265362" cy="137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2434423" y="3429000"/>
            <a:ext cx="4954604" cy="1200329"/>
          </a:xfrm>
          <a:prstGeom prst="rect">
            <a:avLst/>
          </a:prstGeom>
          <a:noFill/>
        </p:spPr>
        <p:txBody>
          <a:bodyPr wrap="square">
            <a:spAutoFit/>
          </a:bodyPr>
          <a:lstStyle/>
          <a:p>
            <a:pPr>
              <a:defRPr/>
            </a:pPr>
            <a:r>
              <a:rPr lang="zh-CN" altLang="en-US" sz="2400" dirty="0">
                <a:solidFill>
                  <a:schemeClr val="bg1">
                    <a:lumMod val="40000"/>
                    <a:lumOff val="60000"/>
                  </a:schemeClr>
                </a:solidFill>
                <a:effectLst>
                  <a:outerShdw blurRad="38100" dist="38100" dir="2700000" algn="tl">
                    <a:srgbClr val="C0C0C0"/>
                  </a:outerShdw>
                </a:effectLst>
                <a:latin typeface="黑体" panose="02010609060101010101" pitchFamily="49" charset="-122"/>
                <a:ea typeface="黑体" panose="02010609060101010101" pitchFamily="49" charset="-122"/>
              </a:rPr>
              <a:t>张先生，</a:t>
            </a:r>
            <a:r>
              <a:rPr lang="zh-CN" altLang="en-US" dirty="0">
                <a:solidFill>
                  <a:schemeClr val="bg1">
                    <a:lumMod val="40000"/>
                    <a:lumOff val="60000"/>
                  </a:schemeClr>
                </a:solidFill>
                <a:effectLst>
                  <a:outerShdw blurRad="38100" dist="38100" dir="2700000" algn="tl">
                    <a:srgbClr val="C0C0C0"/>
                  </a:outerShdw>
                </a:effectLst>
                <a:latin typeface="黑体" panose="02010609060101010101" pitchFamily="49" charset="-122"/>
                <a:ea typeface="黑体" panose="02010609060101010101" pitchFamily="49" charset="-122"/>
              </a:rPr>
              <a:t>在</a:t>
            </a:r>
            <a:r>
              <a:rPr lang="en-US" altLang="zh-CN" sz="2400" dirty="0">
                <a:solidFill>
                  <a:schemeClr val="bg1">
                    <a:lumMod val="40000"/>
                    <a:lumOff val="60000"/>
                  </a:schemeClr>
                </a:solidFill>
                <a:effectLst>
                  <a:outerShdw blurRad="38100" dist="38100" dir="2700000" algn="tl">
                    <a:srgbClr val="C0C0C0"/>
                  </a:outerShdw>
                </a:effectLst>
                <a:latin typeface="黑体" panose="02010609060101010101" pitchFamily="49" charset="-122"/>
                <a:ea typeface="黑体" panose="02010609060101010101" pitchFamily="49" charset="-122"/>
              </a:rPr>
              <a:t>65</a:t>
            </a:r>
            <a:r>
              <a:rPr lang="zh-CN" altLang="en-US" sz="2400" dirty="0">
                <a:solidFill>
                  <a:schemeClr val="bg1">
                    <a:lumMod val="40000"/>
                    <a:lumOff val="60000"/>
                  </a:schemeClr>
                </a:solidFill>
                <a:effectLst>
                  <a:outerShdw blurRad="38100" dist="38100" dir="2700000" algn="tl">
                    <a:srgbClr val="C0C0C0"/>
                  </a:outerShdw>
                </a:effectLst>
                <a:latin typeface="黑体" panose="02010609060101010101" pitchFamily="49" charset="-122"/>
                <a:ea typeface="黑体" panose="02010609060101010101" pitchFamily="49" charset="-122"/>
              </a:rPr>
              <a:t>岁之前，游历</a:t>
            </a:r>
            <a:r>
              <a:rPr lang="en-US" altLang="zh-CN" sz="2400" dirty="0">
                <a:solidFill>
                  <a:schemeClr val="bg1">
                    <a:lumMod val="40000"/>
                    <a:lumOff val="60000"/>
                  </a:schemeClr>
                </a:solidFill>
                <a:effectLst>
                  <a:outerShdw blurRad="38100" dist="38100" dir="2700000" algn="tl">
                    <a:srgbClr val="C0C0C0"/>
                  </a:outerShdw>
                </a:effectLst>
                <a:latin typeface="黑体" panose="02010609060101010101" pitchFamily="49" charset="-122"/>
                <a:ea typeface="黑体" panose="02010609060101010101" pitchFamily="49" charset="-122"/>
              </a:rPr>
              <a:t>50</a:t>
            </a:r>
            <a:r>
              <a:rPr lang="zh-CN" altLang="en-US" sz="2400" dirty="0">
                <a:solidFill>
                  <a:schemeClr val="bg1">
                    <a:lumMod val="40000"/>
                    <a:lumOff val="60000"/>
                  </a:schemeClr>
                </a:solidFill>
                <a:effectLst>
                  <a:outerShdw blurRad="38100" dist="38100" dir="2700000" algn="tl">
                    <a:srgbClr val="C0C0C0"/>
                  </a:outerShdw>
                </a:effectLst>
                <a:latin typeface="黑体" panose="02010609060101010101" pitchFamily="49" charset="-122"/>
                <a:ea typeface="黑体" panose="02010609060101010101" pitchFamily="49" charset="-122"/>
              </a:rPr>
              <a:t>国，</a:t>
            </a:r>
            <a:endParaRPr lang="en-US" altLang="zh-CN" sz="2400" dirty="0">
              <a:solidFill>
                <a:schemeClr val="bg1">
                  <a:lumMod val="40000"/>
                  <a:lumOff val="60000"/>
                </a:schemeClr>
              </a:solidFill>
              <a:effectLst>
                <a:outerShdw blurRad="38100" dist="38100" dir="2700000" algn="tl">
                  <a:srgbClr val="C0C0C0"/>
                </a:outerShdw>
              </a:effectLst>
              <a:latin typeface="黑体" panose="02010609060101010101" pitchFamily="49" charset="-122"/>
              <a:ea typeface="黑体" panose="02010609060101010101" pitchFamily="49" charset="-122"/>
            </a:endParaRPr>
          </a:p>
          <a:p>
            <a:pPr>
              <a:defRPr/>
            </a:pPr>
            <a:endParaRPr lang="zh-CN" altLang="en-US" sz="2400" dirty="0">
              <a:solidFill>
                <a:schemeClr val="bg1">
                  <a:lumMod val="40000"/>
                  <a:lumOff val="60000"/>
                </a:schemeClr>
              </a:solidFill>
              <a:effectLst>
                <a:outerShdw blurRad="38100" dist="38100" dir="2700000" algn="tl">
                  <a:srgbClr val="C0C0C0"/>
                </a:outerShdw>
              </a:effectLst>
              <a:latin typeface="黑体" panose="02010609060101010101" pitchFamily="49" charset="-122"/>
              <a:ea typeface="黑体" panose="02010609060101010101" pitchFamily="49" charset="-122"/>
            </a:endParaRPr>
          </a:p>
          <a:p>
            <a:pPr>
              <a:defRPr/>
            </a:pPr>
            <a:r>
              <a:rPr lang="zh-CN" altLang="en-US" sz="2400" dirty="0">
                <a:solidFill>
                  <a:schemeClr val="bg1">
                    <a:lumMod val="40000"/>
                    <a:lumOff val="60000"/>
                  </a:schemeClr>
                </a:solidFill>
                <a:effectLst>
                  <a:outerShdw blurRad="38100" dist="38100" dir="2700000" algn="tl">
                    <a:srgbClr val="C0C0C0"/>
                  </a:outerShdw>
                </a:effectLst>
                <a:latin typeface="黑体" panose="02010609060101010101" pitchFamily="49" charset="-122"/>
                <a:ea typeface="黑体" panose="02010609060101010101" pitchFamily="49" charset="-122"/>
              </a:rPr>
              <a:t>包括欧洲的</a:t>
            </a:r>
            <a:r>
              <a:rPr lang="en-US" altLang="zh-CN" sz="2400" dirty="0">
                <a:solidFill>
                  <a:schemeClr val="bg1">
                    <a:lumMod val="40000"/>
                    <a:lumOff val="60000"/>
                  </a:schemeClr>
                </a:solidFill>
                <a:effectLst>
                  <a:outerShdw blurRad="38100" dist="38100" dir="2700000" algn="tl">
                    <a:srgbClr val="C0C0C0"/>
                  </a:outerShdw>
                </a:effectLst>
                <a:latin typeface="黑体" panose="02010609060101010101" pitchFamily="49" charset="-122"/>
                <a:ea typeface="黑体" panose="02010609060101010101" pitchFamily="49" charset="-122"/>
              </a:rPr>
              <a:t>25</a:t>
            </a:r>
            <a:r>
              <a:rPr lang="zh-CN" altLang="en-US" sz="2400" dirty="0">
                <a:solidFill>
                  <a:schemeClr val="bg1">
                    <a:lumMod val="40000"/>
                    <a:lumOff val="60000"/>
                  </a:schemeClr>
                </a:solidFill>
                <a:effectLst>
                  <a:outerShdw blurRad="38100" dist="38100" dir="2700000" algn="tl">
                    <a:srgbClr val="C0C0C0"/>
                  </a:outerShdw>
                </a:effectLst>
                <a:latin typeface="黑体" panose="02010609060101010101" pitchFamily="49" charset="-122"/>
                <a:ea typeface="黑体" panose="02010609060101010101" pitchFamily="49" charset="-122"/>
              </a:rPr>
              <a:t>国，美洲的</a:t>
            </a:r>
            <a:r>
              <a:rPr lang="en-US" altLang="zh-CN" sz="2400" dirty="0">
                <a:solidFill>
                  <a:schemeClr val="bg1">
                    <a:lumMod val="40000"/>
                    <a:lumOff val="60000"/>
                  </a:schemeClr>
                </a:solidFill>
                <a:effectLst>
                  <a:outerShdw blurRad="38100" dist="38100" dir="2700000" algn="tl">
                    <a:srgbClr val="C0C0C0"/>
                  </a:outerShdw>
                </a:effectLst>
                <a:latin typeface="黑体" panose="02010609060101010101" pitchFamily="49" charset="-122"/>
                <a:ea typeface="黑体" panose="02010609060101010101" pitchFamily="49" charset="-122"/>
              </a:rPr>
              <a:t>10</a:t>
            </a:r>
            <a:r>
              <a:rPr lang="zh-CN" altLang="en-US" sz="2400" dirty="0">
                <a:solidFill>
                  <a:schemeClr val="bg1">
                    <a:lumMod val="40000"/>
                    <a:lumOff val="60000"/>
                  </a:schemeClr>
                </a:solidFill>
                <a:effectLst>
                  <a:outerShdw blurRad="38100" dist="38100" dir="2700000" algn="tl">
                    <a:srgbClr val="C0C0C0"/>
                  </a:outerShdw>
                </a:effectLst>
                <a:latin typeface="黑体" panose="02010609060101010101" pitchFamily="49" charset="-122"/>
                <a:ea typeface="黑体" panose="02010609060101010101" pitchFamily="49" charset="-122"/>
              </a:rPr>
              <a:t>国</a:t>
            </a:r>
            <a:r>
              <a:rPr lang="en-US" altLang="zh-CN" sz="2400" dirty="0">
                <a:solidFill>
                  <a:schemeClr val="bg1">
                    <a:lumMod val="40000"/>
                    <a:lumOff val="60000"/>
                  </a:schemeClr>
                </a:solidFill>
                <a:effectLst>
                  <a:outerShdw blurRad="38100" dist="38100" dir="2700000" algn="tl">
                    <a:srgbClr val="C0C0C0"/>
                  </a:outerShdw>
                </a:effectLst>
                <a:latin typeface="Futura Lt"/>
                <a:ea typeface="黑体" panose="02010609060101010101" pitchFamily="49" charset="-122"/>
              </a:rPr>
              <a:t>…</a:t>
            </a:r>
            <a:r>
              <a:rPr lang="zh-CN" altLang="en-US" sz="2400" dirty="0">
                <a:solidFill>
                  <a:schemeClr val="bg1">
                    <a:lumMod val="40000"/>
                    <a:lumOff val="60000"/>
                  </a:schemeClr>
                </a:solidFill>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2400" dirty="0">
                <a:solidFill>
                  <a:schemeClr val="bg1">
                    <a:lumMod val="40000"/>
                    <a:lumOff val="60000"/>
                  </a:schemeClr>
                </a:solidFill>
                <a:effectLst>
                  <a:outerShdw blurRad="38100" dist="38100" dir="2700000" algn="tl">
                    <a:srgbClr val="C0C0C0"/>
                  </a:outerShdw>
                </a:effectLst>
                <a:latin typeface="黑体" panose="02010609060101010101" pitchFamily="49" charset="-122"/>
                <a:ea typeface="黑体" panose="02010609060101010101" pitchFamily="49" charset="-122"/>
              </a:rPr>
              <a:t> </a:t>
            </a:r>
            <a:endParaRPr lang="zh-CN" altLang="en-US" sz="2400" dirty="0">
              <a:solidFill>
                <a:schemeClr val="bg1">
                  <a:lumMod val="40000"/>
                  <a:lumOff val="60000"/>
                </a:schemeClr>
              </a:solidFill>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
        <p:nvSpPr>
          <p:cNvPr id="5" name="灯片编号占位符 4"/>
          <p:cNvSpPr>
            <a:spLocks noGrp="1"/>
          </p:cNvSpPr>
          <p:nvPr>
            <p:ph type="sldNum" sz="quarter" idx="10"/>
          </p:nvPr>
        </p:nvSpPr>
        <p:spPr/>
        <p:txBody>
          <a:bodyPr/>
          <a:lstStyle/>
          <a:p>
            <a:pPr>
              <a:defRPr/>
            </a:pPr>
            <a:fld id="{6D9D2222-8541-46EA-AD3B-36A5E091B774}" type="slidenum">
              <a:rPr lang="en-US" altLang="zh-CN" smtClean="0"/>
            </a:fld>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pSp>
        <p:nvGrpSpPr>
          <p:cNvPr id="58371" name="Group 2"/>
          <p:cNvGrpSpPr/>
          <p:nvPr/>
        </p:nvGrpSpPr>
        <p:grpSpPr bwMode="auto">
          <a:xfrm>
            <a:off x="996950" y="2185988"/>
            <a:ext cx="2173288" cy="3303587"/>
            <a:chOff x="580" y="1005"/>
            <a:chExt cx="1369" cy="2081"/>
          </a:xfrm>
        </p:grpSpPr>
        <p:sp>
          <p:nvSpPr>
            <p:cNvPr id="58375" name="Rectangle 3"/>
            <p:cNvSpPr>
              <a:spLocks noChangeArrowheads="1"/>
            </p:cNvSpPr>
            <p:nvPr/>
          </p:nvSpPr>
          <p:spPr bwMode="auto">
            <a:xfrm>
              <a:off x="580" y="1005"/>
              <a:ext cx="1369" cy="2081"/>
            </a:xfrm>
            <a:prstGeom prst="rect">
              <a:avLst/>
            </a:prstGeom>
            <a:solidFill>
              <a:srgbClr val="FF0000"/>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58376" name="Text Box 4"/>
            <p:cNvSpPr txBox="1">
              <a:spLocks noChangeArrowheads="1"/>
            </p:cNvSpPr>
            <p:nvPr/>
          </p:nvSpPr>
          <p:spPr bwMode="auto">
            <a:xfrm>
              <a:off x="767" y="1137"/>
              <a:ext cx="957" cy="28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r>
                <a:rPr lang="zh-CN" altLang="en-US" b="1" u="sng" dirty="0">
                  <a:solidFill>
                    <a:schemeClr val="tx2"/>
                  </a:solidFill>
                  <a:latin typeface="黑体" panose="02010609060101010101" pitchFamily="49" charset="-122"/>
                  <a:ea typeface="黑体" panose="02010609060101010101" pitchFamily="49" charset="-122"/>
                </a:rPr>
                <a:t>启动阶段</a:t>
              </a:r>
              <a:endParaRPr lang="zh-CN" altLang="en-US" b="1" u="sng" dirty="0">
                <a:solidFill>
                  <a:schemeClr val="tx2"/>
                </a:solidFill>
                <a:latin typeface="黑体" panose="02010609060101010101" pitchFamily="49" charset="-122"/>
                <a:ea typeface="黑体" panose="02010609060101010101" pitchFamily="49" charset="-122"/>
              </a:endParaRPr>
            </a:p>
          </p:txBody>
        </p:sp>
        <p:sp>
          <p:nvSpPr>
            <p:cNvPr id="58377" name="Text Box 5"/>
            <p:cNvSpPr txBox="1">
              <a:spLocks noChangeArrowheads="1"/>
            </p:cNvSpPr>
            <p:nvPr/>
          </p:nvSpPr>
          <p:spPr bwMode="auto">
            <a:xfrm>
              <a:off x="634" y="1631"/>
              <a:ext cx="1265" cy="122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lang="zh-CN" altLang="en-US" sz="2200" b="1" dirty="0">
                  <a:solidFill>
                    <a:schemeClr val="tx2"/>
                  </a:solidFill>
                  <a:latin typeface="黑体" panose="02010609060101010101" pitchFamily="49" charset="-122"/>
                  <a:ea typeface="黑体" panose="02010609060101010101" pitchFamily="49" charset="-122"/>
                </a:rPr>
                <a:t>定义项目</a:t>
              </a:r>
              <a:endParaRPr lang="zh-CN" altLang="en-US" sz="2200" b="1" dirty="0">
                <a:solidFill>
                  <a:srgbClr val="000000"/>
                </a:solidFill>
                <a:latin typeface="黑体" panose="02010609060101010101" pitchFamily="49" charset="-122"/>
                <a:ea typeface="黑体" panose="02010609060101010101" pitchFamily="49" charset="-122"/>
              </a:endParaRPr>
            </a:p>
            <a:p>
              <a:pPr algn="ctr" eaLnBrk="1" hangingPunct="1">
                <a:spcBef>
                  <a:spcPct val="50000"/>
                </a:spcBef>
              </a:pPr>
              <a:r>
                <a:rPr lang="zh-CN" altLang="en-US" sz="2200" b="1" dirty="0">
                  <a:solidFill>
                    <a:srgbClr val="000000"/>
                  </a:solidFill>
                  <a:latin typeface="黑体" panose="02010609060101010101" pitchFamily="49" charset="-122"/>
                  <a:ea typeface="黑体" panose="02010609060101010101" pitchFamily="49" charset="-122"/>
                </a:rPr>
                <a:t>制定项目目标</a:t>
              </a:r>
              <a:endParaRPr lang="zh-CN" altLang="en-US" sz="2200" b="1" dirty="0">
                <a:solidFill>
                  <a:schemeClr val="tx2"/>
                </a:solidFill>
                <a:latin typeface="黑体" panose="02010609060101010101" pitchFamily="49" charset="-122"/>
                <a:ea typeface="黑体" panose="02010609060101010101" pitchFamily="49" charset="-122"/>
              </a:endParaRPr>
            </a:p>
            <a:p>
              <a:pPr algn="ctr" eaLnBrk="1" hangingPunct="1">
                <a:spcBef>
                  <a:spcPct val="50000"/>
                </a:spcBef>
              </a:pPr>
              <a:r>
                <a:rPr lang="zh-CN" altLang="en-US" sz="2200" b="1" dirty="0">
                  <a:solidFill>
                    <a:schemeClr val="tx2"/>
                  </a:solidFill>
                  <a:latin typeface="黑体" panose="02010609060101010101" pitchFamily="49" charset="-122"/>
                  <a:ea typeface="黑体" panose="02010609060101010101" pitchFamily="49" charset="-122"/>
                </a:rPr>
                <a:t>工作分解结构</a:t>
              </a:r>
              <a:endParaRPr lang="zh-CN" altLang="en-US" sz="2200" b="1" dirty="0">
                <a:solidFill>
                  <a:schemeClr val="tx2"/>
                </a:solidFill>
                <a:latin typeface="黑体" panose="02010609060101010101" pitchFamily="49" charset="-122"/>
                <a:ea typeface="黑体" panose="02010609060101010101" pitchFamily="49" charset="-122"/>
              </a:endParaRPr>
            </a:p>
            <a:p>
              <a:pPr algn="ctr" eaLnBrk="1" hangingPunct="1">
                <a:spcBef>
                  <a:spcPct val="50000"/>
                </a:spcBef>
              </a:pPr>
              <a:r>
                <a:rPr lang="zh-CN" altLang="en-US" sz="2200" b="1" dirty="0">
                  <a:solidFill>
                    <a:schemeClr val="tx2"/>
                  </a:solidFill>
                  <a:latin typeface="黑体" panose="02010609060101010101" pitchFamily="49" charset="-122"/>
                  <a:ea typeface="黑体" panose="02010609060101010101" pitchFamily="49" charset="-122"/>
                </a:rPr>
                <a:t>核算资源成本</a:t>
              </a:r>
              <a:endParaRPr lang="zh-CN" altLang="en-US" sz="2000" b="1" dirty="0">
                <a:solidFill>
                  <a:srgbClr val="000000"/>
                </a:solidFill>
                <a:latin typeface="黑体" panose="02010609060101010101" pitchFamily="49" charset="-122"/>
                <a:ea typeface="黑体" panose="02010609060101010101" pitchFamily="49" charset="-122"/>
              </a:endParaRPr>
            </a:p>
          </p:txBody>
        </p:sp>
      </p:grpSp>
      <p:sp>
        <p:nvSpPr>
          <p:cNvPr id="498698" name="Text Box 10"/>
          <p:cNvSpPr txBox="1">
            <a:spLocks noChangeArrowheads="1"/>
          </p:cNvSpPr>
          <p:nvPr/>
        </p:nvSpPr>
        <p:spPr bwMode="auto">
          <a:xfrm>
            <a:off x="4935538" y="2298700"/>
            <a:ext cx="4300537" cy="1552575"/>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r"/>
            <a:r>
              <a:rPr lang="zh-CN" altLang="en-US">
                <a:solidFill>
                  <a:srgbClr val="000000"/>
                </a:solidFill>
                <a:latin typeface="黑体" panose="02010609060101010101" pitchFamily="49" charset="-122"/>
                <a:ea typeface="黑体" panose="02010609060101010101" pitchFamily="49" charset="-122"/>
              </a:rPr>
              <a:t>项目结束时,要取得什么成果 ?</a:t>
            </a:r>
            <a:endParaRPr lang="zh-CN" altLang="en-US">
              <a:solidFill>
                <a:srgbClr val="000000"/>
              </a:solidFill>
              <a:latin typeface="黑体" panose="02010609060101010101" pitchFamily="49" charset="-122"/>
              <a:ea typeface="黑体" panose="02010609060101010101" pitchFamily="49" charset="-122"/>
            </a:endParaRPr>
          </a:p>
          <a:p>
            <a:pPr algn="r"/>
            <a:r>
              <a:rPr lang="zh-CN" altLang="en-US">
                <a:solidFill>
                  <a:srgbClr val="000000"/>
                </a:solidFill>
                <a:latin typeface="黑体" panose="02010609060101010101" pitchFamily="49" charset="-122"/>
                <a:ea typeface="黑体" panose="02010609060101010101" pitchFamily="49" charset="-122"/>
              </a:rPr>
              <a:t>必须满足什么要求 ?</a:t>
            </a:r>
            <a:endParaRPr lang="zh-CN" altLang="en-US">
              <a:solidFill>
                <a:srgbClr val="000000"/>
              </a:solidFill>
              <a:latin typeface="黑体" panose="02010609060101010101" pitchFamily="49" charset="-122"/>
              <a:ea typeface="黑体" panose="02010609060101010101" pitchFamily="49" charset="-122"/>
            </a:endParaRPr>
          </a:p>
          <a:p>
            <a:pPr algn="r"/>
            <a:r>
              <a:rPr lang="zh-CN" altLang="en-US">
                <a:solidFill>
                  <a:srgbClr val="000000"/>
                </a:solidFill>
                <a:latin typeface="黑体" panose="02010609060101010101" pitchFamily="49" charset="-122"/>
                <a:ea typeface="黑体" panose="02010609060101010101" pitchFamily="49" charset="-122"/>
              </a:rPr>
              <a:t>什么时候结束 ?</a:t>
            </a:r>
            <a:endParaRPr lang="zh-CN" altLang="en-US">
              <a:solidFill>
                <a:srgbClr val="000000"/>
              </a:solidFill>
              <a:latin typeface="黑体" panose="02010609060101010101" pitchFamily="49" charset="-122"/>
              <a:ea typeface="黑体" panose="02010609060101010101" pitchFamily="49" charset="-122"/>
            </a:endParaRPr>
          </a:p>
          <a:p>
            <a:pPr algn="r"/>
            <a:r>
              <a:rPr lang="zh-CN" altLang="en-US">
                <a:solidFill>
                  <a:srgbClr val="000000"/>
                </a:solidFill>
                <a:latin typeface="黑体" panose="02010609060101010101" pitchFamily="49" charset="-122"/>
                <a:ea typeface="黑体" panose="02010609060101010101" pitchFamily="49" charset="-122"/>
              </a:rPr>
              <a:t>如何知道每个目标是否达到 ?</a:t>
            </a:r>
            <a:endParaRPr lang="zh-CN" altLang="en-US">
              <a:solidFill>
                <a:srgbClr val="000000"/>
              </a:solidFill>
              <a:latin typeface="黑体" panose="02010609060101010101" pitchFamily="49" charset="-122"/>
              <a:ea typeface="黑体" panose="02010609060101010101" pitchFamily="49" charset="-122"/>
            </a:endParaRPr>
          </a:p>
        </p:txBody>
      </p:sp>
      <p:sp>
        <p:nvSpPr>
          <p:cNvPr id="498705" name="Text Box 17"/>
          <p:cNvSpPr txBox="1">
            <a:spLocks noChangeArrowheads="1"/>
          </p:cNvSpPr>
          <p:nvPr/>
        </p:nvSpPr>
        <p:spPr bwMode="auto">
          <a:xfrm>
            <a:off x="3794125" y="4633546"/>
            <a:ext cx="2040943" cy="830997"/>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nSpc>
                <a:spcPct val="75000"/>
              </a:lnSpc>
              <a:spcBef>
                <a:spcPct val="50000"/>
              </a:spcBef>
            </a:pPr>
            <a:r>
              <a:rPr lang="zh-CN" altLang="en-US" b="1" dirty="0">
                <a:solidFill>
                  <a:srgbClr val="000000"/>
                </a:solidFill>
                <a:latin typeface="黑体" panose="02010609060101010101" pitchFamily="49" charset="-122"/>
                <a:ea typeface="黑体" panose="02010609060101010101" pitchFamily="49" charset="-122"/>
              </a:rPr>
              <a:t>用陈述句描述</a:t>
            </a:r>
            <a:endParaRPr lang="zh-CN" altLang="en-US" b="1" dirty="0">
              <a:solidFill>
                <a:srgbClr val="000000"/>
              </a:solidFill>
              <a:latin typeface="黑体" panose="02010609060101010101" pitchFamily="49" charset="-122"/>
              <a:ea typeface="黑体" panose="02010609060101010101" pitchFamily="49" charset="-122"/>
            </a:endParaRPr>
          </a:p>
          <a:p>
            <a:pPr>
              <a:lnSpc>
                <a:spcPct val="75000"/>
              </a:lnSpc>
              <a:spcBef>
                <a:spcPct val="50000"/>
              </a:spcBef>
            </a:pPr>
            <a:r>
              <a:rPr lang="zh-CN" altLang="en-US" b="1" dirty="0">
                <a:solidFill>
                  <a:schemeClr val="accent5">
                    <a:lumMod val="75000"/>
                  </a:schemeClr>
                </a:solidFill>
                <a:latin typeface="黑体" panose="02010609060101010101" pitchFamily="49" charset="-122"/>
                <a:ea typeface="黑体" panose="02010609060101010101" pitchFamily="49" charset="-122"/>
              </a:rPr>
              <a:t>每个</a:t>
            </a:r>
            <a:r>
              <a:rPr lang="zh-CN" altLang="en-US" dirty="0">
                <a:solidFill>
                  <a:srgbClr val="000000"/>
                </a:solidFill>
                <a:latin typeface="黑体" panose="02010609060101010101" pitchFamily="49" charset="-122"/>
                <a:ea typeface="黑体" panose="02010609060101010101" pitchFamily="49" charset="-122"/>
              </a:rPr>
              <a:t>具体目标</a:t>
            </a:r>
            <a:endParaRPr lang="zh-CN" altLang="en-US" dirty="0">
              <a:solidFill>
                <a:srgbClr val="000000"/>
              </a:solidFill>
              <a:latin typeface="黑体" panose="02010609060101010101" pitchFamily="49" charset="-122"/>
              <a:ea typeface="黑体" panose="02010609060101010101" pitchFamily="49" charset="-122"/>
            </a:endParaRPr>
          </a:p>
        </p:txBody>
      </p:sp>
      <p:sp>
        <p:nvSpPr>
          <p:cNvPr id="58374" name="Rectangle 18"/>
          <p:cNvSpPr>
            <a:spLocks noGrp="1" noChangeArrowheads="1"/>
          </p:cNvSpPr>
          <p:nvPr>
            <p:ph type="title"/>
          </p:nvPr>
        </p:nvSpPr>
        <p:spPr/>
        <p:txBody>
          <a:bodyPr/>
          <a:lstStyle/>
          <a:p>
            <a:pPr eaLnBrk="1" hangingPunct="1"/>
            <a:r>
              <a:rPr lang="zh-CN" altLang="en-US" sz="3200"/>
              <a:t>制定项目目标</a:t>
            </a:r>
            <a:br>
              <a:rPr lang="zh-CN" altLang="en-US" sz="3200"/>
            </a:br>
            <a:r>
              <a:rPr lang="en-US" altLang="zh-CN" sz="2400">
                <a:latin typeface="Arial" panose="020B0604020202020204" pitchFamily="34" charset="0"/>
              </a:rPr>
              <a:t>——</a:t>
            </a:r>
            <a:r>
              <a:rPr lang="zh-CN" altLang="en-US" sz="2400"/>
              <a:t>明确项目的结果和衡量项目成功的标准</a:t>
            </a:r>
            <a:endParaRPr lang="en-US" altLang="zh-CN" sz="2400"/>
          </a:p>
        </p:txBody>
      </p:sp>
      <p:sp>
        <p:nvSpPr>
          <p:cNvPr id="3" name="灯片编号占位符 2"/>
          <p:cNvSpPr>
            <a:spLocks noGrp="1"/>
          </p:cNvSpPr>
          <p:nvPr>
            <p:ph type="sldNum" sz="quarter" idx="10"/>
          </p:nvPr>
        </p:nvSpPr>
        <p:spPr/>
        <p:txBody>
          <a:bodyPr/>
          <a:lstStyle/>
          <a:p>
            <a:pPr>
              <a:defRPr/>
            </a:pPr>
            <a:fld id="{A6A0D67D-9B30-457F-9874-1F92730590A0}" type="slidenum">
              <a:rPr lang="en-US" altLang="zh-CN" smtClean="0"/>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98698"/>
                                        </p:tgtEl>
                                        <p:attrNameLst>
                                          <p:attrName>style.visibility</p:attrName>
                                        </p:attrNameLst>
                                      </p:cBhvr>
                                      <p:to>
                                        <p:strVal val="visible"/>
                                      </p:to>
                                    </p:set>
                                    <p:anim calcmode="lin" valueType="num">
                                      <p:cBhvr additive="base">
                                        <p:cTn id="7" dur="500" fill="hold"/>
                                        <p:tgtEl>
                                          <p:spTgt spid="498698"/>
                                        </p:tgtEl>
                                        <p:attrNameLst>
                                          <p:attrName>ppt_x</p:attrName>
                                        </p:attrNameLst>
                                      </p:cBhvr>
                                      <p:tavLst>
                                        <p:tav tm="0">
                                          <p:val>
                                            <p:strVal val="0-#ppt_w/2"/>
                                          </p:val>
                                        </p:tav>
                                        <p:tav tm="100000">
                                          <p:val>
                                            <p:strVal val="#ppt_x"/>
                                          </p:val>
                                        </p:tav>
                                      </p:tavLst>
                                    </p:anim>
                                    <p:anim calcmode="lin" valueType="num">
                                      <p:cBhvr additive="base">
                                        <p:cTn id="8" dur="500" fill="hold"/>
                                        <p:tgtEl>
                                          <p:spTgt spid="49869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498705"/>
                                        </p:tgtEl>
                                        <p:attrNameLst>
                                          <p:attrName>style.visibility</p:attrName>
                                        </p:attrNameLst>
                                      </p:cBhvr>
                                      <p:to>
                                        <p:strVal val="visible"/>
                                      </p:to>
                                    </p:set>
                                    <p:anim calcmode="lin" valueType="num">
                                      <p:cBhvr additive="base">
                                        <p:cTn id="13" dur="500" fill="hold"/>
                                        <p:tgtEl>
                                          <p:spTgt spid="498705"/>
                                        </p:tgtEl>
                                        <p:attrNameLst>
                                          <p:attrName>ppt_x</p:attrName>
                                        </p:attrNameLst>
                                      </p:cBhvr>
                                      <p:tavLst>
                                        <p:tav tm="0">
                                          <p:val>
                                            <p:strVal val="0-#ppt_w/2"/>
                                          </p:val>
                                        </p:tav>
                                        <p:tav tm="100000">
                                          <p:val>
                                            <p:strVal val="#ppt_x"/>
                                          </p:val>
                                        </p:tav>
                                      </p:tavLst>
                                    </p:anim>
                                    <p:anim calcmode="lin" valueType="num">
                                      <p:cBhvr additive="base">
                                        <p:cTn id="14" dur="500" fill="hold"/>
                                        <p:tgtEl>
                                          <p:spTgt spid="49870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8698" grpId="0" autoUpdateAnimBg="0"/>
      <p:bldP spid="498705"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CCFF99"/>
        </a:solidFill>
        <a:effectLst/>
      </p:bgPr>
    </p:bg>
    <p:spTree>
      <p:nvGrpSpPr>
        <p:cNvPr id="1" name=""/>
        <p:cNvGrpSpPr/>
        <p:nvPr/>
      </p:nvGrpSpPr>
      <p:grpSpPr>
        <a:xfrm>
          <a:off x="0" y="0"/>
          <a:ext cx="0" cy="0"/>
          <a:chOff x="0" y="0"/>
          <a:chExt cx="0" cy="0"/>
        </a:xfrm>
      </p:grpSpPr>
      <p:sp>
        <p:nvSpPr>
          <p:cNvPr id="60419" name="Rectangle 6"/>
          <p:cNvSpPr>
            <a:spLocks noGrp="1" noChangeArrowheads="1"/>
          </p:cNvSpPr>
          <p:nvPr>
            <p:ph type="title"/>
          </p:nvPr>
        </p:nvSpPr>
        <p:spPr/>
        <p:txBody>
          <a:bodyPr/>
          <a:lstStyle/>
          <a:p>
            <a:pPr eaLnBrk="1" hangingPunct="1"/>
            <a:r>
              <a:rPr lang="zh-CN" altLang="en-US"/>
              <a:t>项目目标</a:t>
            </a:r>
            <a:endParaRPr lang="en-US" altLang="zh-CN"/>
          </a:p>
        </p:txBody>
      </p:sp>
      <p:sp>
        <p:nvSpPr>
          <p:cNvPr id="60420" name="Rectangle 7"/>
          <p:cNvSpPr>
            <a:spLocks noGrp="1" noChangeArrowheads="1"/>
          </p:cNvSpPr>
          <p:nvPr>
            <p:ph type="body" idx="1"/>
          </p:nvPr>
        </p:nvSpPr>
        <p:spPr/>
        <p:txBody>
          <a:bodyPr/>
          <a:lstStyle/>
          <a:p>
            <a:pPr eaLnBrk="1" hangingPunct="1"/>
            <a:r>
              <a:rPr lang="zh-CN" altLang="en-US"/>
              <a:t>项目结束时，我们将达到：</a:t>
            </a:r>
            <a:endParaRPr lang="zh-CN" altLang="en-US"/>
          </a:p>
          <a:p>
            <a:pPr lvl="2" eaLnBrk="1" hangingPunct="1"/>
            <a:r>
              <a:rPr lang="zh-CN" altLang="en-US"/>
              <a:t>改善了工作环境的安全性</a:t>
            </a:r>
            <a:endParaRPr lang="zh-CN" altLang="en-US"/>
          </a:p>
          <a:p>
            <a:pPr lvl="2" eaLnBrk="1" hangingPunct="1"/>
            <a:r>
              <a:rPr lang="zh-CN" altLang="en-US"/>
              <a:t>增强我们进行高产量、重复性生产的能力</a:t>
            </a:r>
            <a:endParaRPr lang="zh-CN" altLang="en-US"/>
          </a:p>
          <a:p>
            <a:pPr lvl="2" eaLnBrk="1" hangingPunct="1"/>
            <a:r>
              <a:rPr lang="zh-CN" altLang="en-US"/>
              <a:t>操作员具有调试，操作数控机床的能力</a:t>
            </a:r>
            <a:endParaRPr lang="zh-CN" altLang="en-US"/>
          </a:p>
          <a:p>
            <a:pPr lvl="2" eaLnBrk="1" hangingPunct="1"/>
            <a:r>
              <a:rPr lang="zh-CN" altLang="en-US"/>
              <a:t>可以预估出一个工件生产的工期</a:t>
            </a:r>
            <a:endParaRPr lang="zh-CN" altLang="en-US"/>
          </a:p>
          <a:p>
            <a:pPr eaLnBrk="1" hangingPunct="1"/>
            <a:r>
              <a:rPr lang="zh-CN" altLang="en-US"/>
              <a:t>附加限制条件：</a:t>
            </a:r>
            <a:endParaRPr lang="zh-CN" altLang="en-US"/>
          </a:p>
          <a:p>
            <a:pPr lvl="2" eaLnBrk="1" hangingPunct="1"/>
            <a:r>
              <a:rPr lang="zh-CN" altLang="en-US"/>
              <a:t>安装数控机床的成本控制在</a:t>
            </a:r>
            <a:r>
              <a:rPr lang="en-US" altLang="zh-CN"/>
              <a:t>9000</a:t>
            </a:r>
            <a:r>
              <a:rPr lang="zh-CN" altLang="en-US"/>
              <a:t>美元以内</a:t>
            </a:r>
            <a:endParaRPr lang="zh-CN" altLang="en-US"/>
          </a:p>
          <a:p>
            <a:pPr lvl="2" eaLnBrk="1" hangingPunct="1"/>
            <a:r>
              <a:rPr lang="en-US" altLang="zh-CN"/>
              <a:t>4</a:t>
            </a:r>
            <a:r>
              <a:rPr lang="zh-CN" altLang="en-US"/>
              <a:t>月</a:t>
            </a:r>
            <a:r>
              <a:rPr lang="en-US" altLang="zh-CN"/>
              <a:t>1</a:t>
            </a:r>
            <a:r>
              <a:rPr lang="zh-CN" altLang="en-US"/>
              <a:t>日前，数控机床须获得使用认证</a:t>
            </a:r>
            <a:endParaRPr lang="zh-CN" altLang="en-US"/>
          </a:p>
          <a:p>
            <a:pPr lvl="2" eaLnBrk="1" hangingPunct="1"/>
            <a:r>
              <a:rPr lang="zh-CN" altLang="en-US"/>
              <a:t>在数控机床安装过程中，应该遵守有关国家劳动安全规定</a:t>
            </a:r>
            <a:endParaRPr lang="zh-CN" altLang="en-US"/>
          </a:p>
        </p:txBody>
      </p:sp>
      <p:sp>
        <p:nvSpPr>
          <p:cNvPr id="3" name="灯片编号占位符 2"/>
          <p:cNvSpPr>
            <a:spLocks noGrp="1"/>
          </p:cNvSpPr>
          <p:nvPr>
            <p:ph type="sldNum" sz="quarter" idx="10"/>
          </p:nvPr>
        </p:nvSpPr>
        <p:spPr/>
        <p:txBody>
          <a:bodyPr/>
          <a:lstStyle/>
          <a:p>
            <a:pPr>
              <a:defRPr/>
            </a:pPr>
            <a:fld id="{6D9D2222-8541-46EA-AD3B-36A5E091B774}" type="slidenum">
              <a:rPr lang="en-US" altLang="zh-CN" smtClean="0"/>
            </a:fld>
            <a:endParaRPr lang="en-US" altLang="zh-CN"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Grp="1" noChangeArrowheads="1"/>
          </p:cNvSpPr>
          <p:nvPr>
            <p:ph type="title"/>
          </p:nvPr>
        </p:nvSpPr>
        <p:spPr/>
        <p:txBody>
          <a:bodyPr/>
          <a:lstStyle/>
          <a:p>
            <a:pPr eaLnBrk="1" hangingPunct="1"/>
            <a:r>
              <a:rPr lang="zh-CN" altLang="en-US"/>
              <a:t>目标定义的</a:t>
            </a:r>
            <a:r>
              <a:rPr lang="en-US" altLang="zh-CN"/>
              <a:t>SMART</a:t>
            </a:r>
            <a:r>
              <a:rPr lang="zh-CN" altLang="en-US"/>
              <a:t>原则</a:t>
            </a:r>
            <a:endParaRPr lang="zh-CN" altLang="en-US"/>
          </a:p>
        </p:txBody>
      </p:sp>
      <p:sp>
        <p:nvSpPr>
          <p:cNvPr id="62468" name="Rectangle 3"/>
          <p:cNvSpPr>
            <a:spLocks noGrp="1" noChangeArrowheads="1"/>
          </p:cNvSpPr>
          <p:nvPr>
            <p:ph type="body" idx="1"/>
          </p:nvPr>
        </p:nvSpPr>
        <p:spPr/>
        <p:txBody>
          <a:bodyPr/>
          <a:lstStyle/>
          <a:p>
            <a:pPr eaLnBrk="1" hangingPunct="1"/>
            <a:r>
              <a:rPr lang="en-US" altLang="zh-CN" sz="4000" b="1">
                <a:solidFill>
                  <a:srgbClr val="FF0000"/>
                </a:solidFill>
              </a:rPr>
              <a:t>S</a:t>
            </a:r>
            <a:r>
              <a:rPr lang="en-US" altLang="zh-CN"/>
              <a:t>pecific – </a:t>
            </a:r>
            <a:r>
              <a:rPr lang="zh-CN" altLang="en-US"/>
              <a:t>足够具体</a:t>
            </a:r>
            <a:endParaRPr lang="en-US" altLang="zh-CN"/>
          </a:p>
          <a:p>
            <a:pPr eaLnBrk="1" hangingPunct="1"/>
            <a:r>
              <a:rPr lang="en-US" altLang="zh-CN" sz="4000" b="1">
                <a:solidFill>
                  <a:srgbClr val="FF0000"/>
                </a:solidFill>
              </a:rPr>
              <a:t>M</a:t>
            </a:r>
            <a:r>
              <a:rPr lang="en-US" altLang="zh-CN"/>
              <a:t>easurable – </a:t>
            </a:r>
            <a:r>
              <a:rPr lang="zh-CN" altLang="en-US"/>
              <a:t>可以衡量</a:t>
            </a:r>
            <a:endParaRPr lang="en-US" altLang="zh-CN"/>
          </a:p>
          <a:p>
            <a:pPr eaLnBrk="1" hangingPunct="1"/>
            <a:r>
              <a:rPr lang="en-US" altLang="zh-CN" sz="4000" b="1">
                <a:solidFill>
                  <a:srgbClr val="FF0000"/>
                </a:solidFill>
              </a:rPr>
              <a:t>A</a:t>
            </a:r>
            <a:r>
              <a:rPr lang="en-US" altLang="zh-CN"/>
              <a:t>ssignable – </a:t>
            </a:r>
            <a:r>
              <a:rPr lang="zh-CN" altLang="en-US"/>
              <a:t>可以分配给具体的执行人</a:t>
            </a:r>
            <a:endParaRPr lang="en-US" altLang="zh-CN"/>
          </a:p>
          <a:p>
            <a:pPr eaLnBrk="1" hangingPunct="1"/>
            <a:r>
              <a:rPr lang="en-US" altLang="zh-CN" sz="4000" b="1">
                <a:solidFill>
                  <a:srgbClr val="FF0000"/>
                </a:solidFill>
              </a:rPr>
              <a:t>R</a:t>
            </a:r>
            <a:r>
              <a:rPr lang="en-US" altLang="zh-CN"/>
              <a:t>ealistic – </a:t>
            </a:r>
            <a:r>
              <a:rPr lang="zh-CN" altLang="en-US"/>
              <a:t>特定的资源条件下，可以达成</a:t>
            </a:r>
            <a:endParaRPr lang="en-US" altLang="zh-CN"/>
          </a:p>
          <a:p>
            <a:pPr eaLnBrk="1" hangingPunct="1"/>
            <a:r>
              <a:rPr lang="en-US" altLang="zh-CN" sz="4000" b="1">
                <a:solidFill>
                  <a:srgbClr val="FF0000"/>
                </a:solidFill>
              </a:rPr>
              <a:t>T</a:t>
            </a:r>
            <a:r>
              <a:rPr lang="en-US" altLang="zh-CN"/>
              <a:t>ime-related – </a:t>
            </a:r>
            <a:r>
              <a:rPr lang="zh-CN" altLang="en-US"/>
              <a:t>有明确的时间要求</a:t>
            </a:r>
            <a:r>
              <a:rPr lang="en-US" altLang="zh-CN"/>
              <a:t> </a:t>
            </a:r>
            <a:endParaRPr lang="en-US" altLang="zh-CN"/>
          </a:p>
          <a:p>
            <a:pPr eaLnBrk="1" hangingPunct="1"/>
            <a:endParaRPr lang="zh-CN" altLang="en-US"/>
          </a:p>
        </p:txBody>
      </p:sp>
      <p:sp>
        <p:nvSpPr>
          <p:cNvPr id="3" name="灯片编号占位符 2"/>
          <p:cNvSpPr>
            <a:spLocks noGrp="1"/>
          </p:cNvSpPr>
          <p:nvPr>
            <p:ph type="sldNum" sz="quarter" idx="10"/>
          </p:nvPr>
        </p:nvSpPr>
        <p:spPr/>
        <p:txBody>
          <a:bodyPr/>
          <a:lstStyle/>
          <a:p>
            <a:pPr>
              <a:defRPr/>
            </a:pPr>
            <a:fld id="{6D9D2222-8541-46EA-AD3B-36A5E091B774}" type="slidenum">
              <a:rPr lang="en-US" altLang="zh-CN" smtClean="0"/>
            </a:fld>
            <a:endParaRPr lang="en-US" altLang="zh-CN"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2"/>
          <p:cNvSpPr>
            <a:spLocks noGrp="1" noChangeArrowheads="1"/>
          </p:cNvSpPr>
          <p:nvPr>
            <p:ph type="title"/>
          </p:nvPr>
        </p:nvSpPr>
        <p:spPr/>
        <p:txBody>
          <a:bodyPr/>
          <a:lstStyle/>
          <a:p>
            <a:pPr eaLnBrk="1" hangingPunct="1"/>
            <a:r>
              <a:rPr lang="zh-CN" altLang="en-US"/>
              <a:t>制定项目目标需要哪些人参与？</a:t>
            </a:r>
            <a:endParaRPr lang="zh-CN" altLang="en-US"/>
          </a:p>
        </p:txBody>
      </p:sp>
      <p:sp>
        <p:nvSpPr>
          <p:cNvPr id="64516" name="Rectangle 3"/>
          <p:cNvSpPr>
            <a:spLocks noGrp="1" noChangeArrowheads="1"/>
          </p:cNvSpPr>
          <p:nvPr>
            <p:ph type="body" idx="1"/>
          </p:nvPr>
        </p:nvSpPr>
        <p:spPr/>
        <p:txBody>
          <a:bodyPr/>
          <a:lstStyle/>
          <a:p>
            <a:pPr eaLnBrk="1" hangingPunct="1"/>
            <a:r>
              <a:rPr lang="zh-CN" altLang="en-US"/>
              <a:t>有信息的人</a:t>
            </a:r>
            <a:endParaRPr lang="zh-CN" altLang="en-US"/>
          </a:p>
          <a:p>
            <a:pPr eaLnBrk="1" hangingPunct="1"/>
            <a:r>
              <a:rPr lang="zh-CN" altLang="en-US"/>
              <a:t>需要他进行承诺的人</a:t>
            </a:r>
            <a:endParaRPr lang="zh-CN" altLang="en-US"/>
          </a:p>
          <a:p>
            <a:pPr eaLnBrk="1" hangingPunct="1"/>
            <a:r>
              <a:rPr lang="zh-CN" altLang="en-US"/>
              <a:t>被影响的人</a:t>
            </a:r>
            <a:endParaRPr lang="zh-CN" altLang="en-US"/>
          </a:p>
          <a:p>
            <a:pPr eaLnBrk="1" hangingPunct="1"/>
            <a:r>
              <a:rPr lang="zh-CN" altLang="en-US"/>
              <a:t>批准项目的人</a:t>
            </a:r>
            <a:endParaRPr lang="zh-CN" altLang="en-US"/>
          </a:p>
          <a:p>
            <a:pPr eaLnBrk="1" hangingPunct="1"/>
            <a:r>
              <a:rPr lang="zh-CN" altLang="en-US"/>
              <a:t>项目发起人</a:t>
            </a:r>
            <a:endParaRPr lang="en-US" altLang="zh-CN"/>
          </a:p>
        </p:txBody>
      </p:sp>
      <p:sp>
        <p:nvSpPr>
          <p:cNvPr id="3" name="灯片编号占位符 2"/>
          <p:cNvSpPr>
            <a:spLocks noGrp="1"/>
          </p:cNvSpPr>
          <p:nvPr>
            <p:ph type="sldNum" sz="quarter" idx="10"/>
          </p:nvPr>
        </p:nvSpPr>
        <p:spPr/>
        <p:txBody>
          <a:bodyPr/>
          <a:lstStyle/>
          <a:p>
            <a:pPr>
              <a:defRPr/>
            </a:pPr>
            <a:fld id="{6D9D2222-8541-46EA-AD3B-36A5E091B774}" type="slidenum">
              <a:rPr lang="en-US" altLang="zh-CN" smtClean="0"/>
            </a:fld>
            <a:endParaRPr lang="en-US" altLang="zh-CN"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67587" name="Text Box 5"/>
          <p:cNvSpPr txBox="1">
            <a:spLocks noChangeArrowheads="1"/>
          </p:cNvSpPr>
          <p:nvPr/>
        </p:nvSpPr>
        <p:spPr bwMode="auto">
          <a:xfrm>
            <a:off x="425450" y="1558925"/>
            <a:ext cx="9226550" cy="3990975"/>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marL="342900" indent="-342900">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lvl="2"/>
            <a:r>
              <a:rPr lang="zh-CN" altLang="en-US" sz="3200" b="1" dirty="0">
                <a:solidFill>
                  <a:srgbClr val="000000"/>
                </a:solidFill>
                <a:latin typeface="黑体" panose="02010609060101010101" pitchFamily="49" charset="-122"/>
                <a:ea typeface="黑体" panose="02010609060101010101" pitchFamily="49" charset="-122"/>
              </a:rPr>
              <a:t>6、下列提高项目管理质量的有效方式中，</a:t>
            </a:r>
            <a:endParaRPr lang="zh-CN" altLang="en-US" sz="3200" b="1" dirty="0">
              <a:solidFill>
                <a:srgbClr val="000000"/>
              </a:solidFill>
              <a:latin typeface="黑体" panose="02010609060101010101" pitchFamily="49" charset="-122"/>
              <a:ea typeface="黑体" panose="02010609060101010101" pitchFamily="49" charset="-122"/>
            </a:endParaRPr>
          </a:p>
          <a:p>
            <a:pPr lvl="2"/>
            <a:r>
              <a:rPr lang="zh-CN" altLang="en-US" sz="3200" b="1" dirty="0">
                <a:solidFill>
                  <a:srgbClr val="000000"/>
                </a:solidFill>
                <a:latin typeface="黑体" panose="02010609060101010101" pitchFamily="49" charset="-122"/>
                <a:ea typeface="黑体" panose="02010609060101010101" pitchFamily="49" charset="-122"/>
              </a:rPr>
              <a:t>   哪一个应当首先被考虑？</a:t>
            </a:r>
            <a:endParaRPr lang="zh-CN" altLang="en-US" sz="3200" dirty="0">
              <a:solidFill>
                <a:srgbClr val="000000"/>
              </a:solidFill>
              <a:latin typeface="黑体" panose="02010609060101010101" pitchFamily="49" charset="-122"/>
              <a:ea typeface="黑体" panose="02010609060101010101" pitchFamily="49" charset="-122"/>
            </a:endParaRPr>
          </a:p>
          <a:p>
            <a:pPr lvl="2"/>
            <a:endParaRPr lang="zh-CN" altLang="en-US" sz="3200" dirty="0">
              <a:solidFill>
                <a:srgbClr val="000000"/>
              </a:solidFill>
              <a:latin typeface="黑体" panose="02010609060101010101" pitchFamily="49" charset="-122"/>
              <a:ea typeface="黑体" panose="02010609060101010101" pitchFamily="49" charset="-122"/>
            </a:endParaRPr>
          </a:p>
          <a:p>
            <a:pPr lvl="2"/>
            <a:r>
              <a:rPr lang="zh-CN" altLang="en-US" sz="3200" dirty="0">
                <a:solidFill>
                  <a:srgbClr val="000000"/>
                </a:solidFill>
                <a:latin typeface="黑体" panose="02010609060101010101" pitchFamily="49" charset="-122"/>
                <a:ea typeface="黑体" panose="02010609060101010101" pitchFamily="49" charset="-122"/>
              </a:rPr>
              <a:t>    </a:t>
            </a:r>
            <a:r>
              <a:rPr lang="en-US" altLang="zh-CN" sz="3200" dirty="0">
                <a:solidFill>
                  <a:srgbClr val="000000"/>
                </a:solidFill>
                <a:latin typeface="黑体" panose="02010609060101010101" pitchFamily="49" charset="-122"/>
                <a:ea typeface="黑体" panose="02010609060101010101" pitchFamily="49" charset="-122"/>
              </a:rPr>
              <a:t>A </a:t>
            </a:r>
            <a:r>
              <a:rPr lang="zh-CN" altLang="en-US" sz="3200" dirty="0">
                <a:solidFill>
                  <a:srgbClr val="000000"/>
                </a:solidFill>
                <a:latin typeface="黑体" panose="02010609060101010101" pitchFamily="49" charset="-122"/>
                <a:ea typeface="黑体" panose="02010609060101010101" pitchFamily="49" charset="-122"/>
              </a:rPr>
              <a:t>建立一支相互配合、信任的项目小组；</a:t>
            </a:r>
            <a:endParaRPr lang="zh-CN" altLang="en-US" sz="3200" dirty="0">
              <a:solidFill>
                <a:srgbClr val="000000"/>
              </a:solidFill>
              <a:latin typeface="黑体" panose="02010609060101010101" pitchFamily="49" charset="-122"/>
              <a:ea typeface="黑体" panose="02010609060101010101" pitchFamily="49" charset="-122"/>
            </a:endParaRPr>
          </a:p>
          <a:p>
            <a:pPr lvl="2"/>
            <a:r>
              <a:rPr lang="zh-CN" altLang="en-US" sz="3200" dirty="0">
                <a:solidFill>
                  <a:srgbClr val="000000"/>
                </a:solidFill>
                <a:latin typeface="黑体" panose="02010609060101010101" pitchFamily="49" charset="-122"/>
                <a:ea typeface="黑体" panose="02010609060101010101" pitchFamily="49" charset="-122"/>
              </a:rPr>
              <a:t>    </a:t>
            </a:r>
            <a:r>
              <a:rPr lang="en-US" altLang="zh-CN" sz="3200" dirty="0">
                <a:solidFill>
                  <a:srgbClr val="000000"/>
                </a:solidFill>
                <a:latin typeface="黑体" panose="02010609060101010101" pitchFamily="49" charset="-122"/>
                <a:ea typeface="黑体" panose="02010609060101010101" pitchFamily="49" charset="-122"/>
              </a:rPr>
              <a:t>B </a:t>
            </a:r>
            <a:r>
              <a:rPr lang="zh-CN" altLang="en-US" sz="3200" dirty="0">
                <a:solidFill>
                  <a:srgbClr val="000000"/>
                </a:solidFill>
                <a:latin typeface="黑体" panose="02010609060101010101" pitchFamily="49" charset="-122"/>
                <a:ea typeface="黑体" panose="02010609060101010101" pitchFamily="49" charset="-122"/>
              </a:rPr>
              <a:t>多与客户沟通；</a:t>
            </a:r>
            <a:endParaRPr lang="zh-CN" altLang="en-US" sz="3200" dirty="0">
              <a:solidFill>
                <a:srgbClr val="000000"/>
              </a:solidFill>
              <a:latin typeface="黑体" panose="02010609060101010101" pitchFamily="49" charset="-122"/>
              <a:ea typeface="黑体" panose="02010609060101010101" pitchFamily="49" charset="-122"/>
            </a:endParaRPr>
          </a:p>
          <a:p>
            <a:pPr lvl="2"/>
            <a:r>
              <a:rPr lang="zh-CN" altLang="en-US" sz="3200" dirty="0">
                <a:solidFill>
                  <a:srgbClr val="000000"/>
                </a:solidFill>
                <a:latin typeface="黑体" panose="02010609060101010101" pitchFamily="49" charset="-122"/>
                <a:ea typeface="黑体" panose="02010609060101010101" pitchFamily="49" charset="-122"/>
              </a:rPr>
              <a:t>    </a:t>
            </a:r>
            <a:r>
              <a:rPr lang="en-US" altLang="zh-CN" sz="3200" dirty="0">
                <a:solidFill>
                  <a:srgbClr val="000000"/>
                </a:solidFill>
                <a:latin typeface="黑体" panose="02010609060101010101" pitchFamily="49" charset="-122"/>
                <a:ea typeface="黑体" panose="02010609060101010101" pitchFamily="49" charset="-122"/>
              </a:rPr>
              <a:t>C </a:t>
            </a:r>
            <a:r>
              <a:rPr lang="zh-CN" altLang="en-US" sz="3200" dirty="0">
                <a:solidFill>
                  <a:srgbClr val="000000"/>
                </a:solidFill>
                <a:latin typeface="黑体" panose="02010609060101010101" pitchFamily="49" charset="-122"/>
                <a:ea typeface="黑体" panose="02010609060101010101" pitchFamily="49" charset="-122"/>
              </a:rPr>
              <a:t>有足够的项目实施时间；</a:t>
            </a:r>
            <a:endParaRPr lang="zh-CN" altLang="en-US" sz="3200" dirty="0">
              <a:solidFill>
                <a:srgbClr val="000000"/>
              </a:solidFill>
              <a:latin typeface="黑体" panose="02010609060101010101" pitchFamily="49" charset="-122"/>
              <a:ea typeface="黑体" panose="02010609060101010101" pitchFamily="49" charset="-122"/>
            </a:endParaRPr>
          </a:p>
          <a:p>
            <a:pPr lvl="2"/>
            <a:r>
              <a:rPr lang="zh-CN" altLang="en-US" sz="3200" dirty="0">
                <a:solidFill>
                  <a:srgbClr val="000000"/>
                </a:solidFill>
                <a:latin typeface="黑体" panose="02010609060101010101" pitchFamily="49" charset="-122"/>
                <a:ea typeface="黑体" panose="02010609060101010101" pitchFamily="49" charset="-122"/>
              </a:rPr>
              <a:t>    </a:t>
            </a:r>
            <a:r>
              <a:rPr lang="en-US" altLang="zh-CN" sz="3200" dirty="0">
                <a:solidFill>
                  <a:srgbClr val="000000"/>
                </a:solidFill>
                <a:latin typeface="黑体" panose="02010609060101010101" pitchFamily="49" charset="-122"/>
                <a:ea typeface="黑体" panose="02010609060101010101" pitchFamily="49" charset="-122"/>
              </a:rPr>
              <a:t>D </a:t>
            </a:r>
            <a:r>
              <a:rPr lang="zh-CN" altLang="en-US" sz="3200" dirty="0">
                <a:solidFill>
                  <a:srgbClr val="000000"/>
                </a:solidFill>
                <a:latin typeface="黑体" panose="02010609060101010101" pitchFamily="49" charset="-122"/>
                <a:ea typeface="黑体" panose="02010609060101010101" pitchFamily="49" charset="-122"/>
              </a:rPr>
              <a:t>有效的控制项目中的风险；</a:t>
            </a:r>
            <a:endParaRPr lang="zh-CN" altLang="en-US" sz="3200" dirty="0">
              <a:solidFill>
                <a:srgbClr val="000000"/>
              </a:solidFill>
              <a:latin typeface="黑体" panose="02010609060101010101" pitchFamily="49" charset="-122"/>
              <a:ea typeface="黑体" panose="02010609060101010101" pitchFamily="49" charset="-122"/>
            </a:endParaRPr>
          </a:p>
          <a:p>
            <a:pPr lvl="2"/>
            <a:r>
              <a:rPr lang="zh-CN" altLang="en-US" sz="3200" dirty="0">
                <a:solidFill>
                  <a:srgbClr val="000000"/>
                </a:solidFill>
                <a:latin typeface="黑体" panose="02010609060101010101" pitchFamily="49" charset="-122"/>
                <a:ea typeface="黑体" panose="02010609060101010101" pitchFamily="49" charset="-122"/>
              </a:rPr>
              <a:t>    </a:t>
            </a:r>
            <a:r>
              <a:rPr lang="en-US" altLang="zh-CN" sz="3200" dirty="0">
                <a:solidFill>
                  <a:srgbClr val="000000"/>
                </a:solidFill>
                <a:latin typeface="黑体" panose="02010609060101010101" pitchFamily="49" charset="-122"/>
                <a:ea typeface="黑体" panose="02010609060101010101" pitchFamily="49" charset="-122"/>
              </a:rPr>
              <a:t>E </a:t>
            </a:r>
            <a:r>
              <a:rPr lang="zh-CN" altLang="en-US" sz="3200" dirty="0">
                <a:solidFill>
                  <a:srgbClr val="000000"/>
                </a:solidFill>
                <a:latin typeface="黑体" panose="02010609060101010101" pitchFamily="49" charset="-122"/>
                <a:ea typeface="黑体" panose="02010609060101010101" pitchFamily="49" charset="-122"/>
              </a:rPr>
              <a:t>有明确和可量化的考核目标。</a:t>
            </a:r>
            <a:endParaRPr lang="zh-CN" altLang="en-US" sz="3200" dirty="0">
              <a:solidFill>
                <a:srgbClr val="000000"/>
              </a:solidFill>
              <a:latin typeface="黑体" panose="02010609060101010101" pitchFamily="49" charset="-122"/>
              <a:ea typeface="黑体" panose="02010609060101010101" pitchFamily="49" charset="-122"/>
            </a:endParaRPr>
          </a:p>
        </p:txBody>
      </p:sp>
      <p:pic>
        <p:nvPicPr>
          <p:cNvPr id="67588" name="Picture 6" descr="BD00028_"/>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12750" y="5202238"/>
            <a:ext cx="1327150" cy="1300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89" name="Rectangle 7"/>
          <p:cNvSpPr>
            <a:spLocks noGrp="1" noChangeArrowheads="1"/>
          </p:cNvSpPr>
          <p:nvPr>
            <p:ph type="title"/>
          </p:nvPr>
        </p:nvSpPr>
        <p:spPr/>
        <p:txBody>
          <a:bodyPr/>
          <a:lstStyle/>
          <a:p>
            <a:pPr eaLnBrk="1" hangingPunct="1"/>
            <a:r>
              <a:rPr lang="zh-CN" altLang="en-US"/>
              <a:t>测试</a:t>
            </a:r>
            <a:endParaRPr lang="zh-CN" altLang="en-US"/>
          </a:p>
        </p:txBody>
      </p:sp>
      <p:sp>
        <p:nvSpPr>
          <p:cNvPr id="3" name="灯片编号占位符 2"/>
          <p:cNvSpPr>
            <a:spLocks noGrp="1"/>
          </p:cNvSpPr>
          <p:nvPr>
            <p:ph type="sldNum" sz="quarter" idx="10"/>
          </p:nvPr>
        </p:nvSpPr>
        <p:spPr/>
        <p:txBody>
          <a:bodyPr/>
          <a:lstStyle/>
          <a:p>
            <a:pPr>
              <a:defRPr/>
            </a:pPr>
            <a:fld id="{A6A0D67D-9B30-457F-9874-1F92730590A0}" type="slidenum">
              <a:rPr lang="en-US" altLang="zh-CN" smtClean="0"/>
            </a:fld>
            <a:endParaRPr lang="en-US" altLang="zh-CN" dirty="0"/>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69635" name="Text Box 5"/>
          <p:cNvSpPr txBox="1">
            <a:spLocks noChangeArrowheads="1"/>
          </p:cNvSpPr>
          <p:nvPr/>
        </p:nvSpPr>
        <p:spPr bwMode="auto">
          <a:xfrm>
            <a:off x="749300" y="1574800"/>
            <a:ext cx="8210550" cy="3503613"/>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marL="342900" indent="-342900">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lvl="2"/>
            <a:r>
              <a:rPr lang="zh-CN" altLang="en-US" sz="3200" b="1">
                <a:solidFill>
                  <a:srgbClr val="000000"/>
                </a:solidFill>
                <a:latin typeface="黑体" panose="02010609060101010101" pitchFamily="49" charset="-122"/>
                <a:ea typeface="黑体" panose="02010609060101010101" pitchFamily="49" charset="-122"/>
              </a:rPr>
              <a:t>7、什么是成功的项目管理的最好指标？</a:t>
            </a:r>
            <a:endParaRPr lang="zh-CN" altLang="en-US" sz="3200">
              <a:solidFill>
                <a:srgbClr val="000000"/>
              </a:solidFill>
              <a:latin typeface="黑体" panose="02010609060101010101" pitchFamily="49" charset="-122"/>
              <a:ea typeface="黑体" panose="02010609060101010101" pitchFamily="49" charset="-122"/>
            </a:endParaRPr>
          </a:p>
          <a:p>
            <a:pPr lvl="2"/>
            <a:endParaRPr lang="zh-CN" altLang="en-US" sz="3200">
              <a:solidFill>
                <a:srgbClr val="000000"/>
              </a:solidFill>
              <a:latin typeface="黑体" panose="02010609060101010101" pitchFamily="49" charset="-122"/>
              <a:ea typeface="黑体" panose="02010609060101010101" pitchFamily="49" charset="-122"/>
            </a:endParaRPr>
          </a:p>
          <a:p>
            <a:pPr lvl="2"/>
            <a:r>
              <a:rPr lang="zh-CN" altLang="en-US" sz="3200">
                <a:solidFill>
                  <a:srgbClr val="000000"/>
                </a:solidFill>
                <a:latin typeface="黑体" panose="02010609060101010101" pitchFamily="49" charset="-122"/>
                <a:ea typeface="黑体" panose="02010609060101010101" pitchFamily="49" charset="-122"/>
              </a:rPr>
              <a:t>     </a:t>
            </a:r>
            <a:r>
              <a:rPr lang="en-US" altLang="zh-CN" sz="3200">
                <a:solidFill>
                  <a:srgbClr val="000000"/>
                </a:solidFill>
                <a:latin typeface="黑体" panose="02010609060101010101" pitchFamily="49" charset="-122"/>
                <a:ea typeface="黑体" panose="02010609060101010101" pitchFamily="49" charset="-122"/>
              </a:rPr>
              <a:t>A </a:t>
            </a:r>
            <a:r>
              <a:rPr lang="zh-CN" altLang="en-US" sz="3200">
                <a:solidFill>
                  <a:srgbClr val="000000"/>
                </a:solidFill>
                <a:latin typeface="黑体" panose="02010609060101010101" pitchFamily="49" charset="-122"/>
                <a:ea typeface="黑体" panose="02010609060101010101" pitchFamily="49" charset="-122"/>
              </a:rPr>
              <a:t>所需时间短了</a:t>
            </a:r>
            <a:endParaRPr lang="zh-CN" altLang="en-US" sz="3200">
              <a:solidFill>
                <a:srgbClr val="000000"/>
              </a:solidFill>
              <a:latin typeface="黑体" panose="02010609060101010101" pitchFamily="49" charset="-122"/>
              <a:ea typeface="黑体" panose="02010609060101010101" pitchFamily="49" charset="-122"/>
            </a:endParaRPr>
          </a:p>
          <a:p>
            <a:pPr lvl="2"/>
            <a:r>
              <a:rPr lang="zh-CN" altLang="en-US" sz="3200">
                <a:solidFill>
                  <a:srgbClr val="000000"/>
                </a:solidFill>
                <a:latin typeface="黑体" panose="02010609060101010101" pitchFamily="49" charset="-122"/>
                <a:ea typeface="黑体" panose="02010609060101010101" pitchFamily="49" charset="-122"/>
              </a:rPr>
              <a:t>     </a:t>
            </a:r>
            <a:r>
              <a:rPr lang="en-US" altLang="zh-CN" sz="3200">
                <a:solidFill>
                  <a:srgbClr val="000000"/>
                </a:solidFill>
                <a:latin typeface="黑体" panose="02010609060101010101" pitchFamily="49" charset="-122"/>
                <a:ea typeface="黑体" panose="02010609060101010101" pitchFamily="49" charset="-122"/>
              </a:rPr>
              <a:t>B </a:t>
            </a:r>
            <a:r>
              <a:rPr lang="zh-CN" altLang="en-US" sz="3200">
                <a:solidFill>
                  <a:srgbClr val="000000"/>
                </a:solidFill>
                <a:latin typeface="黑体" panose="02010609060101010101" pitchFamily="49" charset="-122"/>
                <a:ea typeface="黑体" panose="02010609060101010101" pitchFamily="49" charset="-122"/>
              </a:rPr>
              <a:t>给客户省了钱</a:t>
            </a:r>
            <a:endParaRPr lang="zh-CN" altLang="en-US" sz="3200">
              <a:solidFill>
                <a:srgbClr val="000000"/>
              </a:solidFill>
              <a:latin typeface="黑体" panose="02010609060101010101" pitchFamily="49" charset="-122"/>
              <a:ea typeface="黑体" panose="02010609060101010101" pitchFamily="49" charset="-122"/>
            </a:endParaRPr>
          </a:p>
          <a:p>
            <a:pPr lvl="2"/>
            <a:r>
              <a:rPr lang="zh-CN" altLang="en-US" sz="3200">
                <a:solidFill>
                  <a:srgbClr val="000000"/>
                </a:solidFill>
                <a:latin typeface="黑体" panose="02010609060101010101" pitchFamily="49" charset="-122"/>
                <a:ea typeface="黑体" panose="02010609060101010101" pitchFamily="49" charset="-122"/>
              </a:rPr>
              <a:t>     </a:t>
            </a:r>
            <a:r>
              <a:rPr lang="en-US" altLang="zh-CN" sz="3200">
                <a:solidFill>
                  <a:srgbClr val="000000"/>
                </a:solidFill>
                <a:latin typeface="黑体" panose="02010609060101010101" pitchFamily="49" charset="-122"/>
                <a:ea typeface="黑体" panose="02010609060101010101" pitchFamily="49" charset="-122"/>
              </a:rPr>
              <a:t>C </a:t>
            </a:r>
            <a:r>
              <a:rPr lang="zh-CN" altLang="en-US" sz="3200">
                <a:solidFill>
                  <a:srgbClr val="000000"/>
                </a:solidFill>
                <a:latin typeface="黑体" panose="02010609060101010101" pitchFamily="49" charset="-122"/>
                <a:ea typeface="黑体" panose="02010609060101010101" pitchFamily="49" charset="-122"/>
              </a:rPr>
              <a:t>项目按时验收，并且无争论</a:t>
            </a:r>
            <a:endParaRPr lang="zh-CN" altLang="en-US" sz="3200">
              <a:solidFill>
                <a:srgbClr val="000000"/>
              </a:solidFill>
              <a:latin typeface="黑体" panose="02010609060101010101" pitchFamily="49" charset="-122"/>
              <a:ea typeface="黑体" panose="02010609060101010101" pitchFamily="49" charset="-122"/>
            </a:endParaRPr>
          </a:p>
          <a:p>
            <a:pPr lvl="2"/>
            <a:r>
              <a:rPr lang="zh-CN" altLang="en-US" sz="3200">
                <a:solidFill>
                  <a:srgbClr val="000000"/>
                </a:solidFill>
                <a:latin typeface="黑体" panose="02010609060101010101" pitchFamily="49" charset="-122"/>
                <a:ea typeface="黑体" panose="02010609060101010101" pitchFamily="49" charset="-122"/>
              </a:rPr>
              <a:t>     </a:t>
            </a:r>
            <a:r>
              <a:rPr lang="en-US" altLang="zh-CN" sz="3200">
                <a:solidFill>
                  <a:srgbClr val="000000"/>
                </a:solidFill>
                <a:latin typeface="黑体" panose="02010609060101010101" pitchFamily="49" charset="-122"/>
                <a:ea typeface="黑体" panose="02010609060101010101" pitchFamily="49" charset="-122"/>
              </a:rPr>
              <a:t>D </a:t>
            </a:r>
            <a:r>
              <a:rPr lang="zh-CN" altLang="en-US" sz="3200">
                <a:solidFill>
                  <a:srgbClr val="000000"/>
                </a:solidFill>
                <a:latin typeface="黑体" panose="02010609060101010101" pitchFamily="49" charset="-122"/>
                <a:ea typeface="黑体" panose="02010609060101010101" pitchFamily="49" charset="-122"/>
              </a:rPr>
              <a:t>完全按计划</a:t>
            </a:r>
            <a:endParaRPr lang="zh-CN" altLang="en-US" sz="3200">
              <a:solidFill>
                <a:srgbClr val="000000"/>
              </a:solidFill>
              <a:latin typeface="黑体" panose="02010609060101010101" pitchFamily="49" charset="-122"/>
              <a:ea typeface="黑体" panose="02010609060101010101" pitchFamily="49" charset="-122"/>
            </a:endParaRPr>
          </a:p>
          <a:p>
            <a:pPr lvl="2"/>
            <a:r>
              <a:rPr lang="zh-CN" altLang="en-US" sz="3200">
                <a:solidFill>
                  <a:srgbClr val="000000"/>
                </a:solidFill>
                <a:latin typeface="黑体" panose="02010609060101010101" pitchFamily="49" charset="-122"/>
                <a:ea typeface="黑体" panose="02010609060101010101" pitchFamily="49" charset="-122"/>
              </a:rPr>
              <a:t>     </a:t>
            </a:r>
            <a:r>
              <a:rPr lang="en-US" altLang="zh-CN" sz="3200">
                <a:solidFill>
                  <a:srgbClr val="000000"/>
                </a:solidFill>
                <a:latin typeface="黑体" panose="02010609060101010101" pitchFamily="49" charset="-122"/>
                <a:ea typeface="黑体" panose="02010609060101010101" pitchFamily="49" charset="-122"/>
              </a:rPr>
              <a:t>E </a:t>
            </a:r>
            <a:r>
              <a:rPr lang="zh-CN" altLang="en-US" sz="3200">
                <a:solidFill>
                  <a:srgbClr val="000000"/>
                </a:solidFill>
                <a:latin typeface="黑体" panose="02010609060101010101" pitchFamily="49" charset="-122"/>
                <a:ea typeface="黑体" panose="02010609060101010101" pitchFamily="49" charset="-122"/>
              </a:rPr>
              <a:t>提升了公司形象</a:t>
            </a:r>
            <a:endParaRPr lang="zh-CN" altLang="en-US" sz="3200">
              <a:solidFill>
                <a:srgbClr val="000000"/>
              </a:solidFill>
              <a:latin typeface="黑体" panose="02010609060101010101" pitchFamily="49" charset="-122"/>
              <a:ea typeface="黑体" panose="02010609060101010101" pitchFamily="49" charset="-122"/>
            </a:endParaRPr>
          </a:p>
        </p:txBody>
      </p:sp>
      <p:pic>
        <p:nvPicPr>
          <p:cNvPr id="69636" name="Picture 6" descr="BD00028_"/>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12750" y="5202238"/>
            <a:ext cx="1327150" cy="1300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7" name="Rectangle 7"/>
          <p:cNvSpPr>
            <a:spLocks noGrp="1" noChangeArrowheads="1"/>
          </p:cNvSpPr>
          <p:nvPr>
            <p:ph type="title"/>
          </p:nvPr>
        </p:nvSpPr>
        <p:spPr/>
        <p:txBody>
          <a:bodyPr/>
          <a:lstStyle/>
          <a:p>
            <a:pPr eaLnBrk="1" hangingPunct="1"/>
            <a:r>
              <a:rPr lang="zh-CN" altLang="en-US"/>
              <a:t>测试</a:t>
            </a:r>
            <a:endParaRPr lang="zh-CN" altLang="en-US"/>
          </a:p>
        </p:txBody>
      </p:sp>
      <p:sp>
        <p:nvSpPr>
          <p:cNvPr id="3" name="灯片编号占位符 2"/>
          <p:cNvSpPr>
            <a:spLocks noGrp="1"/>
          </p:cNvSpPr>
          <p:nvPr>
            <p:ph type="sldNum" sz="quarter" idx="10"/>
          </p:nvPr>
        </p:nvSpPr>
        <p:spPr/>
        <p:txBody>
          <a:bodyPr/>
          <a:lstStyle/>
          <a:p>
            <a:pPr>
              <a:defRPr/>
            </a:pPr>
            <a:fld id="{A6A0D67D-9B30-457F-9874-1F92730590A0}" type="slidenum">
              <a:rPr lang="en-US" altLang="zh-CN" smtClean="0"/>
            </a:fld>
            <a:endParaRPr lang="en-US" altLang="zh-CN" dirty="0"/>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pSp>
        <p:nvGrpSpPr>
          <p:cNvPr id="71683" name="Group 2"/>
          <p:cNvGrpSpPr/>
          <p:nvPr/>
        </p:nvGrpSpPr>
        <p:grpSpPr bwMode="auto">
          <a:xfrm>
            <a:off x="996950" y="2185988"/>
            <a:ext cx="2173288" cy="3303587"/>
            <a:chOff x="580" y="1005"/>
            <a:chExt cx="1369" cy="2081"/>
          </a:xfrm>
        </p:grpSpPr>
        <p:sp>
          <p:nvSpPr>
            <p:cNvPr id="71688" name="Rectangle 3"/>
            <p:cNvSpPr>
              <a:spLocks noChangeArrowheads="1"/>
            </p:cNvSpPr>
            <p:nvPr/>
          </p:nvSpPr>
          <p:spPr bwMode="auto">
            <a:xfrm>
              <a:off x="580" y="1005"/>
              <a:ext cx="1369" cy="2081"/>
            </a:xfrm>
            <a:prstGeom prst="rect">
              <a:avLst/>
            </a:prstGeom>
            <a:solidFill>
              <a:srgbClr val="FF0000"/>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71689" name="Text Box 4"/>
            <p:cNvSpPr txBox="1">
              <a:spLocks noChangeArrowheads="1"/>
            </p:cNvSpPr>
            <p:nvPr/>
          </p:nvSpPr>
          <p:spPr bwMode="auto">
            <a:xfrm>
              <a:off x="767" y="1137"/>
              <a:ext cx="957" cy="28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r>
                <a:rPr lang="zh-CN" altLang="en-US" b="1" u="sng" dirty="0">
                  <a:solidFill>
                    <a:schemeClr val="tx2"/>
                  </a:solidFill>
                  <a:latin typeface="黑体" panose="02010609060101010101" pitchFamily="49" charset="-122"/>
                  <a:ea typeface="黑体" panose="02010609060101010101" pitchFamily="49" charset="-122"/>
                </a:rPr>
                <a:t>启动阶段</a:t>
              </a:r>
              <a:endParaRPr lang="zh-CN" altLang="en-US" b="1" u="sng" dirty="0">
                <a:solidFill>
                  <a:schemeClr val="tx2"/>
                </a:solidFill>
                <a:latin typeface="黑体" panose="02010609060101010101" pitchFamily="49" charset="-122"/>
                <a:ea typeface="黑体" panose="02010609060101010101" pitchFamily="49" charset="-122"/>
              </a:endParaRPr>
            </a:p>
          </p:txBody>
        </p:sp>
        <p:sp>
          <p:nvSpPr>
            <p:cNvPr id="71690" name="Text Box 5"/>
            <p:cNvSpPr txBox="1">
              <a:spLocks noChangeArrowheads="1"/>
            </p:cNvSpPr>
            <p:nvPr/>
          </p:nvSpPr>
          <p:spPr bwMode="auto">
            <a:xfrm>
              <a:off x="634" y="1631"/>
              <a:ext cx="1265" cy="122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lang="zh-CN" altLang="en-US" sz="2200" b="1" dirty="0">
                  <a:solidFill>
                    <a:schemeClr val="tx2"/>
                  </a:solidFill>
                  <a:latin typeface="黑体" panose="02010609060101010101" pitchFamily="49" charset="-122"/>
                  <a:ea typeface="黑体" panose="02010609060101010101" pitchFamily="49" charset="-122"/>
                </a:rPr>
                <a:t>定义项目</a:t>
              </a:r>
              <a:endParaRPr lang="zh-CN" altLang="en-US" sz="2200" b="1" dirty="0">
                <a:solidFill>
                  <a:srgbClr val="000000"/>
                </a:solidFill>
                <a:latin typeface="黑体" panose="02010609060101010101" pitchFamily="49" charset="-122"/>
                <a:ea typeface="黑体" panose="02010609060101010101" pitchFamily="49" charset="-122"/>
              </a:endParaRPr>
            </a:p>
            <a:p>
              <a:pPr algn="ctr" eaLnBrk="1" hangingPunct="1">
                <a:spcBef>
                  <a:spcPct val="50000"/>
                </a:spcBef>
              </a:pPr>
              <a:r>
                <a:rPr lang="zh-CN" altLang="en-US" sz="2200" b="1" dirty="0">
                  <a:solidFill>
                    <a:schemeClr val="tx2"/>
                  </a:solidFill>
                  <a:latin typeface="黑体" panose="02010609060101010101" pitchFamily="49" charset="-122"/>
                  <a:ea typeface="黑体" panose="02010609060101010101" pitchFamily="49" charset="-122"/>
                </a:rPr>
                <a:t>制定项目目标</a:t>
              </a:r>
              <a:endParaRPr lang="zh-CN" altLang="en-US" sz="2200" b="1" dirty="0">
                <a:solidFill>
                  <a:schemeClr val="tx2"/>
                </a:solidFill>
                <a:latin typeface="黑体" panose="02010609060101010101" pitchFamily="49" charset="-122"/>
                <a:ea typeface="黑体" panose="02010609060101010101" pitchFamily="49" charset="-122"/>
              </a:endParaRPr>
            </a:p>
            <a:p>
              <a:pPr algn="ctr" eaLnBrk="1" hangingPunct="1">
                <a:spcBef>
                  <a:spcPct val="50000"/>
                </a:spcBef>
              </a:pPr>
              <a:r>
                <a:rPr lang="zh-CN" altLang="en-US" sz="2200" b="1" dirty="0">
                  <a:solidFill>
                    <a:srgbClr val="000000"/>
                  </a:solidFill>
                  <a:latin typeface="黑体" panose="02010609060101010101" pitchFamily="49" charset="-122"/>
                  <a:ea typeface="黑体" panose="02010609060101010101" pitchFamily="49" charset="-122"/>
                </a:rPr>
                <a:t>工作分解结构</a:t>
              </a:r>
              <a:endParaRPr lang="zh-CN" altLang="en-US" sz="2200" b="1" dirty="0">
                <a:solidFill>
                  <a:schemeClr val="tx2"/>
                </a:solidFill>
                <a:latin typeface="黑体" panose="02010609060101010101" pitchFamily="49" charset="-122"/>
                <a:ea typeface="黑体" panose="02010609060101010101" pitchFamily="49" charset="-122"/>
              </a:endParaRPr>
            </a:p>
            <a:p>
              <a:pPr algn="ctr" eaLnBrk="1" hangingPunct="1">
                <a:spcBef>
                  <a:spcPct val="50000"/>
                </a:spcBef>
              </a:pPr>
              <a:r>
                <a:rPr lang="zh-CN" altLang="en-US" sz="2200" b="1" dirty="0">
                  <a:solidFill>
                    <a:schemeClr val="tx2"/>
                  </a:solidFill>
                  <a:latin typeface="黑体" panose="02010609060101010101" pitchFamily="49" charset="-122"/>
                  <a:ea typeface="黑体" panose="02010609060101010101" pitchFamily="49" charset="-122"/>
                </a:rPr>
                <a:t>核算资源成本</a:t>
              </a:r>
              <a:endParaRPr lang="zh-CN" altLang="en-US" sz="2000" b="1" dirty="0">
                <a:solidFill>
                  <a:srgbClr val="000000"/>
                </a:solidFill>
                <a:latin typeface="黑体" panose="02010609060101010101" pitchFamily="49" charset="-122"/>
                <a:ea typeface="黑体" panose="02010609060101010101" pitchFamily="49" charset="-122"/>
              </a:endParaRPr>
            </a:p>
          </p:txBody>
        </p:sp>
      </p:grpSp>
      <p:sp>
        <p:nvSpPr>
          <p:cNvPr id="500746" name="Text Box 10"/>
          <p:cNvSpPr txBox="1">
            <a:spLocks noChangeArrowheads="1"/>
          </p:cNvSpPr>
          <p:nvPr/>
        </p:nvSpPr>
        <p:spPr bwMode="auto">
          <a:xfrm>
            <a:off x="4478338" y="2481263"/>
            <a:ext cx="4757737" cy="1187450"/>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r"/>
            <a:r>
              <a:rPr lang="zh-CN" altLang="en-US">
                <a:solidFill>
                  <a:srgbClr val="000000"/>
                </a:solidFill>
                <a:latin typeface="黑体" panose="02010609060101010101" pitchFamily="49" charset="-122"/>
                <a:ea typeface="黑体" panose="02010609060101010101" pitchFamily="49" charset="-122"/>
              </a:rPr>
              <a:t>通过这个项目,我们需要完成什么?</a:t>
            </a:r>
            <a:endParaRPr lang="zh-CN" altLang="en-US">
              <a:solidFill>
                <a:srgbClr val="000000"/>
              </a:solidFill>
              <a:latin typeface="黑体" panose="02010609060101010101" pitchFamily="49" charset="-122"/>
              <a:ea typeface="黑体" panose="02010609060101010101" pitchFamily="49" charset="-122"/>
            </a:endParaRPr>
          </a:p>
          <a:p>
            <a:pPr algn="r"/>
            <a:r>
              <a:rPr lang="zh-CN" altLang="en-US">
                <a:solidFill>
                  <a:srgbClr val="000000"/>
                </a:solidFill>
                <a:latin typeface="黑体" panose="02010609060101010101" pitchFamily="49" charset="-122"/>
                <a:ea typeface="黑体" panose="02010609060101010101" pitchFamily="49" charset="-122"/>
              </a:rPr>
              <a:t>包括什么工作?</a:t>
            </a:r>
            <a:endParaRPr lang="zh-CN" altLang="en-US">
              <a:solidFill>
                <a:srgbClr val="000000"/>
              </a:solidFill>
              <a:latin typeface="黑体" panose="02010609060101010101" pitchFamily="49" charset="-122"/>
              <a:ea typeface="黑体" panose="02010609060101010101" pitchFamily="49" charset="-122"/>
            </a:endParaRPr>
          </a:p>
          <a:p>
            <a:pPr algn="r"/>
            <a:r>
              <a:rPr lang="zh-CN" altLang="en-US">
                <a:solidFill>
                  <a:srgbClr val="000000"/>
                </a:solidFill>
                <a:latin typeface="黑体" panose="02010609060101010101" pitchFamily="49" charset="-122"/>
                <a:ea typeface="黑体" panose="02010609060101010101" pitchFamily="49" charset="-122"/>
              </a:rPr>
              <a:t>各项工作的主要分支是什么?</a:t>
            </a:r>
            <a:endParaRPr lang="zh-CN" altLang="en-US">
              <a:solidFill>
                <a:srgbClr val="000000"/>
              </a:solidFill>
              <a:latin typeface="黑体" panose="02010609060101010101" pitchFamily="49" charset="-122"/>
              <a:ea typeface="黑体" panose="02010609060101010101" pitchFamily="49" charset="-122"/>
            </a:endParaRPr>
          </a:p>
        </p:txBody>
      </p:sp>
      <p:sp>
        <p:nvSpPr>
          <p:cNvPr id="500747" name="Text Box 11"/>
          <p:cNvSpPr txBox="1">
            <a:spLocks noChangeArrowheads="1"/>
          </p:cNvSpPr>
          <p:nvPr/>
        </p:nvSpPr>
        <p:spPr bwMode="auto">
          <a:xfrm>
            <a:off x="3794125" y="4541838"/>
            <a:ext cx="4473575" cy="366712"/>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nSpc>
                <a:spcPct val="75000"/>
              </a:lnSpc>
              <a:spcBef>
                <a:spcPct val="50000"/>
              </a:spcBef>
            </a:pPr>
            <a:r>
              <a:rPr lang="zh-CN" altLang="en-US" b="1">
                <a:solidFill>
                  <a:srgbClr val="000000"/>
                </a:solidFill>
                <a:latin typeface="黑体" panose="02010609060101010101" pitchFamily="49" charset="-122"/>
                <a:ea typeface="黑体" panose="02010609060101010101" pitchFamily="49" charset="-122"/>
              </a:rPr>
              <a:t>用图表或目录形式表示工作结构</a:t>
            </a:r>
            <a:endParaRPr lang="zh-CN" altLang="en-US" b="1">
              <a:solidFill>
                <a:srgbClr val="000000"/>
              </a:solidFill>
              <a:latin typeface="黑体" panose="02010609060101010101" pitchFamily="49" charset="-122"/>
              <a:ea typeface="黑体" panose="02010609060101010101" pitchFamily="49" charset="-122"/>
            </a:endParaRPr>
          </a:p>
        </p:txBody>
      </p:sp>
      <p:sp>
        <p:nvSpPr>
          <p:cNvPr id="500749" name="Text Box 13"/>
          <p:cNvSpPr txBox="1">
            <a:spLocks noChangeArrowheads="1"/>
          </p:cNvSpPr>
          <p:nvPr/>
        </p:nvSpPr>
        <p:spPr bwMode="auto">
          <a:xfrm>
            <a:off x="3797300" y="5028556"/>
            <a:ext cx="5120312" cy="461665"/>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r>
              <a:rPr lang="zh-CN" altLang="en-US" dirty="0">
                <a:solidFill>
                  <a:srgbClr val="000000"/>
                </a:solidFill>
                <a:latin typeface="黑体" panose="02010609060101010101" pitchFamily="49" charset="-122"/>
                <a:ea typeface="黑体" panose="02010609060101010101" pitchFamily="49" charset="-122"/>
              </a:rPr>
              <a:t>每项工作应有具体的</a:t>
            </a:r>
            <a:r>
              <a:rPr lang="zh-CN" altLang="en-US" b="1" dirty="0">
                <a:solidFill>
                  <a:schemeClr val="accent5">
                    <a:lumMod val="75000"/>
                  </a:schemeClr>
                </a:solidFill>
                <a:latin typeface="黑体" panose="02010609060101010101" pitchFamily="49" charset="-122"/>
                <a:ea typeface="黑体" panose="02010609060101010101" pitchFamily="49" charset="-122"/>
              </a:rPr>
              <a:t>执行和质量标准</a:t>
            </a:r>
            <a:endParaRPr lang="zh-CN" altLang="en-US" b="1" dirty="0">
              <a:solidFill>
                <a:schemeClr val="accent5">
                  <a:lumMod val="75000"/>
                </a:schemeClr>
              </a:solidFill>
              <a:latin typeface="黑体" panose="02010609060101010101" pitchFamily="49" charset="-122"/>
              <a:ea typeface="黑体" panose="02010609060101010101" pitchFamily="49" charset="-122"/>
            </a:endParaRPr>
          </a:p>
        </p:txBody>
      </p:sp>
      <p:sp>
        <p:nvSpPr>
          <p:cNvPr id="71687" name="Rectangle 15"/>
          <p:cNvSpPr>
            <a:spLocks noGrp="1" noChangeArrowheads="1"/>
          </p:cNvSpPr>
          <p:nvPr>
            <p:ph type="title"/>
          </p:nvPr>
        </p:nvSpPr>
        <p:spPr/>
        <p:txBody>
          <a:bodyPr/>
          <a:lstStyle/>
          <a:p>
            <a:pPr eaLnBrk="1" hangingPunct="1"/>
            <a:r>
              <a:rPr lang="zh-CN" altLang="en-US" sz="3200" dirty="0"/>
              <a:t>工作分解结构 </a:t>
            </a:r>
            <a:r>
              <a:rPr lang="en-US" altLang="zh-CN" sz="3200" dirty="0"/>
              <a:t>(</a:t>
            </a:r>
            <a:r>
              <a:rPr lang="en-US" altLang="zh-CN" sz="3200" b="1" dirty="0">
                <a:solidFill>
                  <a:schemeClr val="accent5">
                    <a:lumMod val="75000"/>
                  </a:schemeClr>
                </a:solidFill>
              </a:rPr>
              <a:t>W</a:t>
            </a:r>
            <a:r>
              <a:rPr lang="en-US" altLang="zh-CN" sz="3200" dirty="0"/>
              <a:t>ork </a:t>
            </a:r>
            <a:r>
              <a:rPr lang="en-US" altLang="zh-CN" sz="3200" b="1" dirty="0">
                <a:solidFill>
                  <a:schemeClr val="accent5">
                    <a:lumMod val="75000"/>
                  </a:schemeClr>
                </a:solidFill>
              </a:rPr>
              <a:t>B</a:t>
            </a:r>
            <a:r>
              <a:rPr lang="en-US" altLang="zh-CN" sz="3200" dirty="0"/>
              <a:t>reakdown </a:t>
            </a:r>
            <a:r>
              <a:rPr lang="en-US" altLang="zh-CN" sz="3200" b="1" dirty="0">
                <a:solidFill>
                  <a:schemeClr val="accent5">
                    <a:lumMod val="75000"/>
                  </a:schemeClr>
                </a:solidFill>
              </a:rPr>
              <a:t>S</a:t>
            </a:r>
            <a:r>
              <a:rPr lang="en-US" altLang="zh-CN" sz="3200" dirty="0"/>
              <a:t>tructure)</a:t>
            </a:r>
            <a:br>
              <a:rPr lang="zh-CN" altLang="en-US" sz="3200" dirty="0"/>
            </a:br>
            <a:r>
              <a:rPr lang="en-US" altLang="zh-CN" sz="2400" dirty="0">
                <a:latin typeface="Arial" panose="020B0604020202020204" pitchFamily="34" charset="0"/>
              </a:rPr>
              <a:t>——</a:t>
            </a:r>
            <a:r>
              <a:rPr lang="zh-CN" altLang="en-US" sz="2400" dirty="0"/>
              <a:t>确定具体要完成的工作</a:t>
            </a:r>
            <a:endParaRPr lang="zh-CN" altLang="en-US" sz="2400" dirty="0"/>
          </a:p>
        </p:txBody>
      </p:sp>
      <p:sp>
        <p:nvSpPr>
          <p:cNvPr id="3" name="灯片编号占位符 2"/>
          <p:cNvSpPr>
            <a:spLocks noGrp="1"/>
          </p:cNvSpPr>
          <p:nvPr>
            <p:ph type="sldNum" sz="quarter" idx="10"/>
          </p:nvPr>
        </p:nvSpPr>
        <p:spPr/>
        <p:txBody>
          <a:bodyPr/>
          <a:lstStyle/>
          <a:p>
            <a:pPr>
              <a:defRPr/>
            </a:pPr>
            <a:fld id="{A6A0D67D-9B30-457F-9874-1F92730590A0}" type="slidenum">
              <a:rPr lang="en-US" altLang="zh-CN" smtClean="0"/>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00746"/>
                                        </p:tgtEl>
                                        <p:attrNameLst>
                                          <p:attrName>style.visibility</p:attrName>
                                        </p:attrNameLst>
                                      </p:cBhvr>
                                      <p:to>
                                        <p:strVal val="visible"/>
                                      </p:to>
                                    </p:set>
                                    <p:anim calcmode="lin" valueType="num">
                                      <p:cBhvr additive="base">
                                        <p:cTn id="7" dur="500" fill="hold"/>
                                        <p:tgtEl>
                                          <p:spTgt spid="500746"/>
                                        </p:tgtEl>
                                        <p:attrNameLst>
                                          <p:attrName>ppt_x</p:attrName>
                                        </p:attrNameLst>
                                      </p:cBhvr>
                                      <p:tavLst>
                                        <p:tav tm="0">
                                          <p:val>
                                            <p:strVal val="0-#ppt_w/2"/>
                                          </p:val>
                                        </p:tav>
                                        <p:tav tm="100000">
                                          <p:val>
                                            <p:strVal val="#ppt_x"/>
                                          </p:val>
                                        </p:tav>
                                      </p:tavLst>
                                    </p:anim>
                                    <p:anim calcmode="lin" valueType="num">
                                      <p:cBhvr additive="base">
                                        <p:cTn id="8" dur="500" fill="hold"/>
                                        <p:tgtEl>
                                          <p:spTgt spid="50074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00747"/>
                                        </p:tgtEl>
                                        <p:attrNameLst>
                                          <p:attrName>style.visibility</p:attrName>
                                        </p:attrNameLst>
                                      </p:cBhvr>
                                      <p:to>
                                        <p:strVal val="visible"/>
                                      </p:to>
                                    </p:set>
                                    <p:anim calcmode="lin" valueType="num">
                                      <p:cBhvr additive="base">
                                        <p:cTn id="13" dur="500" fill="hold"/>
                                        <p:tgtEl>
                                          <p:spTgt spid="500747"/>
                                        </p:tgtEl>
                                        <p:attrNameLst>
                                          <p:attrName>ppt_x</p:attrName>
                                        </p:attrNameLst>
                                      </p:cBhvr>
                                      <p:tavLst>
                                        <p:tav tm="0">
                                          <p:val>
                                            <p:strVal val="0-#ppt_w/2"/>
                                          </p:val>
                                        </p:tav>
                                        <p:tav tm="100000">
                                          <p:val>
                                            <p:strVal val="#ppt_x"/>
                                          </p:val>
                                        </p:tav>
                                      </p:tavLst>
                                    </p:anim>
                                    <p:anim calcmode="lin" valueType="num">
                                      <p:cBhvr additive="base">
                                        <p:cTn id="14" dur="500" fill="hold"/>
                                        <p:tgtEl>
                                          <p:spTgt spid="50074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500749"/>
                                        </p:tgtEl>
                                        <p:attrNameLst>
                                          <p:attrName>style.visibility</p:attrName>
                                        </p:attrNameLst>
                                      </p:cBhvr>
                                      <p:to>
                                        <p:strVal val="visible"/>
                                      </p:to>
                                    </p:set>
                                    <p:anim calcmode="lin" valueType="num">
                                      <p:cBhvr additive="base">
                                        <p:cTn id="19" dur="500" fill="hold"/>
                                        <p:tgtEl>
                                          <p:spTgt spid="500749"/>
                                        </p:tgtEl>
                                        <p:attrNameLst>
                                          <p:attrName>ppt_x</p:attrName>
                                        </p:attrNameLst>
                                      </p:cBhvr>
                                      <p:tavLst>
                                        <p:tav tm="0">
                                          <p:val>
                                            <p:strVal val="0-#ppt_w/2"/>
                                          </p:val>
                                        </p:tav>
                                        <p:tav tm="100000">
                                          <p:val>
                                            <p:strVal val="#ppt_x"/>
                                          </p:val>
                                        </p:tav>
                                      </p:tavLst>
                                    </p:anim>
                                    <p:anim calcmode="lin" valueType="num">
                                      <p:cBhvr additive="base">
                                        <p:cTn id="20" dur="500" fill="hold"/>
                                        <p:tgtEl>
                                          <p:spTgt spid="50074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0746" grpId="0" autoUpdateAnimBg="0"/>
      <p:bldP spid="500747" grpId="0" autoUpdateAnimBg="0"/>
      <p:bldP spid="500749" grpId="0"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CCFF99"/>
        </a:solidFill>
        <a:effectLst/>
      </p:bgPr>
    </p:bg>
    <p:spTree>
      <p:nvGrpSpPr>
        <p:cNvPr id="1" name=""/>
        <p:cNvGrpSpPr/>
        <p:nvPr/>
      </p:nvGrpSpPr>
      <p:grpSpPr>
        <a:xfrm>
          <a:off x="0" y="0"/>
          <a:ext cx="0" cy="0"/>
          <a:chOff x="0" y="0"/>
          <a:chExt cx="0" cy="0"/>
        </a:xfrm>
      </p:grpSpPr>
      <p:sp>
        <p:nvSpPr>
          <p:cNvPr id="73731" name="Rectangle 36"/>
          <p:cNvSpPr>
            <a:spLocks noGrp="1" noChangeArrowheads="1"/>
          </p:cNvSpPr>
          <p:nvPr>
            <p:ph type="title"/>
          </p:nvPr>
        </p:nvSpPr>
        <p:spPr/>
        <p:txBody>
          <a:bodyPr/>
          <a:lstStyle/>
          <a:p>
            <a:pPr eaLnBrk="1" hangingPunct="1"/>
            <a:r>
              <a:rPr lang="zh-CN" altLang="en-US" sz="3200"/>
              <a:t>工作分解结构</a:t>
            </a:r>
            <a:br>
              <a:rPr lang="zh-CN" altLang="en-US" sz="3200"/>
            </a:br>
            <a:r>
              <a:rPr lang="en-US" altLang="zh-CN" sz="3200"/>
              <a:t>(</a:t>
            </a:r>
            <a:r>
              <a:rPr lang="zh-CN" altLang="en-US" sz="3200"/>
              <a:t>图表形式</a:t>
            </a:r>
            <a:r>
              <a:rPr lang="en-US" altLang="zh-CN" sz="3200"/>
              <a:t>)</a:t>
            </a:r>
            <a:endParaRPr lang="en-US" altLang="zh-CN" sz="3200"/>
          </a:p>
        </p:txBody>
      </p:sp>
      <p:sp>
        <p:nvSpPr>
          <p:cNvPr id="73732" name="Rectangle 3"/>
          <p:cNvSpPr>
            <a:spLocks noChangeArrowheads="1"/>
          </p:cNvSpPr>
          <p:nvPr/>
        </p:nvSpPr>
        <p:spPr bwMode="auto">
          <a:xfrm>
            <a:off x="2971800" y="1752600"/>
            <a:ext cx="3984625" cy="476250"/>
          </a:xfrm>
          <a:prstGeom prst="rect">
            <a:avLst/>
          </a:prstGeom>
          <a:noFill/>
          <a:ln w="19050">
            <a:solidFill>
              <a:schemeClr val="accent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endParaRPr kumimoji="1" lang="zh-CN" altLang="en-US">
              <a:solidFill>
                <a:schemeClr val="bg2"/>
              </a:solidFill>
              <a:latin typeface="Times New Roman" panose="02020603050405020304" pitchFamily="18" charset="0"/>
              <a:ea typeface="黑体" panose="02010609060101010101" pitchFamily="49" charset="-122"/>
            </a:endParaRPr>
          </a:p>
        </p:txBody>
      </p:sp>
      <p:sp>
        <p:nvSpPr>
          <p:cNvPr id="73733" name="Line 4"/>
          <p:cNvSpPr>
            <a:spLocks noChangeShapeType="1"/>
          </p:cNvSpPr>
          <p:nvPr/>
        </p:nvSpPr>
        <p:spPr bwMode="auto">
          <a:xfrm>
            <a:off x="4843463" y="2305050"/>
            <a:ext cx="0" cy="571500"/>
          </a:xfrm>
          <a:prstGeom prst="line">
            <a:avLst/>
          </a:prstGeom>
          <a:noFill/>
          <a:ln w="952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73734" name="Line 5"/>
          <p:cNvSpPr>
            <a:spLocks noChangeShapeType="1"/>
          </p:cNvSpPr>
          <p:nvPr/>
        </p:nvSpPr>
        <p:spPr bwMode="auto">
          <a:xfrm>
            <a:off x="1430338" y="2857500"/>
            <a:ext cx="6824662" cy="0"/>
          </a:xfrm>
          <a:prstGeom prst="line">
            <a:avLst/>
          </a:prstGeom>
          <a:noFill/>
          <a:ln w="952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73735" name="Line 6"/>
          <p:cNvSpPr>
            <a:spLocks noChangeShapeType="1"/>
          </p:cNvSpPr>
          <p:nvPr/>
        </p:nvSpPr>
        <p:spPr bwMode="auto">
          <a:xfrm>
            <a:off x="1430338" y="2857500"/>
            <a:ext cx="0" cy="400050"/>
          </a:xfrm>
          <a:prstGeom prst="line">
            <a:avLst/>
          </a:prstGeom>
          <a:noFill/>
          <a:ln w="952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73736" name="Line 7"/>
          <p:cNvSpPr>
            <a:spLocks noChangeShapeType="1"/>
          </p:cNvSpPr>
          <p:nvPr/>
        </p:nvSpPr>
        <p:spPr bwMode="auto">
          <a:xfrm>
            <a:off x="3632200" y="2857500"/>
            <a:ext cx="0" cy="400050"/>
          </a:xfrm>
          <a:prstGeom prst="line">
            <a:avLst/>
          </a:prstGeom>
          <a:noFill/>
          <a:ln w="952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73737" name="Line 8"/>
          <p:cNvSpPr>
            <a:spLocks noChangeShapeType="1"/>
          </p:cNvSpPr>
          <p:nvPr/>
        </p:nvSpPr>
        <p:spPr bwMode="auto">
          <a:xfrm>
            <a:off x="6053138" y="2857500"/>
            <a:ext cx="0" cy="400050"/>
          </a:xfrm>
          <a:prstGeom prst="line">
            <a:avLst/>
          </a:prstGeom>
          <a:noFill/>
          <a:ln w="952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73738" name="Line 9"/>
          <p:cNvSpPr>
            <a:spLocks noChangeShapeType="1"/>
          </p:cNvSpPr>
          <p:nvPr/>
        </p:nvSpPr>
        <p:spPr bwMode="auto">
          <a:xfrm>
            <a:off x="8255000" y="2857500"/>
            <a:ext cx="0" cy="400050"/>
          </a:xfrm>
          <a:prstGeom prst="line">
            <a:avLst/>
          </a:prstGeom>
          <a:noFill/>
          <a:ln w="952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73739" name="Rectangle 10"/>
          <p:cNvSpPr>
            <a:spLocks noChangeArrowheads="1"/>
          </p:cNvSpPr>
          <p:nvPr/>
        </p:nvSpPr>
        <p:spPr bwMode="auto">
          <a:xfrm>
            <a:off x="550863" y="3257550"/>
            <a:ext cx="1870075" cy="879475"/>
          </a:xfrm>
          <a:prstGeom prst="rect">
            <a:avLst/>
          </a:prstGeom>
          <a:noFill/>
          <a:ln w="9525">
            <a:solidFill>
              <a:schemeClr val="accent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73740" name="Rectangle 11"/>
          <p:cNvSpPr>
            <a:spLocks noChangeArrowheads="1"/>
          </p:cNvSpPr>
          <p:nvPr/>
        </p:nvSpPr>
        <p:spPr bwMode="auto">
          <a:xfrm>
            <a:off x="2862263" y="3257550"/>
            <a:ext cx="1870075" cy="879475"/>
          </a:xfrm>
          <a:prstGeom prst="rect">
            <a:avLst/>
          </a:prstGeom>
          <a:noFill/>
          <a:ln w="9525">
            <a:solidFill>
              <a:schemeClr val="accent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73741" name="Rectangle 12"/>
          <p:cNvSpPr>
            <a:spLocks noChangeArrowheads="1"/>
          </p:cNvSpPr>
          <p:nvPr/>
        </p:nvSpPr>
        <p:spPr bwMode="auto">
          <a:xfrm>
            <a:off x="5062538" y="3257550"/>
            <a:ext cx="1871662" cy="879475"/>
          </a:xfrm>
          <a:prstGeom prst="rect">
            <a:avLst/>
          </a:prstGeom>
          <a:noFill/>
          <a:ln w="9525">
            <a:solidFill>
              <a:schemeClr val="accent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73742" name="Rectangle 13"/>
          <p:cNvSpPr>
            <a:spLocks noChangeArrowheads="1"/>
          </p:cNvSpPr>
          <p:nvPr/>
        </p:nvSpPr>
        <p:spPr bwMode="auto">
          <a:xfrm>
            <a:off x="7264400" y="3257550"/>
            <a:ext cx="1871663" cy="879475"/>
          </a:xfrm>
          <a:prstGeom prst="rect">
            <a:avLst/>
          </a:prstGeom>
          <a:noFill/>
          <a:ln w="9525">
            <a:solidFill>
              <a:schemeClr val="accent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73743" name="Line 14"/>
          <p:cNvSpPr>
            <a:spLocks noChangeShapeType="1"/>
          </p:cNvSpPr>
          <p:nvPr/>
        </p:nvSpPr>
        <p:spPr bwMode="auto">
          <a:xfrm>
            <a:off x="5970588" y="4143375"/>
            <a:ext cx="0" cy="1057275"/>
          </a:xfrm>
          <a:prstGeom prst="line">
            <a:avLst/>
          </a:prstGeom>
          <a:noFill/>
          <a:ln w="952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73744" name="Line 15"/>
          <p:cNvSpPr>
            <a:spLocks noChangeShapeType="1"/>
          </p:cNvSpPr>
          <p:nvPr/>
        </p:nvSpPr>
        <p:spPr bwMode="auto">
          <a:xfrm>
            <a:off x="3852863" y="4829175"/>
            <a:ext cx="4402137" cy="0"/>
          </a:xfrm>
          <a:prstGeom prst="line">
            <a:avLst/>
          </a:prstGeom>
          <a:noFill/>
          <a:ln w="952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73745" name="Line 16"/>
          <p:cNvSpPr>
            <a:spLocks noChangeShapeType="1"/>
          </p:cNvSpPr>
          <p:nvPr/>
        </p:nvSpPr>
        <p:spPr bwMode="auto">
          <a:xfrm>
            <a:off x="3852863" y="4837113"/>
            <a:ext cx="0" cy="360362"/>
          </a:xfrm>
          <a:prstGeom prst="line">
            <a:avLst/>
          </a:prstGeom>
          <a:noFill/>
          <a:ln w="952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73746" name="Line 17"/>
          <p:cNvSpPr>
            <a:spLocks noChangeShapeType="1"/>
          </p:cNvSpPr>
          <p:nvPr/>
        </p:nvSpPr>
        <p:spPr bwMode="auto">
          <a:xfrm>
            <a:off x="8255000" y="4829175"/>
            <a:ext cx="0" cy="371475"/>
          </a:xfrm>
          <a:prstGeom prst="line">
            <a:avLst/>
          </a:prstGeom>
          <a:noFill/>
          <a:ln w="952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73747" name="Rectangle 18"/>
          <p:cNvSpPr>
            <a:spLocks noChangeArrowheads="1"/>
          </p:cNvSpPr>
          <p:nvPr/>
        </p:nvSpPr>
        <p:spPr bwMode="auto">
          <a:xfrm>
            <a:off x="2916238" y="5203825"/>
            <a:ext cx="1871662" cy="879475"/>
          </a:xfrm>
          <a:prstGeom prst="rect">
            <a:avLst/>
          </a:prstGeom>
          <a:noFill/>
          <a:ln w="9525">
            <a:solidFill>
              <a:schemeClr val="accent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73748" name="Rectangle 19"/>
          <p:cNvSpPr>
            <a:spLocks noChangeArrowheads="1"/>
          </p:cNvSpPr>
          <p:nvPr/>
        </p:nvSpPr>
        <p:spPr bwMode="auto">
          <a:xfrm>
            <a:off x="5062538" y="5200650"/>
            <a:ext cx="1871662" cy="879475"/>
          </a:xfrm>
          <a:prstGeom prst="rect">
            <a:avLst/>
          </a:prstGeom>
          <a:noFill/>
          <a:ln w="9525">
            <a:solidFill>
              <a:schemeClr val="accent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73749" name="Rectangle 20"/>
          <p:cNvSpPr>
            <a:spLocks noChangeArrowheads="1"/>
          </p:cNvSpPr>
          <p:nvPr/>
        </p:nvSpPr>
        <p:spPr bwMode="auto">
          <a:xfrm>
            <a:off x="7319963" y="5200650"/>
            <a:ext cx="1870075" cy="879475"/>
          </a:xfrm>
          <a:prstGeom prst="rect">
            <a:avLst/>
          </a:prstGeom>
          <a:noFill/>
          <a:ln w="9525">
            <a:solidFill>
              <a:schemeClr val="accent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73750" name="Rectangle 21"/>
          <p:cNvSpPr>
            <a:spLocks noChangeArrowheads="1"/>
          </p:cNvSpPr>
          <p:nvPr/>
        </p:nvSpPr>
        <p:spPr bwMode="auto">
          <a:xfrm>
            <a:off x="4243388" y="1757363"/>
            <a:ext cx="15557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r>
              <a:rPr kumimoji="1" lang="zh-CN" altLang="en-US" sz="1800">
                <a:solidFill>
                  <a:schemeClr val="bg2"/>
                </a:solidFill>
                <a:latin typeface="Arial Black" panose="020B0A04020102020204" pitchFamily="34" charset="0"/>
                <a:ea typeface="黑体" panose="02010609060101010101" pitchFamily="49" charset="-122"/>
              </a:rPr>
              <a:t>安装数控机床</a:t>
            </a:r>
            <a:endParaRPr kumimoji="1" lang="zh-CN" altLang="en-US" sz="1800">
              <a:solidFill>
                <a:schemeClr val="bg2"/>
              </a:solidFill>
              <a:latin typeface="Arial Black" panose="020B0A04020102020204" pitchFamily="34" charset="0"/>
              <a:ea typeface="黑体" panose="02010609060101010101" pitchFamily="49" charset="-122"/>
            </a:endParaRPr>
          </a:p>
          <a:p>
            <a:pPr algn="ctr" eaLnBrk="1" hangingPunct="1"/>
            <a:endParaRPr kumimoji="1" lang="zh-CN" altLang="en-US" sz="1400">
              <a:solidFill>
                <a:schemeClr val="bg2"/>
              </a:solidFill>
              <a:latin typeface="Arial Black" panose="020B0A04020102020204" pitchFamily="34" charset="0"/>
              <a:ea typeface="黑体" panose="02010609060101010101" pitchFamily="49" charset="-122"/>
            </a:endParaRPr>
          </a:p>
        </p:txBody>
      </p:sp>
      <p:sp>
        <p:nvSpPr>
          <p:cNvPr id="73751" name="Rectangle 22"/>
          <p:cNvSpPr>
            <a:spLocks noChangeArrowheads="1"/>
          </p:cNvSpPr>
          <p:nvPr/>
        </p:nvSpPr>
        <p:spPr bwMode="auto">
          <a:xfrm>
            <a:off x="660400" y="3276600"/>
            <a:ext cx="1758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kumimoji="1" lang="zh-CN" altLang="en-US" sz="1800">
                <a:solidFill>
                  <a:schemeClr val="bg2"/>
                </a:solidFill>
                <a:latin typeface="Arial Black" panose="020B0A04020102020204" pitchFamily="34" charset="0"/>
                <a:ea typeface="黑体" panose="02010609060101010101" pitchFamily="49" charset="-122"/>
              </a:rPr>
              <a:t>数控机床收货和验货</a:t>
            </a:r>
            <a:endParaRPr kumimoji="1" lang="zh-CN" altLang="en-US" sz="1800">
              <a:solidFill>
                <a:schemeClr val="bg2"/>
              </a:solidFill>
              <a:latin typeface="Arial Black" panose="020B0A04020102020204" pitchFamily="34" charset="0"/>
              <a:ea typeface="黑体" panose="02010609060101010101" pitchFamily="49" charset="-122"/>
            </a:endParaRPr>
          </a:p>
        </p:txBody>
      </p:sp>
      <p:sp>
        <p:nvSpPr>
          <p:cNvPr id="73752" name="Rectangle 23"/>
          <p:cNvSpPr>
            <a:spLocks noChangeArrowheads="1"/>
          </p:cNvSpPr>
          <p:nvPr/>
        </p:nvSpPr>
        <p:spPr bwMode="auto">
          <a:xfrm>
            <a:off x="1279525" y="3854450"/>
            <a:ext cx="3190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kumimoji="1" lang="en-US" altLang="zh-CN" sz="1600">
                <a:solidFill>
                  <a:schemeClr val="bg2"/>
                </a:solidFill>
                <a:latin typeface="Arial Black" panose="020B0A04020102020204" pitchFamily="34" charset="0"/>
                <a:ea typeface="黑体" panose="02010609060101010101" pitchFamily="49" charset="-122"/>
              </a:rPr>
              <a:t>1</a:t>
            </a:r>
            <a:endParaRPr kumimoji="1" lang="en-US" altLang="zh-CN" sz="1600">
              <a:solidFill>
                <a:schemeClr val="bg2"/>
              </a:solidFill>
              <a:latin typeface="Arial Black" panose="020B0A04020102020204" pitchFamily="34" charset="0"/>
              <a:ea typeface="黑体" panose="02010609060101010101" pitchFamily="49" charset="-122"/>
            </a:endParaRPr>
          </a:p>
        </p:txBody>
      </p:sp>
      <p:sp>
        <p:nvSpPr>
          <p:cNvPr id="73753" name="Rectangle 24"/>
          <p:cNvSpPr>
            <a:spLocks noChangeArrowheads="1"/>
          </p:cNvSpPr>
          <p:nvPr/>
        </p:nvSpPr>
        <p:spPr bwMode="auto">
          <a:xfrm>
            <a:off x="2889250" y="3429000"/>
            <a:ext cx="1898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kumimoji="1" lang="zh-CN" altLang="en-US" sz="1800">
                <a:solidFill>
                  <a:schemeClr val="bg2"/>
                </a:solidFill>
                <a:latin typeface="Arial Black" panose="020B0A04020102020204" pitchFamily="34" charset="0"/>
                <a:ea typeface="黑体" panose="02010609060101010101" pitchFamily="49" charset="-122"/>
              </a:rPr>
              <a:t>培训操作工</a:t>
            </a:r>
            <a:endParaRPr kumimoji="1" lang="zh-CN" altLang="en-US" sz="1800">
              <a:solidFill>
                <a:schemeClr val="bg2"/>
              </a:solidFill>
              <a:latin typeface="Arial Black" panose="020B0A04020102020204" pitchFamily="34" charset="0"/>
              <a:ea typeface="黑体" panose="02010609060101010101" pitchFamily="49" charset="-122"/>
            </a:endParaRPr>
          </a:p>
        </p:txBody>
      </p:sp>
      <p:sp>
        <p:nvSpPr>
          <p:cNvPr id="73754" name="Rectangle 25"/>
          <p:cNvSpPr>
            <a:spLocks noChangeArrowheads="1"/>
          </p:cNvSpPr>
          <p:nvPr/>
        </p:nvSpPr>
        <p:spPr bwMode="auto">
          <a:xfrm>
            <a:off x="3644900" y="3810000"/>
            <a:ext cx="3190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kumimoji="1" lang="en-US" altLang="zh-CN" sz="1600">
                <a:solidFill>
                  <a:schemeClr val="bg2"/>
                </a:solidFill>
                <a:latin typeface="Arial Black" panose="020B0A04020102020204" pitchFamily="34" charset="0"/>
                <a:ea typeface="黑体" panose="02010609060101010101" pitchFamily="49" charset="-122"/>
              </a:rPr>
              <a:t>2</a:t>
            </a:r>
            <a:endParaRPr kumimoji="1" lang="en-US" altLang="zh-CN" sz="1600">
              <a:solidFill>
                <a:schemeClr val="bg2"/>
              </a:solidFill>
              <a:latin typeface="Arial Black" panose="020B0A04020102020204" pitchFamily="34" charset="0"/>
              <a:ea typeface="黑体" panose="02010609060101010101" pitchFamily="49" charset="-122"/>
            </a:endParaRPr>
          </a:p>
        </p:txBody>
      </p:sp>
      <p:sp>
        <p:nvSpPr>
          <p:cNvPr id="73755" name="Rectangle 26"/>
          <p:cNvSpPr>
            <a:spLocks noChangeArrowheads="1"/>
          </p:cNvSpPr>
          <p:nvPr/>
        </p:nvSpPr>
        <p:spPr bwMode="auto">
          <a:xfrm>
            <a:off x="5035550" y="3271838"/>
            <a:ext cx="18986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kumimoji="1" lang="zh-CN" altLang="en-US" sz="1800">
                <a:solidFill>
                  <a:schemeClr val="bg2"/>
                </a:solidFill>
                <a:latin typeface="Arial Black" panose="020B0A04020102020204" pitchFamily="34" charset="0"/>
                <a:ea typeface="黑体" panose="02010609060101010101" pitchFamily="49" charset="-122"/>
              </a:rPr>
              <a:t>数控机床安装与调试</a:t>
            </a:r>
            <a:endParaRPr kumimoji="1" lang="zh-CN" altLang="en-US" sz="1800">
              <a:solidFill>
                <a:schemeClr val="bg2"/>
              </a:solidFill>
              <a:latin typeface="Arial Black" panose="020B0A04020102020204" pitchFamily="34" charset="0"/>
              <a:ea typeface="黑体" panose="02010609060101010101" pitchFamily="49" charset="-122"/>
            </a:endParaRPr>
          </a:p>
        </p:txBody>
      </p:sp>
      <p:sp>
        <p:nvSpPr>
          <p:cNvPr id="73756" name="Rectangle 27"/>
          <p:cNvSpPr>
            <a:spLocks noChangeArrowheads="1"/>
          </p:cNvSpPr>
          <p:nvPr/>
        </p:nvSpPr>
        <p:spPr bwMode="auto">
          <a:xfrm>
            <a:off x="5792788" y="3810000"/>
            <a:ext cx="3190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kumimoji="1" lang="en-US" altLang="zh-CN" sz="1600">
                <a:solidFill>
                  <a:schemeClr val="bg2"/>
                </a:solidFill>
                <a:latin typeface="Arial Black" panose="020B0A04020102020204" pitchFamily="34" charset="0"/>
                <a:ea typeface="黑体" panose="02010609060101010101" pitchFamily="49" charset="-122"/>
              </a:rPr>
              <a:t>3</a:t>
            </a:r>
            <a:endParaRPr kumimoji="1" lang="en-US" altLang="zh-CN" sz="1600">
              <a:solidFill>
                <a:schemeClr val="bg2"/>
              </a:solidFill>
              <a:latin typeface="Arial Black" panose="020B0A04020102020204" pitchFamily="34" charset="0"/>
              <a:ea typeface="黑体" panose="02010609060101010101" pitchFamily="49" charset="-122"/>
            </a:endParaRPr>
          </a:p>
        </p:txBody>
      </p:sp>
      <p:sp>
        <p:nvSpPr>
          <p:cNvPr id="73757" name="Rectangle 28"/>
          <p:cNvSpPr>
            <a:spLocks noChangeArrowheads="1"/>
          </p:cNvSpPr>
          <p:nvPr/>
        </p:nvSpPr>
        <p:spPr bwMode="auto">
          <a:xfrm>
            <a:off x="7264400" y="3367088"/>
            <a:ext cx="18986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kumimoji="1" lang="zh-CN" altLang="en-US" sz="1800">
                <a:solidFill>
                  <a:schemeClr val="bg2"/>
                </a:solidFill>
                <a:latin typeface="Arial Black" panose="020B0A04020102020204" pitchFamily="34" charset="0"/>
                <a:ea typeface="黑体" panose="02010609060101010101" pitchFamily="49" charset="-122"/>
              </a:rPr>
              <a:t>生产线试车</a:t>
            </a:r>
            <a:endParaRPr kumimoji="1" lang="zh-CN" altLang="en-US" sz="1800">
              <a:solidFill>
                <a:schemeClr val="bg2"/>
              </a:solidFill>
              <a:latin typeface="Arial Black" panose="020B0A04020102020204" pitchFamily="34" charset="0"/>
              <a:ea typeface="黑体" panose="02010609060101010101" pitchFamily="49" charset="-122"/>
            </a:endParaRPr>
          </a:p>
        </p:txBody>
      </p:sp>
      <p:sp>
        <p:nvSpPr>
          <p:cNvPr id="73758" name="Rectangle 29"/>
          <p:cNvSpPr>
            <a:spLocks noChangeArrowheads="1"/>
          </p:cNvSpPr>
          <p:nvPr/>
        </p:nvSpPr>
        <p:spPr bwMode="auto">
          <a:xfrm>
            <a:off x="8083550" y="3810000"/>
            <a:ext cx="3190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kumimoji="1" lang="en-US" altLang="zh-CN" sz="1600">
                <a:solidFill>
                  <a:schemeClr val="bg2"/>
                </a:solidFill>
                <a:latin typeface="Arial Black" panose="020B0A04020102020204" pitchFamily="34" charset="0"/>
                <a:ea typeface="黑体" panose="02010609060101010101" pitchFamily="49" charset="-122"/>
              </a:rPr>
              <a:t>4</a:t>
            </a:r>
            <a:endParaRPr kumimoji="1" lang="en-US" altLang="zh-CN" sz="1600">
              <a:solidFill>
                <a:schemeClr val="bg2"/>
              </a:solidFill>
              <a:latin typeface="Arial Black" panose="020B0A04020102020204" pitchFamily="34" charset="0"/>
              <a:ea typeface="黑体" panose="02010609060101010101" pitchFamily="49" charset="-122"/>
            </a:endParaRPr>
          </a:p>
        </p:txBody>
      </p:sp>
      <p:sp>
        <p:nvSpPr>
          <p:cNvPr id="73759" name="Rectangle 30"/>
          <p:cNvSpPr>
            <a:spLocks noChangeArrowheads="1"/>
          </p:cNvSpPr>
          <p:nvPr/>
        </p:nvSpPr>
        <p:spPr bwMode="auto">
          <a:xfrm>
            <a:off x="2971800" y="5262563"/>
            <a:ext cx="17605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kumimoji="1" lang="zh-CN" altLang="en-US" sz="1800">
                <a:solidFill>
                  <a:schemeClr val="bg2"/>
                </a:solidFill>
                <a:latin typeface="Arial Black" panose="020B0A04020102020204" pitchFamily="34" charset="0"/>
                <a:ea typeface="黑体" panose="02010609060101010101" pitchFamily="49" charset="-122"/>
              </a:rPr>
              <a:t>安装现场准备</a:t>
            </a:r>
            <a:endParaRPr kumimoji="1" lang="zh-CN" altLang="en-US" sz="1800">
              <a:solidFill>
                <a:schemeClr val="bg2"/>
              </a:solidFill>
              <a:latin typeface="Arial Black" panose="020B0A04020102020204" pitchFamily="34" charset="0"/>
              <a:ea typeface="黑体" panose="02010609060101010101" pitchFamily="49" charset="-122"/>
            </a:endParaRPr>
          </a:p>
        </p:txBody>
      </p:sp>
      <p:sp>
        <p:nvSpPr>
          <p:cNvPr id="73760" name="Rectangle 31"/>
          <p:cNvSpPr>
            <a:spLocks noChangeArrowheads="1"/>
          </p:cNvSpPr>
          <p:nvPr/>
        </p:nvSpPr>
        <p:spPr bwMode="auto">
          <a:xfrm>
            <a:off x="3576638" y="5683250"/>
            <a:ext cx="5222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kumimoji="1" lang="en-US" altLang="zh-CN" sz="1600">
                <a:solidFill>
                  <a:schemeClr val="bg2"/>
                </a:solidFill>
                <a:latin typeface="Arial Black" panose="020B0A04020102020204" pitchFamily="34" charset="0"/>
                <a:ea typeface="黑体" panose="02010609060101010101" pitchFamily="49" charset="-122"/>
              </a:rPr>
              <a:t>3.1</a:t>
            </a:r>
            <a:endParaRPr kumimoji="1" lang="en-US" altLang="zh-CN" sz="1600">
              <a:solidFill>
                <a:schemeClr val="bg2"/>
              </a:solidFill>
              <a:latin typeface="Arial Black" panose="020B0A04020102020204" pitchFamily="34" charset="0"/>
              <a:ea typeface="黑体" panose="02010609060101010101" pitchFamily="49" charset="-122"/>
            </a:endParaRPr>
          </a:p>
        </p:txBody>
      </p:sp>
      <p:sp>
        <p:nvSpPr>
          <p:cNvPr id="73761" name="Rectangle 32"/>
          <p:cNvSpPr>
            <a:spLocks noChangeArrowheads="1"/>
          </p:cNvSpPr>
          <p:nvPr/>
        </p:nvSpPr>
        <p:spPr bwMode="auto">
          <a:xfrm>
            <a:off x="5062538" y="5181600"/>
            <a:ext cx="1871662"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kumimoji="1" lang="zh-CN" altLang="en-US" sz="1800">
                <a:solidFill>
                  <a:schemeClr val="bg2"/>
                </a:solidFill>
                <a:latin typeface="Arial Black" panose="020B0A04020102020204" pitchFamily="34" charset="0"/>
                <a:ea typeface="黑体" panose="02010609060101010101" pitchFamily="49" charset="-122"/>
              </a:rPr>
              <a:t>数控机床搬运与安装</a:t>
            </a:r>
            <a:endParaRPr kumimoji="1" lang="zh-CN" altLang="en-US" sz="1800">
              <a:solidFill>
                <a:schemeClr val="bg2"/>
              </a:solidFill>
              <a:latin typeface="Arial Black" panose="020B0A04020102020204" pitchFamily="34" charset="0"/>
              <a:ea typeface="黑体" panose="02010609060101010101" pitchFamily="49" charset="-122"/>
            </a:endParaRPr>
          </a:p>
        </p:txBody>
      </p:sp>
      <p:sp>
        <p:nvSpPr>
          <p:cNvPr id="73762" name="Rectangle 33"/>
          <p:cNvSpPr>
            <a:spLocks noChangeArrowheads="1"/>
          </p:cNvSpPr>
          <p:nvPr/>
        </p:nvSpPr>
        <p:spPr bwMode="auto">
          <a:xfrm>
            <a:off x="5729288" y="5715000"/>
            <a:ext cx="5222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kumimoji="1" lang="en-US" altLang="zh-CN" sz="1600">
                <a:solidFill>
                  <a:schemeClr val="bg2"/>
                </a:solidFill>
                <a:latin typeface="Arial Black" panose="020B0A04020102020204" pitchFamily="34" charset="0"/>
                <a:ea typeface="黑体" panose="02010609060101010101" pitchFamily="49" charset="-122"/>
              </a:rPr>
              <a:t>3.2</a:t>
            </a:r>
            <a:endParaRPr kumimoji="1" lang="en-US" altLang="zh-CN" sz="1600">
              <a:solidFill>
                <a:schemeClr val="bg2"/>
              </a:solidFill>
              <a:latin typeface="Arial Black" panose="020B0A04020102020204" pitchFamily="34" charset="0"/>
              <a:ea typeface="黑体" panose="02010609060101010101" pitchFamily="49" charset="-122"/>
            </a:endParaRPr>
          </a:p>
        </p:txBody>
      </p:sp>
      <p:sp>
        <p:nvSpPr>
          <p:cNvPr id="73763" name="Rectangle 34"/>
          <p:cNvSpPr>
            <a:spLocks noChangeArrowheads="1"/>
          </p:cNvSpPr>
          <p:nvPr/>
        </p:nvSpPr>
        <p:spPr bwMode="auto">
          <a:xfrm>
            <a:off x="7373938" y="5272088"/>
            <a:ext cx="17621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kumimoji="1" lang="zh-CN" altLang="en-US" sz="1800">
                <a:solidFill>
                  <a:schemeClr val="bg2"/>
                </a:solidFill>
                <a:latin typeface="Arial Black" panose="020B0A04020102020204" pitchFamily="34" charset="0"/>
                <a:ea typeface="黑体" panose="02010609060101010101" pitchFamily="49" charset="-122"/>
              </a:rPr>
              <a:t>数控机床调试</a:t>
            </a:r>
            <a:endParaRPr kumimoji="1" lang="zh-CN" altLang="en-US" sz="1800">
              <a:solidFill>
                <a:schemeClr val="bg2"/>
              </a:solidFill>
              <a:latin typeface="Arial Black" panose="020B0A04020102020204" pitchFamily="34" charset="0"/>
              <a:ea typeface="黑体" panose="02010609060101010101" pitchFamily="49" charset="-122"/>
            </a:endParaRPr>
          </a:p>
        </p:txBody>
      </p:sp>
      <p:sp>
        <p:nvSpPr>
          <p:cNvPr id="73764" name="Rectangle 35"/>
          <p:cNvSpPr>
            <a:spLocks noChangeArrowheads="1"/>
          </p:cNvSpPr>
          <p:nvPr/>
        </p:nvSpPr>
        <p:spPr bwMode="auto">
          <a:xfrm>
            <a:off x="7985125" y="5715000"/>
            <a:ext cx="5222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kumimoji="1" lang="en-US" altLang="zh-CN" sz="1600">
                <a:solidFill>
                  <a:schemeClr val="bg2"/>
                </a:solidFill>
                <a:latin typeface="Arial Black" panose="020B0A04020102020204" pitchFamily="34" charset="0"/>
                <a:ea typeface="黑体" panose="02010609060101010101" pitchFamily="49" charset="-122"/>
              </a:rPr>
              <a:t>3.3</a:t>
            </a:r>
            <a:endParaRPr kumimoji="1" lang="en-US" altLang="zh-CN" sz="1600">
              <a:solidFill>
                <a:schemeClr val="bg2"/>
              </a:solidFill>
              <a:latin typeface="Arial Black" panose="020B0A04020102020204" pitchFamily="34" charset="0"/>
              <a:ea typeface="黑体" panose="02010609060101010101" pitchFamily="49" charset="-122"/>
            </a:endParaRPr>
          </a:p>
        </p:txBody>
      </p:sp>
      <p:sp>
        <p:nvSpPr>
          <p:cNvPr id="3" name="灯片编号占位符 2"/>
          <p:cNvSpPr>
            <a:spLocks noGrp="1"/>
          </p:cNvSpPr>
          <p:nvPr>
            <p:ph type="sldNum" sz="quarter" idx="10"/>
          </p:nvPr>
        </p:nvSpPr>
        <p:spPr/>
        <p:txBody>
          <a:bodyPr/>
          <a:lstStyle/>
          <a:p>
            <a:pPr>
              <a:defRPr/>
            </a:pPr>
            <a:fld id="{A6A0D67D-9B30-457F-9874-1F92730590A0}" type="slidenum">
              <a:rPr lang="en-US" altLang="zh-CN" smtClean="0"/>
            </a:fld>
            <a:endParaRPr lang="en-US" altLang="zh-CN"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CCFF99"/>
        </a:solidFill>
        <a:effectLst/>
      </p:bgPr>
    </p:bg>
    <p:spTree>
      <p:nvGrpSpPr>
        <p:cNvPr id="1" name=""/>
        <p:cNvGrpSpPr/>
        <p:nvPr/>
      </p:nvGrpSpPr>
      <p:grpSpPr>
        <a:xfrm>
          <a:off x="0" y="0"/>
          <a:ext cx="0" cy="0"/>
          <a:chOff x="0" y="0"/>
          <a:chExt cx="0" cy="0"/>
        </a:xfrm>
      </p:grpSpPr>
      <p:sp>
        <p:nvSpPr>
          <p:cNvPr id="75779" name="Rectangle 5"/>
          <p:cNvSpPr>
            <a:spLocks noGrp="1" noChangeArrowheads="1"/>
          </p:cNvSpPr>
          <p:nvPr>
            <p:ph type="title"/>
          </p:nvPr>
        </p:nvSpPr>
        <p:spPr/>
        <p:txBody>
          <a:bodyPr/>
          <a:lstStyle/>
          <a:p>
            <a:pPr eaLnBrk="1" hangingPunct="1"/>
            <a:r>
              <a:rPr lang="zh-CN" altLang="en-US" sz="3200"/>
              <a:t>工作分解结构</a:t>
            </a:r>
            <a:br>
              <a:rPr lang="zh-CN" altLang="en-US" sz="3200"/>
            </a:br>
            <a:r>
              <a:rPr lang="en-US" altLang="zh-CN" sz="3200"/>
              <a:t>(</a:t>
            </a:r>
            <a:r>
              <a:rPr lang="zh-CN" altLang="en-US" sz="3200"/>
              <a:t>目录形式</a:t>
            </a:r>
            <a:r>
              <a:rPr lang="en-US" altLang="zh-CN" sz="3200"/>
              <a:t>)</a:t>
            </a:r>
            <a:endParaRPr lang="en-US" altLang="zh-CN" sz="3200"/>
          </a:p>
        </p:txBody>
      </p:sp>
      <p:sp>
        <p:nvSpPr>
          <p:cNvPr id="75780" name="Rectangle 6"/>
          <p:cNvSpPr>
            <a:spLocks noGrp="1" noChangeArrowheads="1"/>
          </p:cNvSpPr>
          <p:nvPr>
            <p:ph type="body" idx="1"/>
          </p:nvPr>
        </p:nvSpPr>
        <p:spPr/>
        <p:txBody>
          <a:bodyPr/>
          <a:lstStyle/>
          <a:p>
            <a:pPr eaLnBrk="1" hangingPunct="1">
              <a:buFontTx/>
              <a:buNone/>
            </a:pPr>
            <a:r>
              <a:rPr lang="en-US" altLang="zh-CN"/>
              <a:t>1.  </a:t>
            </a:r>
            <a:r>
              <a:rPr lang="zh-CN" altLang="en-US"/>
              <a:t>数控机床收货和验货</a:t>
            </a:r>
            <a:endParaRPr lang="zh-CN" altLang="en-US"/>
          </a:p>
          <a:p>
            <a:pPr eaLnBrk="1" hangingPunct="1">
              <a:buFontTx/>
              <a:buNone/>
            </a:pPr>
            <a:r>
              <a:rPr lang="en-US" altLang="zh-CN"/>
              <a:t>2.  </a:t>
            </a:r>
            <a:r>
              <a:rPr lang="zh-CN" altLang="en-US"/>
              <a:t>培训操作工</a:t>
            </a:r>
            <a:endParaRPr lang="zh-CN" altLang="en-US"/>
          </a:p>
          <a:p>
            <a:pPr eaLnBrk="1" hangingPunct="1">
              <a:buFontTx/>
              <a:buNone/>
            </a:pPr>
            <a:r>
              <a:rPr lang="en-US" altLang="zh-CN"/>
              <a:t>3.  </a:t>
            </a:r>
            <a:r>
              <a:rPr lang="zh-CN" altLang="en-US"/>
              <a:t>数控机床安装、调试</a:t>
            </a:r>
            <a:endParaRPr lang="zh-CN" altLang="en-US"/>
          </a:p>
          <a:p>
            <a:pPr eaLnBrk="1" hangingPunct="1">
              <a:buFontTx/>
              <a:buNone/>
            </a:pPr>
            <a:r>
              <a:rPr lang="zh-CN" altLang="en-US"/>
              <a:t>      </a:t>
            </a:r>
            <a:r>
              <a:rPr lang="en-US" altLang="zh-CN"/>
              <a:t>3.1 </a:t>
            </a:r>
            <a:r>
              <a:rPr lang="zh-CN" altLang="en-US"/>
              <a:t>安装场地准备</a:t>
            </a:r>
            <a:endParaRPr lang="zh-CN" altLang="en-US"/>
          </a:p>
          <a:p>
            <a:pPr eaLnBrk="1" hangingPunct="1">
              <a:buFontTx/>
              <a:buNone/>
            </a:pPr>
            <a:r>
              <a:rPr lang="zh-CN" altLang="en-US"/>
              <a:t>      </a:t>
            </a:r>
            <a:r>
              <a:rPr lang="en-US" altLang="zh-CN"/>
              <a:t>3.2 </a:t>
            </a:r>
            <a:r>
              <a:rPr lang="zh-CN" altLang="en-US"/>
              <a:t>数控机床搬运与安装</a:t>
            </a:r>
            <a:endParaRPr lang="zh-CN" altLang="en-US"/>
          </a:p>
          <a:p>
            <a:pPr eaLnBrk="1" hangingPunct="1">
              <a:buFontTx/>
              <a:buNone/>
            </a:pPr>
            <a:r>
              <a:rPr lang="zh-CN" altLang="en-US"/>
              <a:t>      </a:t>
            </a:r>
            <a:r>
              <a:rPr lang="en-US" altLang="zh-CN"/>
              <a:t>3.3 </a:t>
            </a:r>
            <a:r>
              <a:rPr lang="zh-CN" altLang="en-US"/>
              <a:t>数控机床调试</a:t>
            </a:r>
            <a:endParaRPr lang="zh-CN" altLang="en-US"/>
          </a:p>
          <a:p>
            <a:pPr eaLnBrk="1" hangingPunct="1">
              <a:buFontTx/>
              <a:buNone/>
            </a:pPr>
            <a:r>
              <a:rPr lang="en-US" altLang="zh-CN"/>
              <a:t>4.   </a:t>
            </a:r>
            <a:r>
              <a:rPr lang="zh-CN" altLang="en-US"/>
              <a:t>生产线试车 </a:t>
            </a:r>
            <a:endParaRPr lang="zh-CN" altLang="en-US"/>
          </a:p>
        </p:txBody>
      </p:sp>
      <p:sp>
        <p:nvSpPr>
          <p:cNvPr id="3" name="灯片编号占位符 2"/>
          <p:cNvSpPr>
            <a:spLocks noGrp="1"/>
          </p:cNvSpPr>
          <p:nvPr>
            <p:ph type="sldNum" sz="quarter" idx="10"/>
          </p:nvPr>
        </p:nvSpPr>
        <p:spPr/>
        <p:txBody>
          <a:bodyPr/>
          <a:lstStyle/>
          <a:p>
            <a:pPr>
              <a:defRPr/>
            </a:pPr>
            <a:fld id="{6D9D2222-8541-46EA-AD3B-36A5E091B774}" type="slidenum">
              <a:rPr lang="en-US" altLang="zh-CN" smtClean="0"/>
            </a:fld>
            <a:endParaRPr lang="en-US" altLang="zh-CN"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Rectangle 2"/>
          <p:cNvSpPr>
            <a:spLocks noGrp="1" noChangeArrowheads="1"/>
          </p:cNvSpPr>
          <p:nvPr>
            <p:ph type="title"/>
          </p:nvPr>
        </p:nvSpPr>
        <p:spPr/>
        <p:txBody>
          <a:bodyPr/>
          <a:lstStyle/>
          <a:p>
            <a:pPr eaLnBrk="1" hangingPunct="1"/>
            <a:r>
              <a:rPr lang="en-US" altLang="zh-CN" dirty="0"/>
              <a:t>WBS</a:t>
            </a:r>
            <a:r>
              <a:rPr lang="zh-CN" altLang="en-US" dirty="0"/>
              <a:t>验证（什么是好的</a:t>
            </a:r>
            <a:r>
              <a:rPr lang="en-US" altLang="zh-CN" dirty="0"/>
              <a:t>WBS</a:t>
            </a:r>
            <a:r>
              <a:rPr lang="zh-CN" altLang="en-US" dirty="0"/>
              <a:t>？）</a:t>
            </a:r>
            <a:endParaRPr lang="zh-CN" altLang="en-US" dirty="0"/>
          </a:p>
        </p:txBody>
      </p:sp>
      <p:sp>
        <p:nvSpPr>
          <p:cNvPr id="77828" name="Rectangle 3"/>
          <p:cNvSpPr>
            <a:spLocks noGrp="1" noChangeArrowheads="1"/>
          </p:cNvSpPr>
          <p:nvPr>
            <p:ph type="body" idx="1"/>
          </p:nvPr>
        </p:nvSpPr>
        <p:spPr/>
        <p:txBody>
          <a:bodyPr/>
          <a:lstStyle/>
          <a:p>
            <a:pPr eaLnBrk="1" hangingPunct="1"/>
            <a:r>
              <a:rPr lang="zh-CN" altLang="en-US" sz="2800" dirty="0"/>
              <a:t>不重叠、不遗漏 </a:t>
            </a:r>
            <a:r>
              <a:rPr lang="en-US" altLang="zh-CN" sz="2800" dirty="0"/>
              <a:t>MECE</a:t>
            </a:r>
            <a:endParaRPr lang="en-US" altLang="zh-CN" sz="2800" dirty="0"/>
          </a:p>
          <a:p>
            <a:pPr lvl="2" eaLnBrk="1" hangingPunct="1"/>
            <a:r>
              <a:rPr lang="zh-CN" altLang="en-US" sz="2000" dirty="0"/>
              <a:t>分解之后的细项能否充分并且必要地表达被分解项？</a:t>
            </a:r>
            <a:endParaRPr lang="zh-CN" altLang="en-US" sz="2000" dirty="0"/>
          </a:p>
          <a:p>
            <a:pPr eaLnBrk="1" hangingPunct="1"/>
            <a:r>
              <a:rPr lang="zh-CN" altLang="en-US" sz="2800" dirty="0"/>
              <a:t>可分配责任人</a:t>
            </a:r>
            <a:endParaRPr lang="en-US" altLang="zh-CN" sz="2800" dirty="0"/>
          </a:p>
          <a:p>
            <a:pPr lvl="2" eaLnBrk="1" hangingPunct="1"/>
            <a:r>
              <a:rPr lang="zh-CN" altLang="en-US" sz="2000" dirty="0"/>
              <a:t>分解之后的细项能否确定时间、费用？是否可以被分配给一个</a:t>
            </a:r>
            <a:r>
              <a:rPr lang="zh-CN" altLang="en-US" sz="2000" b="1" dirty="0">
                <a:solidFill>
                  <a:schemeClr val="accent5">
                    <a:lumMod val="75000"/>
                  </a:schemeClr>
                </a:solidFill>
                <a:latin typeface="黑体" panose="02010609060101010101" pitchFamily="49" charset="-122"/>
                <a:ea typeface="黑体" panose="02010609060101010101" pitchFamily="49" charset="-122"/>
              </a:rPr>
              <a:t>负责人</a:t>
            </a:r>
            <a:r>
              <a:rPr lang="zh-CN" altLang="en-US" sz="2000" dirty="0"/>
              <a:t>（部门、团队、个人）？</a:t>
            </a:r>
            <a:endParaRPr lang="zh-CN" altLang="en-US" sz="2000" dirty="0"/>
          </a:p>
          <a:p>
            <a:pPr eaLnBrk="1" hangingPunct="1"/>
            <a:r>
              <a:rPr lang="zh-CN" altLang="en-US" sz="2800" dirty="0"/>
              <a:t>颗粒度合适</a:t>
            </a:r>
            <a:endParaRPr lang="en-US" altLang="zh-CN" sz="2800" dirty="0"/>
          </a:p>
          <a:p>
            <a:pPr lvl="2" eaLnBrk="1" hangingPunct="1"/>
            <a:r>
              <a:rPr lang="zh-CN" altLang="en-US" sz="2000" dirty="0"/>
              <a:t>视需求而定：一般时间跨度小于</a:t>
            </a:r>
            <a:r>
              <a:rPr lang="en-US" altLang="zh-CN" sz="2000" dirty="0"/>
              <a:t>2</a:t>
            </a:r>
            <a:r>
              <a:rPr lang="zh-CN" altLang="en-US" sz="2000" dirty="0"/>
              <a:t>周</a:t>
            </a:r>
            <a:endParaRPr lang="en-US" altLang="zh-CN" sz="2000" dirty="0"/>
          </a:p>
        </p:txBody>
      </p:sp>
      <p:sp>
        <p:nvSpPr>
          <p:cNvPr id="3" name="灯片编号占位符 2"/>
          <p:cNvSpPr>
            <a:spLocks noGrp="1"/>
          </p:cNvSpPr>
          <p:nvPr>
            <p:ph type="sldNum" sz="quarter" idx="10"/>
          </p:nvPr>
        </p:nvSpPr>
        <p:spPr/>
        <p:txBody>
          <a:bodyPr/>
          <a:lstStyle/>
          <a:p>
            <a:pPr>
              <a:defRPr/>
            </a:pPr>
            <a:fld id="{6D9D2222-8541-46EA-AD3B-36A5E091B774}" type="slidenum">
              <a:rPr lang="en-US" altLang="zh-CN" smtClean="0"/>
            </a:fld>
            <a:endParaRPr lang="en-US" altLang="zh-CN"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9874" name="标题 11"/>
          <p:cNvSpPr>
            <a:spLocks noGrp="1" noChangeArrowheads="1"/>
          </p:cNvSpPr>
          <p:nvPr>
            <p:ph type="title"/>
          </p:nvPr>
        </p:nvSpPr>
        <p:spPr>
          <a:xfrm>
            <a:off x="1957388" y="420688"/>
            <a:ext cx="6353175" cy="1897062"/>
          </a:xfrm>
        </p:spPr>
        <p:txBody>
          <a:bodyPr/>
          <a:lstStyle/>
          <a:p>
            <a:pPr algn="ctr"/>
            <a:r>
              <a:rPr lang="en-US" altLang="zh-CN" sz="4400" b="1" dirty="0">
                <a:solidFill>
                  <a:srgbClr val="FF0000"/>
                </a:solidFill>
                <a:latin typeface="微软雅黑" panose="020B0503020204020204" charset="-122"/>
                <a:ea typeface="微软雅黑" panose="020B0503020204020204" charset="-122"/>
              </a:rPr>
              <a:t>MECE</a:t>
            </a:r>
            <a:br>
              <a:rPr lang="en-US" altLang="zh-CN" sz="4400" b="1" dirty="0">
                <a:solidFill>
                  <a:schemeClr val="bg2"/>
                </a:solidFill>
                <a:latin typeface="微软雅黑" panose="020B0503020204020204" charset="-122"/>
                <a:ea typeface="微软雅黑" panose="020B0503020204020204" charset="-122"/>
              </a:rPr>
            </a:br>
            <a:r>
              <a:rPr lang="zh-CN" altLang="en-US" sz="4400" b="1" dirty="0">
                <a:solidFill>
                  <a:schemeClr val="bg2"/>
                </a:solidFill>
                <a:latin typeface="微软雅黑" panose="020B0503020204020204" charset="-122"/>
                <a:ea typeface="微软雅黑" panose="020B0503020204020204" charset="-122"/>
              </a:rPr>
              <a:t>不重叠、不遗漏</a:t>
            </a:r>
            <a:endParaRPr lang="zh-CN" altLang="en-US" sz="4400" dirty="0"/>
          </a:p>
        </p:txBody>
      </p:sp>
      <p:graphicFrame>
        <p:nvGraphicFramePr>
          <p:cNvPr id="8" name="图示 7"/>
          <p:cNvGraphicFramePr/>
          <p:nvPr/>
        </p:nvGraphicFramePr>
        <p:xfrm>
          <a:off x="1143000" y="2034116"/>
          <a:ext cx="7804150" cy="4402667"/>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3" name="灯片编号占位符 2"/>
          <p:cNvSpPr>
            <a:spLocks noGrp="1"/>
          </p:cNvSpPr>
          <p:nvPr>
            <p:ph type="sldNum" sz="quarter" idx="10"/>
          </p:nvPr>
        </p:nvSpPr>
        <p:spPr/>
        <p:txBody>
          <a:bodyPr/>
          <a:lstStyle/>
          <a:p>
            <a:pPr>
              <a:defRPr/>
            </a:pPr>
            <a:fld id="{A6A0D67D-9B30-457F-9874-1F92730590A0}" type="slidenum">
              <a:rPr lang="en-US" altLang="zh-CN" smtClean="0"/>
            </a:fld>
            <a:endParaRPr lang="en-US" altLang="zh-CN"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366713" y="195263"/>
            <a:ext cx="7943850" cy="822325"/>
          </a:xfrm>
        </p:spPr>
        <p:txBody>
          <a:bodyPr/>
          <a:lstStyle/>
          <a:p>
            <a:r>
              <a:rPr lang="zh-CN" altLang="en-US" dirty="0"/>
              <a:t>多个负责人＝没有负责人</a:t>
            </a:r>
            <a:endParaRPr lang="zh-CN" altLang="en-US" dirty="0"/>
          </a:p>
        </p:txBody>
      </p:sp>
      <p:sp>
        <p:nvSpPr>
          <p:cNvPr id="5" name="内容占位符 4"/>
          <p:cNvSpPr>
            <a:spLocks noGrp="1"/>
          </p:cNvSpPr>
          <p:nvPr>
            <p:ph idx="1"/>
          </p:nvPr>
        </p:nvSpPr>
        <p:spPr>
          <a:xfrm>
            <a:off x="365125" y="1273175"/>
            <a:ext cx="9093200" cy="5270500"/>
          </a:xfrm>
        </p:spPr>
        <p:txBody>
          <a:bodyPr/>
          <a:lstStyle/>
          <a:p>
            <a:r>
              <a:rPr lang="zh-CN" altLang="en-US" dirty="0"/>
              <a:t>负责人 </a:t>
            </a:r>
            <a:r>
              <a:rPr lang="en-US" altLang="zh-CN" dirty="0"/>
              <a:t>Owner ≠ </a:t>
            </a:r>
            <a:r>
              <a:rPr lang="zh-CN" altLang="en-US" dirty="0"/>
              <a:t>执行人 </a:t>
            </a:r>
            <a:r>
              <a:rPr lang="en-US" altLang="zh-CN" dirty="0"/>
              <a:t>Doer</a:t>
            </a:r>
            <a:endParaRPr lang="en-US" altLang="zh-CN" dirty="0"/>
          </a:p>
          <a:p>
            <a:r>
              <a:rPr lang="zh-CN" altLang="en-US" dirty="0"/>
              <a:t>执行人可以有多个，但负责人只有一个</a:t>
            </a:r>
            <a:endParaRPr lang="en-US" altLang="zh-CN" dirty="0"/>
          </a:p>
          <a:p>
            <a:r>
              <a:rPr lang="zh-CN" altLang="en-US" dirty="0"/>
              <a:t>负责人</a:t>
            </a:r>
            <a:endParaRPr lang="en-US" altLang="zh-CN" dirty="0"/>
          </a:p>
          <a:p>
            <a:pPr lvl="2"/>
            <a:r>
              <a:rPr lang="zh-CN" altLang="en-US" dirty="0"/>
              <a:t>“扛事情”，“主人翁责任感”</a:t>
            </a:r>
            <a:endParaRPr lang="en-US" altLang="zh-CN" dirty="0"/>
          </a:p>
          <a:p>
            <a:pPr lvl="2"/>
            <a:r>
              <a:rPr lang="zh-CN" altLang="en-US" dirty="0"/>
              <a:t>管理角色</a:t>
            </a:r>
            <a:endParaRPr lang="en-US" altLang="zh-CN" dirty="0"/>
          </a:p>
          <a:p>
            <a:pPr lvl="2"/>
            <a:r>
              <a:rPr lang="zh-CN" altLang="en-US" dirty="0"/>
              <a:t>积极主动，有自驱力</a:t>
            </a:r>
            <a:endParaRPr lang="zh-CN" altLang="en-US" dirty="0"/>
          </a:p>
        </p:txBody>
      </p:sp>
      <p:sp>
        <p:nvSpPr>
          <p:cNvPr id="3" name="灯片编号占位符 2"/>
          <p:cNvSpPr>
            <a:spLocks noGrp="1"/>
          </p:cNvSpPr>
          <p:nvPr>
            <p:ph type="sldNum" sz="quarter" idx="10"/>
          </p:nvPr>
        </p:nvSpPr>
        <p:spPr>
          <a:xfrm>
            <a:off x="9212263" y="6667500"/>
            <a:ext cx="436562" cy="122238"/>
          </a:xfrm>
        </p:spPr>
        <p:txBody>
          <a:bodyPr/>
          <a:lstStyle/>
          <a:p>
            <a:fld id="{A6A0D67D-9B30-457F-9874-1F92730590A0}" type="slidenum">
              <a:rPr lang="en-US" altLang="zh-CN" smtClean="0"/>
            </a:fld>
            <a:endParaRPr lang="en-US" altLang="zh-CN"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标题 1"/>
          <p:cNvSpPr>
            <a:spLocks noGrp="1" noChangeArrowheads="1"/>
          </p:cNvSpPr>
          <p:nvPr>
            <p:ph type="title"/>
          </p:nvPr>
        </p:nvSpPr>
        <p:spPr>
          <a:xfrm>
            <a:off x="366713" y="195263"/>
            <a:ext cx="7943850" cy="822325"/>
          </a:xfrm>
        </p:spPr>
        <p:txBody>
          <a:bodyPr/>
          <a:lstStyle/>
          <a:p>
            <a:r>
              <a:rPr lang="zh-CN" altLang="en-US"/>
              <a:t>如何做</a:t>
            </a:r>
            <a:r>
              <a:rPr lang="en-US" altLang="zh-CN"/>
              <a:t>WBS</a:t>
            </a:r>
            <a:endParaRPr lang="zh-CN" altLang="en-US"/>
          </a:p>
        </p:txBody>
      </p:sp>
      <p:sp>
        <p:nvSpPr>
          <p:cNvPr id="80899" name="内容占位符 2"/>
          <p:cNvSpPr>
            <a:spLocks noGrp="1" noChangeArrowheads="1"/>
          </p:cNvSpPr>
          <p:nvPr>
            <p:ph idx="1"/>
          </p:nvPr>
        </p:nvSpPr>
        <p:spPr>
          <a:xfrm>
            <a:off x="365125" y="1273175"/>
            <a:ext cx="9093200" cy="5270500"/>
          </a:xfrm>
        </p:spPr>
        <p:txBody>
          <a:bodyPr/>
          <a:lstStyle/>
          <a:p>
            <a:r>
              <a:rPr lang="zh-CN" altLang="en-US" sz="2800" dirty="0"/>
              <a:t>参考以往类似项目</a:t>
            </a:r>
            <a:endParaRPr lang="en-US" altLang="zh-CN" sz="2800" dirty="0"/>
          </a:p>
          <a:p>
            <a:pPr lvl="2"/>
            <a:r>
              <a:rPr lang="zh-CN" altLang="en-US" sz="2000" dirty="0"/>
              <a:t>最好同行业、同体量</a:t>
            </a:r>
            <a:endParaRPr lang="en-US" altLang="zh-CN" sz="2000" dirty="0"/>
          </a:p>
          <a:p>
            <a:pPr lvl="2"/>
            <a:r>
              <a:rPr lang="zh-CN" altLang="en-US" sz="2000" dirty="0"/>
              <a:t>直接获取项目计划！</a:t>
            </a:r>
            <a:endParaRPr lang="en-US" altLang="zh-CN" sz="2000" dirty="0"/>
          </a:p>
          <a:p>
            <a:r>
              <a:rPr lang="zh-CN" altLang="en-US" sz="2800" dirty="0"/>
              <a:t>遍历空间、时间</a:t>
            </a:r>
            <a:endParaRPr lang="en-US" altLang="zh-CN" sz="2800" dirty="0"/>
          </a:p>
          <a:p>
            <a:r>
              <a:rPr lang="zh-CN" altLang="en-US" sz="2800" dirty="0"/>
              <a:t>请专家参与</a:t>
            </a:r>
            <a:endParaRPr lang="en-US" altLang="zh-CN" sz="2800" dirty="0"/>
          </a:p>
          <a:p>
            <a:pPr lvl="2"/>
            <a:r>
              <a:rPr lang="zh-CN" altLang="en-US" sz="2000" dirty="0"/>
              <a:t>商业数据库，购买数据</a:t>
            </a:r>
            <a:endParaRPr lang="en-US" altLang="zh-CN" sz="2000" dirty="0"/>
          </a:p>
          <a:p>
            <a:r>
              <a:rPr lang="zh-CN" altLang="en-US" sz="2800" dirty="0"/>
              <a:t>项目团队所有成员，头脑风暴</a:t>
            </a:r>
            <a:endParaRPr lang="en-US" altLang="zh-CN" sz="2800" dirty="0"/>
          </a:p>
          <a:p>
            <a:pPr lvl="2"/>
            <a:r>
              <a:rPr lang="zh-CN" altLang="en-US" sz="2000" dirty="0"/>
              <a:t>黄纸条</a:t>
            </a:r>
            <a:r>
              <a:rPr lang="en-US" altLang="zh-CN" sz="2000" dirty="0"/>
              <a:t>Post-it</a:t>
            </a:r>
            <a:endParaRPr lang="en-US" altLang="zh-CN" sz="2000" dirty="0"/>
          </a:p>
          <a:p>
            <a:pPr lvl="2"/>
            <a:r>
              <a:rPr lang="zh-CN" altLang="en-US" sz="2000" dirty="0"/>
              <a:t>从高层到低层</a:t>
            </a:r>
            <a:endParaRPr lang="en-US" altLang="zh-CN" sz="2000" dirty="0"/>
          </a:p>
          <a:p>
            <a:pPr lvl="2"/>
            <a:r>
              <a:rPr lang="zh-CN" altLang="en-US" sz="2000" dirty="0"/>
              <a:t>使项目团队对项目有更深的认识</a:t>
            </a:r>
            <a:endParaRPr lang="en-US" altLang="zh-CN" sz="2000" dirty="0"/>
          </a:p>
          <a:p>
            <a:endParaRPr lang="zh-CN" altLang="en-US" sz="2800" dirty="0"/>
          </a:p>
        </p:txBody>
      </p:sp>
      <p:sp>
        <p:nvSpPr>
          <p:cNvPr id="9" name="灯片编号占位符 8"/>
          <p:cNvSpPr>
            <a:spLocks noGrp="1"/>
          </p:cNvSpPr>
          <p:nvPr>
            <p:ph type="sldNum" sz="quarter" idx="10"/>
          </p:nvPr>
        </p:nvSpPr>
        <p:spPr/>
        <p:txBody>
          <a:bodyPr/>
          <a:lstStyle/>
          <a:p>
            <a:pPr>
              <a:defRPr/>
            </a:pPr>
            <a:fld id="{6D9D2222-8541-46EA-AD3B-36A5E091B774}" type="slidenum">
              <a:rPr lang="en-US" altLang="zh-CN" smtClean="0"/>
            </a:fld>
            <a:endParaRPr lang="en-US" altLang="zh-CN"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aphicFrame>
        <p:nvGraphicFramePr>
          <p:cNvPr id="82947" name="Object 3"/>
          <p:cNvGraphicFramePr>
            <a:graphicFrameLocks noChangeAspect="1"/>
          </p:cNvGraphicFramePr>
          <p:nvPr/>
        </p:nvGraphicFramePr>
        <p:xfrm>
          <a:off x="217488" y="558800"/>
          <a:ext cx="9434512" cy="6108700"/>
        </p:xfrm>
        <a:graphic>
          <a:graphicData uri="http://schemas.openxmlformats.org/presentationml/2006/ole">
            <mc:AlternateContent xmlns:mc="http://schemas.openxmlformats.org/markup-compatibility/2006">
              <mc:Choice xmlns:v="urn:schemas-microsoft-com:vml" Requires="v">
                <p:oleObj spid="_x0000_s0" name="Document" r:id="rId1" imgW="6905625" imgH="4765040" progId="Word.Document.8">
                  <p:embed/>
                </p:oleObj>
              </mc:Choice>
              <mc:Fallback>
                <p:oleObj name="Document" r:id="rId1" imgW="6905625" imgH="4765040" progId="Word.Document.8">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488" y="558800"/>
                        <a:ext cx="9434512" cy="6108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2948" name="Rectangle 10"/>
          <p:cNvSpPr>
            <a:spLocks noGrp="1" noChangeArrowheads="1"/>
          </p:cNvSpPr>
          <p:nvPr>
            <p:ph type="title"/>
          </p:nvPr>
        </p:nvSpPr>
        <p:spPr/>
        <p:txBody>
          <a:bodyPr/>
          <a:lstStyle/>
          <a:p>
            <a:pPr eaLnBrk="1" hangingPunct="1"/>
            <a:r>
              <a:rPr lang="en-US" altLang="zh-CN"/>
              <a:t>WBS</a:t>
            </a:r>
            <a:r>
              <a:rPr lang="zh-CN" altLang="en-US"/>
              <a:t>样例</a:t>
            </a:r>
            <a:endParaRPr lang="zh-CN" altLang="en-US"/>
          </a:p>
        </p:txBody>
      </p:sp>
      <p:sp>
        <p:nvSpPr>
          <p:cNvPr id="3" name="灯片编号占位符 2"/>
          <p:cNvSpPr>
            <a:spLocks noGrp="1"/>
          </p:cNvSpPr>
          <p:nvPr>
            <p:ph type="sldNum" sz="quarter" idx="10"/>
          </p:nvPr>
        </p:nvSpPr>
        <p:spPr/>
        <p:txBody>
          <a:bodyPr/>
          <a:lstStyle/>
          <a:p>
            <a:pPr>
              <a:defRPr/>
            </a:pPr>
            <a:fld id="{A6A0D67D-9B30-457F-9874-1F92730590A0}" type="slidenum">
              <a:rPr lang="en-US" altLang="zh-CN" smtClean="0"/>
            </a:fld>
            <a:endParaRPr lang="en-US" altLang="zh-CN"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66713" y="195263"/>
            <a:ext cx="7943850" cy="822325"/>
          </a:xfrm>
        </p:spPr>
        <p:txBody>
          <a:bodyPr/>
          <a:lstStyle/>
          <a:p>
            <a:r>
              <a:rPr lang="zh-CN" altLang="en-US" dirty="0"/>
              <a:t>项目管理活动必须纳入</a:t>
            </a:r>
            <a:r>
              <a:rPr lang="en-US" altLang="zh-CN" dirty="0"/>
              <a:t>WBS</a:t>
            </a:r>
            <a:r>
              <a:rPr lang="zh-CN" altLang="en-US" dirty="0"/>
              <a:t>！</a:t>
            </a:r>
            <a:endParaRPr lang="zh-CN" altLang="en-US" dirty="0"/>
          </a:p>
        </p:txBody>
      </p:sp>
      <p:sp>
        <p:nvSpPr>
          <p:cNvPr id="4" name="内容占位符 3"/>
          <p:cNvSpPr>
            <a:spLocks noGrp="1"/>
          </p:cNvSpPr>
          <p:nvPr>
            <p:ph sz="half" idx="1"/>
          </p:nvPr>
        </p:nvSpPr>
        <p:spPr>
          <a:xfrm>
            <a:off x="365125" y="1273175"/>
            <a:ext cx="4470400" cy="5270500"/>
          </a:xfrm>
        </p:spPr>
        <p:txBody>
          <a:bodyPr/>
          <a:lstStyle/>
          <a:p>
            <a:r>
              <a:rPr lang="zh-CN" altLang="en-US" sz="2000" dirty="0"/>
              <a:t>确保全面性</a:t>
            </a:r>
            <a:endParaRPr lang="zh-CN" altLang="en-US" sz="2000" dirty="0"/>
          </a:p>
          <a:p>
            <a:pPr lvl="2"/>
            <a:r>
              <a:rPr lang="zh-CN" altLang="en-US" sz="1400" dirty="0"/>
              <a:t>将项目管理活动包括在</a:t>
            </a:r>
            <a:r>
              <a:rPr lang="en-US" altLang="zh-CN" sz="1400" dirty="0"/>
              <a:t>WBS</a:t>
            </a:r>
            <a:r>
              <a:rPr lang="zh-CN" altLang="en-US" sz="1400" dirty="0"/>
              <a:t>中有助于确保项目的每个方面都被考虑到。这包括计划、组织、执行、监控和收尾等活动。通过这样做，项目团队可以更好地跟踪这些活动并确保它们得到适当的资源和注意。</a:t>
            </a:r>
            <a:endParaRPr lang="zh-CN" altLang="en-US" sz="1400" dirty="0"/>
          </a:p>
          <a:p>
            <a:r>
              <a:rPr lang="zh-CN" altLang="en-US" sz="2000" dirty="0"/>
              <a:t>资源分配</a:t>
            </a:r>
            <a:endParaRPr lang="zh-CN" altLang="en-US" sz="2000" dirty="0"/>
          </a:p>
          <a:p>
            <a:pPr lvl="2"/>
            <a:r>
              <a:rPr lang="en-US" altLang="zh-CN" sz="1400" dirty="0"/>
              <a:t>WBS</a:t>
            </a:r>
            <a:r>
              <a:rPr lang="zh-CN" altLang="en-US" sz="1400" dirty="0"/>
              <a:t>有助于明确每项任务所需的资源。项目管理活动也需要资源，例如时间、人力和预算。将这些活动包括在</a:t>
            </a:r>
            <a:r>
              <a:rPr lang="en-US" altLang="zh-CN" sz="1400" dirty="0"/>
              <a:t>WBS</a:t>
            </a:r>
            <a:r>
              <a:rPr lang="zh-CN" altLang="en-US" sz="1400" dirty="0"/>
              <a:t>中可以帮助项目经理为这些关键任务分配适当的资源。</a:t>
            </a:r>
            <a:endParaRPr lang="zh-CN" altLang="en-US" sz="1400" dirty="0"/>
          </a:p>
          <a:p>
            <a:r>
              <a:rPr lang="zh-CN" altLang="en-US" sz="2000" dirty="0"/>
              <a:t>成本估计</a:t>
            </a:r>
            <a:endParaRPr lang="zh-CN" altLang="en-US" sz="2000" dirty="0"/>
          </a:p>
          <a:p>
            <a:pPr lvl="2"/>
            <a:r>
              <a:rPr lang="en-US" altLang="zh-CN" sz="1400" dirty="0"/>
              <a:t>WBS</a:t>
            </a:r>
            <a:r>
              <a:rPr lang="zh-CN" altLang="en-US" sz="1400" dirty="0"/>
              <a:t>是进行成本估计的基础。包括项目管理活动在</a:t>
            </a:r>
            <a:r>
              <a:rPr lang="en-US" altLang="zh-CN" sz="1400" dirty="0"/>
              <a:t>WBS</a:t>
            </a:r>
            <a:r>
              <a:rPr lang="zh-CN" altLang="en-US" sz="1400" dirty="0"/>
              <a:t>中，可以确保所有的成本都被考虑在内，从而提供更准确的项目总成本估计。</a:t>
            </a:r>
            <a:endParaRPr lang="zh-CN" altLang="en-US" sz="1400" dirty="0"/>
          </a:p>
          <a:p>
            <a:r>
              <a:rPr lang="zh-CN" altLang="en-US" sz="2000" dirty="0"/>
              <a:t>进度规划</a:t>
            </a:r>
            <a:endParaRPr lang="zh-CN" altLang="en-US" sz="2000" dirty="0"/>
          </a:p>
          <a:p>
            <a:pPr lvl="2"/>
            <a:r>
              <a:rPr lang="zh-CN" altLang="en-US" sz="1400" dirty="0"/>
              <a:t>项目管理活动，如会议、报告、风险管理和质量控制，都需要时间来执行。在</a:t>
            </a:r>
            <a:r>
              <a:rPr lang="en-US" altLang="zh-CN" sz="1400" dirty="0"/>
              <a:t>WBS</a:t>
            </a:r>
            <a:r>
              <a:rPr lang="zh-CN" altLang="en-US" sz="1400" dirty="0"/>
              <a:t>中包括这些活动可以帮助项目经理在整个项目时间表中为这些活动规划时间。</a:t>
            </a:r>
            <a:endParaRPr lang="zh-CN" altLang="en-US" sz="1400" dirty="0"/>
          </a:p>
          <a:p>
            <a:endParaRPr lang="zh-CN" altLang="en-US" sz="2000" dirty="0"/>
          </a:p>
        </p:txBody>
      </p:sp>
      <p:sp>
        <p:nvSpPr>
          <p:cNvPr id="13" name="内容占位符 12"/>
          <p:cNvSpPr>
            <a:spLocks noGrp="1"/>
          </p:cNvSpPr>
          <p:nvPr>
            <p:ph sz="half" idx="2"/>
          </p:nvPr>
        </p:nvSpPr>
        <p:spPr/>
        <p:txBody>
          <a:bodyPr/>
          <a:lstStyle/>
          <a:p>
            <a:r>
              <a:rPr lang="zh-CN" altLang="en-US" sz="2000" dirty="0"/>
              <a:t>风险管理</a:t>
            </a:r>
            <a:endParaRPr lang="zh-CN" altLang="en-US" sz="2000" dirty="0"/>
          </a:p>
          <a:p>
            <a:pPr lvl="2"/>
            <a:r>
              <a:rPr lang="zh-CN" altLang="en-US" sz="1400" dirty="0"/>
              <a:t>忽略项目管理活动可能导致风险增加，因为可能会遗漏关键的监控和控制步骤。在</a:t>
            </a:r>
            <a:r>
              <a:rPr lang="en-US" altLang="zh-CN" sz="1400" dirty="0"/>
              <a:t>WBS</a:t>
            </a:r>
            <a:r>
              <a:rPr lang="zh-CN" altLang="en-US" sz="1400" dirty="0"/>
              <a:t>中识别这些活动有助于识别和管理潜在的风险。</a:t>
            </a:r>
            <a:endParaRPr lang="zh-CN" altLang="en-US" sz="1400" dirty="0"/>
          </a:p>
          <a:p>
            <a:r>
              <a:rPr lang="zh-CN" altLang="en-US" sz="2000" dirty="0"/>
              <a:t>沟通和报告</a:t>
            </a:r>
            <a:endParaRPr lang="zh-CN" altLang="en-US" sz="2000" dirty="0"/>
          </a:p>
          <a:p>
            <a:pPr lvl="2"/>
            <a:r>
              <a:rPr lang="zh-CN" altLang="en-US" sz="1400" dirty="0"/>
              <a:t>项目管理活动包括与利益相关者沟通和报告。在</a:t>
            </a:r>
            <a:r>
              <a:rPr lang="en-US" altLang="zh-CN" sz="1400" dirty="0"/>
              <a:t>WBS</a:t>
            </a:r>
            <a:r>
              <a:rPr lang="zh-CN" altLang="en-US" sz="1400" dirty="0"/>
              <a:t>中包括这些活动可以确保为沟通和报告提供必要的时间和资源，这对于项目的成功至关重要。</a:t>
            </a:r>
            <a:endParaRPr lang="zh-CN" altLang="en-US" sz="1400" dirty="0"/>
          </a:p>
          <a:p>
            <a:r>
              <a:rPr lang="zh-CN" altLang="en-US" sz="2000" dirty="0"/>
              <a:t>质量控制</a:t>
            </a:r>
            <a:endParaRPr lang="zh-CN" altLang="en-US" sz="2000" dirty="0"/>
          </a:p>
          <a:p>
            <a:pPr lvl="2"/>
            <a:r>
              <a:rPr lang="zh-CN" altLang="en-US" sz="1400" dirty="0"/>
              <a:t>质量管理活动如审查、测试和审计，是保证项目输出符合质量要求的关键。将这些活动包括在</a:t>
            </a:r>
            <a:r>
              <a:rPr lang="en-US" altLang="zh-CN" sz="1400" dirty="0"/>
              <a:t>WBS</a:t>
            </a:r>
            <a:r>
              <a:rPr lang="zh-CN" altLang="en-US" sz="1400" dirty="0"/>
              <a:t>中有助于确保项目不仅按时完成，而且满足既定的质量标准。</a:t>
            </a:r>
            <a:endParaRPr lang="zh-CN" altLang="en-US" sz="1400" dirty="0"/>
          </a:p>
          <a:p>
            <a:endParaRPr lang="zh-CN" altLang="en-US" sz="2000" dirty="0"/>
          </a:p>
        </p:txBody>
      </p:sp>
      <p:sp>
        <p:nvSpPr>
          <p:cNvPr id="15" name="灯片编号占位符 14"/>
          <p:cNvSpPr>
            <a:spLocks noGrp="1"/>
          </p:cNvSpPr>
          <p:nvPr>
            <p:ph type="sldNum" sz="quarter" idx="10"/>
          </p:nvPr>
        </p:nvSpPr>
        <p:spPr/>
        <p:txBody>
          <a:bodyPr/>
          <a:lstStyle/>
          <a:p>
            <a:pPr>
              <a:defRPr/>
            </a:pPr>
            <a:fld id="{ADA0D315-17C2-4F0F-B1C6-8BF8415BD984}" type="slidenum">
              <a:rPr lang="en-US" altLang="zh-CN" smtClean="0"/>
            </a:fld>
            <a:endParaRPr lang="en-US" altLang="zh-CN"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pSp>
        <p:nvGrpSpPr>
          <p:cNvPr id="84995" name="Group 2"/>
          <p:cNvGrpSpPr/>
          <p:nvPr/>
        </p:nvGrpSpPr>
        <p:grpSpPr bwMode="auto">
          <a:xfrm>
            <a:off x="996950" y="2185988"/>
            <a:ext cx="2173288" cy="3303587"/>
            <a:chOff x="580" y="1005"/>
            <a:chExt cx="1369" cy="2081"/>
          </a:xfrm>
        </p:grpSpPr>
        <p:sp>
          <p:nvSpPr>
            <p:cNvPr id="84999" name="Rectangle 3"/>
            <p:cNvSpPr>
              <a:spLocks noChangeArrowheads="1"/>
            </p:cNvSpPr>
            <p:nvPr/>
          </p:nvSpPr>
          <p:spPr bwMode="auto">
            <a:xfrm>
              <a:off x="580" y="1005"/>
              <a:ext cx="1369" cy="2081"/>
            </a:xfrm>
            <a:prstGeom prst="rect">
              <a:avLst/>
            </a:prstGeom>
            <a:solidFill>
              <a:srgbClr val="FF0000"/>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5000" name="Text Box 4"/>
            <p:cNvSpPr txBox="1">
              <a:spLocks noChangeArrowheads="1"/>
            </p:cNvSpPr>
            <p:nvPr/>
          </p:nvSpPr>
          <p:spPr bwMode="auto">
            <a:xfrm>
              <a:off x="767" y="1137"/>
              <a:ext cx="957" cy="28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r>
                <a:rPr lang="zh-CN" altLang="en-US" b="1" u="sng" dirty="0">
                  <a:solidFill>
                    <a:schemeClr val="tx2"/>
                  </a:solidFill>
                  <a:latin typeface="楷体" panose="02010609060101010101" pitchFamily="49" charset="-122"/>
                  <a:ea typeface="黑体" panose="02010609060101010101" pitchFamily="49" charset="-122"/>
                </a:rPr>
                <a:t>启动阶段</a:t>
              </a:r>
              <a:endParaRPr lang="zh-CN" altLang="en-US" b="1" u="sng" dirty="0">
                <a:solidFill>
                  <a:schemeClr val="tx2"/>
                </a:solidFill>
                <a:latin typeface="楷体" panose="02010609060101010101" pitchFamily="49" charset="-122"/>
                <a:ea typeface="黑体" panose="02010609060101010101" pitchFamily="49" charset="-122"/>
              </a:endParaRPr>
            </a:p>
          </p:txBody>
        </p:sp>
        <p:sp>
          <p:nvSpPr>
            <p:cNvPr id="85001" name="Text Box 5"/>
            <p:cNvSpPr txBox="1">
              <a:spLocks noChangeArrowheads="1"/>
            </p:cNvSpPr>
            <p:nvPr/>
          </p:nvSpPr>
          <p:spPr bwMode="auto">
            <a:xfrm>
              <a:off x="634" y="1631"/>
              <a:ext cx="1265" cy="122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lang="zh-CN" altLang="en-US" sz="2200" b="1" dirty="0">
                  <a:solidFill>
                    <a:schemeClr val="tx2"/>
                  </a:solidFill>
                  <a:latin typeface="楷体" panose="02010609060101010101" pitchFamily="49" charset="-122"/>
                  <a:ea typeface="黑体" panose="02010609060101010101" pitchFamily="49" charset="-122"/>
                </a:rPr>
                <a:t>定义项目</a:t>
              </a:r>
              <a:endParaRPr lang="zh-CN" altLang="en-US" sz="2200" b="1" dirty="0">
                <a:solidFill>
                  <a:srgbClr val="000000"/>
                </a:solidFill>
                <a:latin typeface="楷体" panose="02010609060101010101" pitchFamily="49" charset="-122"/>
                <a:ea typeface="黑体" panose="02010609060101010101" pitchFamily="49" charset="-122"/>
              </a:endParaRPr>
            </a:p>
            <a:p>
              <a:pPr algn="ctr" eaLnBrk="1" hangingPunct="1">
                <a:spcBef>
                  <a:spcPct val="50000"/>
                </a:spcBef>
              </a:pPr>
              <a:r>
                <a:rPr lang="zh-CN" altLang="en-US" sz="2200" b="1" dirty="0">
                  <a:solidFill>
                    <a:schemeClr val="tx2"/>
                  </a:solidFill>
                  <a:latin typeface="楷体" panose="02010609060101010101" pitchFamily="49" charset="-122"/>
                  <a:ea typeface="黑体" panose="02010609060101010101" pitchFamily="49" charset="-122"/>
                </a:rPr>
                <a:t>制定项目目标</a:t>
              </a:r>
              <a:endParaRPr lang="zh-CN" altLang="en-US" sz="2200" b="1" dirty="0">
                <a:solidFill>
                  <a:schemeClr val="tx2"/>
                </a:solidFill>
                <a:latin typeface="楷体" panose="02010609060101010101" pitchFamily="49" charset="-122"/>
                <a:ea typeface="黑体" panose="02010609060101010101" pitchFamily="49" charset="-122"/>
              </a:endParaRPr>
            </a:p>
            <a:p>
              <a:pPr algn="ctr" eaLnBrk="1" hangingPunct="1">
                <a:spcBef>
                  <a:spcPct val="50000"/>
                </a:spcBef>
              </a:pPr>
              <a:r>
                <a:rPr lang="zh-CN" altLang="en-US" sz="2200" b="1" dirty="0">
                  <a:solidFill>
                    <a:srgbClr val="000000"/>
                  </a:solidFill>
                  <a:latin typeface="楷体" panose="02010609060101010101" pitchFamily="49" charset="-122"/>
                  <a:ea typeface="黑体" panose="02010609060101010101" pitchFamily="49" charset="-122"/>
                </a:rPr>
                <a:t>工作分解结构</a:t>
              </a:r>
              <a:endParaRPr lang="zh-CN" altLang="en-US" sz="2200" b="1" dirty="0">
                <a:solidFill>
                  <a:schemeClr val="tx2"/>
                </a:solidFill>
                <a:latin typeface="楷体" panose="02010609060101010101" pitchFamily="49" charset="-122"/>
                <a:ea typeface="黑体" panose="02010609060101010101" pitchFamily="49" charset="-122"/>
              </a:endParaRPr>
            </a:p>
            <a:p>
              <a:pPr algn="ctr" eaLnBrk="1" hangingPunct="1">
                <a:spcBef>
                  <a:spcPct val="50000"/>
                </a:spcBef>
              </a:pPr>
              <a:r>
                <a:rPr lang="zh-CN" altLang="en-US" sz="2200" b="1" dirty="0">
                  <a:solidFill>
                    <a:schemeClr val="tx2"/>
                  </a:solidFill>
                  <a:latin typeface="楷体" panose="02010609060101010101" pitchFamily="49" charset="-122"/>
                  <a:ea typeface="黑体" panose="02010609060101010101" pitchFamily="49" charset="-122"/>
                </a:rPr>
                <a:t>核算资源成本</a:t>
              </a:r>
              <a:endParaRPr lang="zh-CN" altLang="en-US" sz="2000" b="1" dirty="0">
                <a:solidFill>
                  <a:srgbClr val="000000"/>
                </a:solidFill>
                <a:latin typeface="楷体" panose="02010609060101010101" pitchFamily="49" charset="-122"/>
                <a:ea typeface="黑体" panose="02010609060101010101" pitchFamily="49" charset="-122"/>
              </a:endParaRPr>
            </a:p>
          </p:txBody>
        </p:sp>
      </p:grpSp>
      <p:sp>
        <p:nvSpPr>
          <p:cNvPr id="508938" name="Text Box 10"/>
          <p:cNvSpPr txBox="1">
            <a:spLocks noChangeArrowheads="1"/>
          </p:cNvSpPr>
          <p:nvPr/>
        </p:nvSpPr>
        <p:spPr bwMode="auto">
          <a:xfrm>
            <a:off x="5392738" y="2197100"/>
            <a:ext cx="3843337" cy="1552575"/>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r"/>
            <a:r>
              <a:rPr lang="zh-CN" altLang="en-US">
                <a:solidFill>
                  <a:srgbClr val="000000"/>
                </a:solidFill>
                <a:latin typeface="楷体" panose="02010609060101010101" pitchFamily="49" charset="-122"/>
                <a:ea typeface="黑体" panose="02010609060101010101" pitchFamily="49" charset="-122"/>
              </a:rPr>
              <a:t>项目是否很大或复杂？</a:t>
            </a:r>
            <a:endParaRPr lang="zh-CN" altLang="en-US">
              <a:solidFill>
                <a:srgbClr val="000000"/>
              </a:solidFill>
              <a:latin typeface="楷体" panose="02010609060101010101" pitchFamily="49" charset="-122"/>
              <a:ea typeface="黑体" panose="02010609060101010101" pitchFamily="49" charset="-122"/>
            </a:endParaRPr>
          </a:p>
          <a:p>
            <a:pPr algn="r"/>
            <a:r>
              <a:rPr lang="zh-CN" altLang="en-US">
                <a:solidFill>
                  <a:srgbClr val="000000"/>
                </a:solidFill>
                <a:latin typeface="楷体" panose="02010609060101010101" pitchFamily="49" charset="-122"/>
                <a:ea typeface="黑体" panose="02010609060101010101" pitchFamily="49" charset="-122"/>
              </a:rPr>
              <a:t>是否有较复杂的部分？</a:t>
            </a:r>
            <a:endParaRPr lang="zh-CN" altLang="en-US">
              <a:solidFill>
                <a:srgbClr val="000000"/>
              </a:solidFill>
              <a:latin typeface="楷体" panose="02010609060101010101" pitchFamily="49" charset="-122"/>
              <a:ea typeface="黑体" panose="02010609060101010101" pitchFamily="49" charset="-122"/>
            </a:endParaRPr>
          </a:p>
          <a:p>
            <a:pPr algn="r"/>
            <a:r>
              <a:rPr lang="zh-CN" altLang="en-US">
                <a:solidFill>
                  <a:srgbClr val="000000"/>
                </a:solidFill>
                <a:latin typeface="楷体" panose="02010609060101010101" pitchFamily="49" charset="-122"/>
                <a:ea typeface="黑体" panose="02010609060101010101" pitchFamily="49" charset="-122"/>
              </a:rPr>
              <a:t>是否需要不同的管理方式？</a:t>
            </a:r>
            <a:endParaRPr lang="zh-CN" altLang="en-US">
              <a:solidFill>
                <a:srgbClr val="000000"/>
              </a:solidFill>
              <a:latin typeface="楷体" panose="02010609060101010101" pitchFamily="49" charset="-122"/>
              <a:ea typeface="黑体" panose="02010609060101010101" pitchFamily="49" charset="-122"/>
            </a:endParaRPr>
          </a:p>
          <a:p>
            <a:pPr algn="r"/>
            <a:r>
              <a:rPr lang="zh-CN" altLang="en-US">
                <a:solidFill>
                  <a:srgbClr val="000000"/>
                </a:solidFill>
                <a:latin typeface="楷体" panose="02010609060101010101" pitchFamily="49" charset="-122"/>
                <a:ea typeface="黑体" panose="02010609060101010101" pitchFamily="49" charset="-122"/>
              </a:rPr>
              <a:t>是否可委派单独的负责人？</a:t>
            </a:r>
            <a:endParaRPr lang="zh-CN" altLang="en-US">
              <a:solidFill>
                <a:srgbClr val="000000"/>
              </a:solidFill>
              <a:latin typeface="Futura Lt" pitchFamily="34" charset="0"/>
              <a:ea typeface="黑体" panose="02010609060101010101" pitchFamily="49" charset="-122"/>
            </a:endParaRPr>
          </a:p>
        </p:txBody>
      </p:sp>
      <p:sp>
        <p:nvSpPr>
          <p:cNvPr id="508939" name="Text Box 11"/>
          <p:cNvSpPr txBox="1">
            <a:spLocks noChangeArrowheads="1"/>
          </p:cNvSpPr>
          <p:nvPr/>
        </p:nvSpPr>
        <p:spPr bwMode="auto">
          <a:xfrm>
            <a:off x="3794125" y="4884738"/>
            <a:ext cx="2328863" cy="366712"/>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nSpc>
                <a:spcPct val="75000"/>
              </a:lnSpc>
              <a:spcBef>
                <a:spcPct val="50000"/>
              </a:spcBef>
            </a:pPr>
            <a:r>
              <a:rPr lang="zh-CN" altLang="en-US" b="1">
                <a:solidFill>
                  <a:srgbClr val="000000"/>
                </a:solidFill>
                <a:latin typeface="楷体" panose="02010609060101010101" pitchFamily="49" charset="-122"/>
                <a:ea typeface="黑体" panose="02010609060101010101" pitchFamily="49" charset="-122"/>
              </a:rPr>
              <a:t>对子项目作描述</a:t>
            </a:r>
            <a:endParaRPr lang="zh-CN" altLang="en-US" b="1">
              <a:solidFill>
                <a:srgbClr val="000000"/>
              </a:solidFill>
              <a:latin typeface="楷体" panose="02010609060101010101" pitchFamily="49" charset="-122"/>
              <a:ea typeface="黑体" panose="02010609060101010101" pitchFamily="49" charset="-122"/>
            </a:endParaRPr>
          </a:p>
        </p:txBody>
      </p:sp>
      <p:sp>
        <p:nvSpPr>
          <p:cNvPr id="84998" name="Rectangle 14"/>
          <p:cNvSpPr>
            <a:spLocks noGrp="1" noChangeArrowheads="1"/>
          </p:cNvSpPr>
          <p:nvPr>
            <p:ph type="title"/>
          </p:nvPr>
        </p:nvSpPr>
        <p:spPr/>
        <p:txBody>
          <a:bodyPr/>
          <a:lstStyle/>
          <a:p>
            <a:pPr eaLnBrk="1" hangingPunct="1"/>
            <a:r>
              <a:rPr lang="zh-CN" altLang="en-US" sz="3200"/>
              <a:t>子项目</a:t>
            </a:r>
            <a:br>
              <a:rPr lang="zh-CN" altLang="en-US" sz="3200"/>
            </a:br>
            <a:r>
              <a:rPr lang="en-US" altLang="zh-CN" sz="2400">
                <a:latin typeface="Arial" panose="020B0604020202020204" pitchFamily="34" charset="0"/>
              </a:rPr>
              <a:t>——</a:t>
            </a:r>
            <a:r>
              <a:rPr lang="zh-CN" altLang="en-US" sz="2400"/>
              <a:t>使工作更容易管理</a:t>
            </a:r>
            <a:endParaRPr lang="zh-CN" altLang="en-US" sz="2400"/>
          </a:p>
        </p:txBody>
      </p:sp>
      <p:sp>
        <p:nvSpPr>
          <p:cNvPr id="3" name="灯片编号占位符 2"/>
          <p:cNvSpPr>
            <a:spLocks noGrp="1"/>
          </p:cNvSpPr>
          <p:nvPr>
            <p:ph type="sldNum" sz="quarter" idx="10"/>
          </p:nvPr>
        </p:nvSpPr>
        <p:spPr/>
        <p:txBody>
          <a:bodyPr/>
          <a:lstStyle/>
          <a:p>
            <a:pPr>
              <a:defRPr/>
            </a:pPr>
            <a:fld id="{A6A0D67D-9B30-457F-9874-1F92730590A0}" type="slidenum">
              <a:rPr lang="en-US" altLang="zh-CN" smtClean="0"/>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08938"/>
                                        </p:tgtEl>
                                        <p:attrNameLst>
                                          <p:attrName>style.visibility</p:attrName>
                                        </p:attrNameLst>
                                      </p:cBhvr>
                                      <p:to>
                                        <p:strVal val="visible"/>
                                      </p:to>
                                    </p:set>
                                    <p:anim calcmode="lin" valueType="num">
                                      <p:cBhvr additive="base">
                                        <p:cTn id="7" dur="500" fill="hold"/>
                                        <p:tgtEl>
                                          <p:spTgt spid="508938"/>
                                        </p:tgtEl>
                                        <p:attrNameLst>
                                          <p:attrName>ppt_x</p:attrName>
                                        </p:attrNameLst>
                                      </p:cBhvr>
                                      <p:tavLst>
                                        <p:tav tm="0">
                                          <p:val>
                                            <p:strVal val="0-#ppt_w/2"/>
                                          </p:val>
                                        </p:tav>
                                        <p:tav tm="100000">
                                          <p:val>
                                            <p:strVal val="#ppt_x"/>
                                          </p:val>
                                        </p:tav>
                                      </p:tavLst>
                                    </p:anim>
                                    <p:anim calcmode="lin" valueType="num">
                                      <p:cBhvr additive="base">
                                        <p:cTn id="8" dur="500" fill="hold"/>
                                        <p:tgtEl>
                                          <p:spTgt spid="50893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08939"/>
                                        </p:tgtEl>
                                        <p:attrNameLst>
                                          <p:attrName>style.visibility</p:attrName>
                                        </p:attrNameLst>
                                      </p:cBhvr>
                                      <p:to>
                                        <p:strVal val="visible"/>
                                      </p:to>
                                    </p:set>
                                    <p:anim calcmode="lin" valueType="num">
                                      <p:cBhvr additive="base">
                                        <p:cTn id="13" dur="500" fill="hold"/>
                                        <p:tgtEl>
                                          <p:spTgt spid="508939"/>
                                        </p:tgtEl>
                                        <p:attrNameLst>
                                          <p:attrName>ppt_x</p:attrName>
                                        </p:attrNameLst>
                                      </p:cBhvr>
                                      <p:tavLst>
                                        <p:tav tm="0">
                                          <p:val>
                                            <p:strVal val="0-#ppt_w/2"/>
                                          </p:val>
                                        </p:tav>
                                        <p:tav tm="100000">
                                          <p:val>
                                            <p:strVal val="#ppt_x"/>
                                          </p:val>
                                        </p:tav>
                                      </p:tavLst>
                                    </p:anim>
                                    <p:anim calcmode="lin" valueType="num">
                                      <p:cBhvr additive="base">
                                        <p:cTn id="14" dur="500" fill="hold"/>
                                        <p:tgtEl>
                                          <p:spTgt spid="50893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8938" grpId="0" autoUpdateAnimBg="0"/>
      <p:bldP spid="508939" grpId="0"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87043" name="Rectangle 2"/>
          <p:cNvSpPr>
            <a:spLocks noChangeArrowheads="1"/>
          </p:cNvSpPr>
          <p:nvPr/>
        </p:nvSpPr>
        <p:spPr bwMode="auto">
          <a:xfrm>
            <a:off x="8640763" y="4560888"/>
            <a:ext cx="665162" cy="636587"/>
          </a:xfrm>
          <a:prstGeom prst="rect">
            <a:avLst/>
          </a:prstGeom>
          <a:solidFill>
            <a:srgbClr val="FFFFFF"/>
          </a:solidFill>
          <a:ln w="9525">
            <a:solidFill>
              <a:schemeClr val="bg2"/>
            </a:solidFill>
            <a:miter lim="800000"/>
          </a:ln>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044" name="Rectangle 3"/>
          <p:cNvSpPr>
            <a:spLocks noChangeArrowheads="1"/>
          </p:cNvSpPr>
          <p:nvPr/>
        </p:nvSpPr>
        <p:spPr bwMode="auto">
          <a:xfrm>
            <a:off x="8628063" y="3849688"/>
            <a:ext cx="665162" cy="636587"/>
          </a:xfrm>
          <a:prstGeom prst="rect">
            <a:avLst/>
          </a:prstGeom>
          <a:solidFill>
            <a:srgbClr val="FFFFFF"/>
          </a:solidFill>
          <a:ln w="9525">
            <a:solidFill>
              <a:schemeClr val="bg2"/>
            </a:solidFill>
            <a:miter lim="800000"/>
          </a:ln>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045" name="Rectangle 4"/>
          <p:cNvSpPr>
            <a:spLocks noChangeArrowheads="1"/>
          </p:cNvSpPr>
          <p:nvPr/>
        </p:nvSpPr>
        <p:spPr bwMode="auto">
          <a:xfrm>
            <a:off x="8628063" y="3125788"/>
            <a:ext cx="665162" cy="636587"/>
          </a:xfrm>
          <a:prstGeom prst="rect">
            <a:avLst/>
          </a:prstGeom>
          <a:solidFill>
            <a:srgbClr val="FFFFFF"/>
          </a:solidFill>
          <a:ln w="9525">
            <a:solidFill>
              <a:schemeClr val="bg2"/>
            </a:solidFill>
            <a:miter lim="800000"/>
          </a:ln>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046" name="AutoShape 6"/>
          <p:cNvSpPr>
            <a:spLocks noChangeAspect="1" noChangeArrowheads="1" noTextEdit="1"/>
          </p:cNvSpPr>
          <p:nvPr/>
        </p:nvSpPr>
        <p:spPr bwMode="auto">
          <a:xfrm>
            <a:off x="760413" y="1382713"/>
            <a:ext cx="8726487" cy="500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7047" name="Line 7"/>
          <p:cNvSpPr>
            <a:spLocks noChangeShapeType="1"/>
          </p:cNvSpPr>
          <p:nvPr/>
        </p:nvSpPr>
        <p:spPr bwMode="auto">
          <a:xfrm>
            <a:off x="5464175" y="2097088"/>
            <a:ext cx="15875" cy="109537"/>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048" name="Line 8"/>
          <p:cNvSpPr>
            <a:spLocks noChangeShapeType="1"/>
          </p:cNvSpPr>
          <p:nvPr/>
        </p:nvSpPr>
        <p:spPr bwMode="auto">
          <a:xfrm>
            <a:off x="2517775" y="2193925"/>
            <a:ext cx="1588" cy="90488"/>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049" name="Line 9"/>
          <p:cNvSpPr>
            <a:spLocks noChangeShapeType="1"/>
          </p:cNvSpPr>
          <p:nvPr/>
        </p:nvSpPr>
        <p:spPr bwMode="auto">
          <a:xfrm>
            <a:off x="3325813" y="2193925"/>
            <a:ext cx="1587" cy="90488"/>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050" name="Line 10"/>
          <p:cNvSpPr>
            <a:spLocks noChangeShapeType="1"/>
          </p:cNvSpPr>
          <p:nvPr/>
        </p:nvSpPr>
        <p:spPr bwMode="auto">
          <a:xfrm>
            <a:off x="4133850" y="2193925"/>
            <a:ext cx="1588" cy="90488"/>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051" name="Line 11"/>
          <p:cNvSpPr>
            <a:spLocks noChangeShapeType="1"/>
          </p:cNvSpPr>
          <p:nvPr/>
        </p:nvSpPr>
        <p:spPr bwMode="auto">
          <a:xfrm>
            <a:off x="5022850" y="2193925"/>
            <a:ext cx="3175" cy="90488"/>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052" name="Line 12"/>
          <p:cNvSpPr>
            <a:spLocks noChangeShapeType="1"/>
          </p:cNvSpPr>
          <p:nvPr/>
        </p:nvSpPr>
        <p:spPr bwMode="auto">
          <a:xfrm>
            <a:off x="5761038" y="2193925"/>
            <a:ext cx="1587" cy="90488"/>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053" name="Line 13"/>
          <p:cNvSpPr>
            <a:spLocks noChangeShapeType="1"/>
          </p:cNvSpPr>
          <p:nvPr/>
        </p:nvSpPr>
        <p:spPr bwMode="auto">
          <a:xfrm>
            <a:off x="6497638" y="2193925"/>
            <a:ext cx="1587" cy="90488"/>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054" name="Line 14"/>
          <p:cNvSpPr>
            <a:spLocks noChangeShapeType="1"/>
          </p:cNvSpPr>
          <p:nvPr/>
        </p:nvSpPr>
        <p:spPr bwMode="auto">
          <a:xfrm>
            <a:off x="7307263" y="2193925"/>
            <a:ext cx="1587" cy="90488"/>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055" name="Line 15"/>
          <p:cNvSpPr>
            <a:spLocks noChangeShapeType="1"/>
          </p:cNvSpPr>
          <p:nvPr/>
        </p:nvSpPr>
        <p:spPr bwMode="auto">
          <a:xfrm>
            <a:off x="8047038" y="2193925"/>
            <a:ext cx="1587" cy="90488"/>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056" name="Freeform 16"/>
          <p:cNvSpPr/>
          <p:nvPr/>
        </p:nvSpPr>
        <p:spPr bwMode="auto">
          <a:xfrm>
            <a:off x="838200" y="1406525"/>
            <a:ext cx="7881938" cy="1588"/>
          </a:xfrm>
          <a:custGeom>
            <a:avLst/>
            <a:gdLst>
              <a:gd name="T0" fmla="*/ 0 w 4097"/>
              <a:gd name="T1" fmla="*/ 0 h 1588"/>
              <a:gd name="T2" fmla="*/ 2147483646 w 4097"/>
              <a:gd name="T3" fmla="*/ 0 h 1588"/>
              <a:gd name="T4" fmla="*/ 2147483646 w 4097"/>
              <a:gd name="T5" fmla="*/ 0 h 1588"/>
              <a:gd name="T6" fmla="*/ 2147483646 w 4097"/>
              <a:gd name="T7" fmla="*/ 0 h 1588"/>
              <a:gd name="T8" fmla="*/ 2147483646 w 4097"/>
              <a:gd name="T9" fmla="*/ 0 h 1588"/>
              <a:gd name="T10" fmla="*/ 2147483646 w 4097"/>
              <a:gd name="T11" fmla="*/ 0 h 1588"/>
              <a:gd name="T12" fmla="*/ 2147483646 w 4097"/>
              <a:gd name="T13" fmla="*/ 0 h 1588"/>
              <a:gd name="T14" fmla="*/ 2147483646 w 4097"/>
              <a:gd name="T15" fmla="*/ 0 h 1588"/>
              <a:gd name="T16" fmla="*/ 2147483646 w 4097"/>
              <a:gd name="T17" fmla="*/ 0 h 1588"/>
              <a:gd name="T18" fmla="*/ 2147483646 w 4097"/>
              <a:gd name="T19" fmla="*/ 0 h 1588"/>
              <a:gd name="T20" fmla="*/ 2147483646 w 4097"/>
              <a:gd name="T21" fmla="*/ 0 h 1588"/>
              <a:gd name="T22" fmla="*/ 2147483646 w 4097"/>
              <a:gd name="T23" fmla="*/ 0 h 158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097" h="1588">
                <a:moveTo>
                  <a:pt x="0" y="0"/>
                </a:moveTo>
                <a:lnTo>
                  <a:pt x="420" y="0"/>
                </a:lnTo>
                <a:lnTo>
                  <a:pt x="840" y="0"/>
                </a:lnTo>
                <a:lnTo>
                  <a:pt x="1260" y="0"/>
                </a:lnTo>
                <a:lnTo>
                  <a:pt x="1680" y="0"/>
                </a:lnTo>
                <a:lnTo>
                  <a:pt x="2088" y="0"/>
                </a:lnTo>
                <a:lnTo>
                  <a:pt x="2142" y="0"/>
                </a:lnTo>
                <a:lnTo>
                  <a:pt x="2526" y="0"/>
                </a:lnTo>
                <a:lnTo>
                  <a:pt x="2909" y="0"/>
                </a:lnTo>
                <a:lnTo>
                  <a:pt x="3330" y="0"/>
                </a:lnTo>
                <a:lnTo>
                  <a:pt x="3714" y="0"/>
                </a:lnTo>
                <a:lnTo>
                  <a:pt x="4097" y="0"/>
                </a:lnTo>
              </a:path>
            </a:pathLst>
          </a:custGeom>
          <a:noFill/>
          <a:ln w="6350">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7057" name="Line 17"/>
          <p:cNvSpPr>
            <a:spLocks noChangeShapeType="1"/>
          </p:cNvSpPr>
          <p:nvPr/>
        </p:nvSpPr>
        <p:spPr bwMode="auto">
          <a:xfrm>
            <a:off x="635000" y="2111375"/>
            <a:ext cx="15875" cy="1320800"/>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058" name="Line 18"/>
          <p:cNvSpPr>
            <a:spLocks noChangeShapeType="1"/>
          </p:cNvSpPr>
          <p:nvPr/>
        </p:nvSpPr>
        <p:spPr bwMode="auto">
          <a:xfrm>
            <a:off x="647700" y="3432175"/>
            <a:ext cx="69850" cy="1588"/>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059" name="Line 19"/>
          <p:cNvSpPr>
            <a:spLocks noChangeShapeType="1"/>
          </p:cNvSpPr>
          <p:nvPr/>
        </p:nvSpPr>
        <p:spPr bwMode="auto">
          <a:xfrm>
            <a:off x="647700" y="4133850"/>
            <a:ext cx="69850" cy="1588"/>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060" name="Line 20"/>
          <p:cNvSpPr>
            <a:spLocks noChangeShapeType="1"/>
          </p:cNvSpPr>
          <p:nvPr/>
        </p:nvSpPr>
        <p:spPr bwMode="auto">
          <a:xfrm>
            <a:off x="647700" y="4835525"/>
            <a:ext cx="69850" cy="1588"/>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061" name="Line 21"/>
          <p:cNvSpPr>
            <a:spLocks noChangeShapeType="1"/>
          </p:cNvSpPr>
          <p:nvPr/>
        </p:nvSpPr>
        <p:spPr bwMode="auto">
          <a:xfrm>
            <a:off x="647700" y="5537200"/>
            <a:ext cx="69850" cy="1588"/>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062" name="Line 22"/>
          <p:cNvSpPr>
            <a:spLocks noChangeShapeType="1"/>
          </p:cNvSpPr>
          <p:nvPr/>
        </p:nvSpPr>
        <p:spPr bwMode="auto">
          <a:xfrm>
            <a:off x="647700" y="6238875"/>
            <a:ext cx="69850" cy="1588"/>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063" name="Freeform 23"/>
          <p:cNvSpPr/>
          <p:nvPr/>
        </p:nvSpPr>
        <p:spPr bwMode="auto">
          <a:xfrm>
            <a:off x="647700" y="3432175"/>
            <a:ext cx="3175" cy="2806700"/>
          </a:xfrm>
          <a:custGeom>
            <a:avLst/>
            <a:gdLst>
              <a:gd name="T0" fmla="*/ 0 w 3175"/>
              <a:gd name="T1" fmla="*/ 0 h 1756"/>
              <a:gd name="T2" fmla="*/ 0 w 3175"/>
              <a:gd name="T3" fmla="*/ 2147483646 h 1756"/>
              <a:gd name="T4" fmla="*/ 0 w 3175"/>
              <a:gd name="T5" fmla="*/ 2147483646 h 1756"/>
              <a:gd name="T6" fmla="*/ 0 w 3175"/>
              <a:gd name="T7" fmla="*/ 2147483646 h 1756"/>
              <a:gd name="T8" fmla="*/ 0 w 3175"/>
              <a:gd name="T9" fmla="*/ 2147483646 h 17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75" h="1756">
                <a:moveTo>
                  <a:pt x="0" y="0"/>
                </a:moveTo>
                <a:lnTo>
                  <a:pt x="0" y="439"/>
                </a:lnTo>
                <a:lnTo>
                  <a:pt x="0" y="878"/>
                </a:lnTo>
                <a:lnTo>
                  <a:pt x="0" y="1317"/>
                </a:lnTo>
                <a:lnTo>
                  <a:pt x="0" y="1756"/>
                </a:lnTo>
              </a:path>
            </a:pathLst>
          </a:custGeom>
          <a:noFill/>
          <a:ln w="6350">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7064" name="Rectangle 24"/>
          <p:cNvSpPr>
            <a:spLocks noChangeArrowheads="1"/>
          </p:cNvSpPr>
          <p:nvPr/>
        </p:nvSpPr>
        <p:spPr bwMode="auto">
          <a:xfrm>
            <a:off x="719138" y="3114675"/>
            <a:ext cx="665162" cy="635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065" name="Rectangle 25"/>
          <p:cNvSpPr>
            <a:spLocks noChangeArrowheads="1"/>
          </p:cNvSpPr>
          <p:nvPr/>
        </p:nvSpPr>
        <p:spPr bwMode="auto">
          <a:xfrm>
            <a:off x="935038" y="3154363"/>
            <a:ext cx="2540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1.1.1</a:t>
            </a:r>
            <a:endParaRPr lang="en-US" altLang="zh-CN" sz="4000">
              <a:solidFill>
                <a:schemeClr val="tx2"/>
              </a:solidFill>
              <a:latin typeface="Futura Hv" pitchFamily="34" charset="0"/>
            </a:endParaRPr>
          </a:p>
        </p:txBody>
      </p:sp>
      <p:sp>
        <p:nvSpPr>
          <p:cNvPr id="87066" name="Rectangle 26"/>
          <p:cNvSpPr>
            <a:spLocks noChangeArrowheads="1"/>
          </p:cNvSpPr>
          <p:nvPr/>
        </p:nvSpPr>
        <p:spPr bwMode="auto">
          <a:xfrm>
            <a:off x="852488" y="3295650"/>
            <a:ext cx="4254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Conduct</a:t>
            </a:r>
            <a:endParaRPr lang="en-US" altLang="zh-CN" sz="4000">
              <a:solidFill>
                <a:schemeClr val="tx2"/>
              </a:solidFill>
              <a:latin typeface="Futura Hv" pitchFamily="34" charset="0"/>
            </a:endParaRPr>
          </a:p>
        </p:txBody>
      </p:sp>
      <p:sp>
        <p:nvSpPr>
          <p:cNvPr id="87067" name="Rectangle 27"/>
          <p:cNvSpPr>
            <a:spLocks noChangeArrowheads="1"/>
          </p:cNvSpPr>
          <p:nvPr/>
        </p:nvSpPr>
        <p:spPr bwMode="auto">
          <a:xfrm>
            <a:off x="747713" y="3436938"/>
            <a:ext cx="6350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Kick-off Mtg.</a:t>
            </a:r>
            <a:endParaRPr lang="en-US" altLang="zh-CN" sz="4000">
              <a:solidFill>
                <a:schemeClr val="tx2"/>
              </a:solidFill>
              <a:latin typeface="Futura Hv" pitchFamily="34" charset="0"/>
            </a:endParaRPr>
          </a:p>
        </p:txBody>
      </p:sp>
      <p:sp>
        <p:nvSpPr>
          <p:cNvPr id="87068" name="Rectangle 28"/>
          <p:cNvSpPr>
            <a:spLocks noChangeArrowheads="1"/>
          </p:cNvSpPr>
          <p:nvPr/>
        </p:nvSpPr>
        <p:spPr bwMode="auto">
          <a:xfrm>
            <a:off x="754063" y="3575050"/>
            <a:ext cx="6286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w/All Parties</a:t>
            </a:r>
            <a:endParaRPr lang="en-US" altLang="zh-CN" sz="4000">
              <a:solidFill>
                <a:schemeClr val="tx2"/>
              </a:solidFill>
              <a:latin typeface="Futura Hv" pitchFamily="34" charset="0"/>
            </a:endParaRPr>
          </a:p>
        </p:txBody>
      </p:sp>
      <p:sp>
        <p:nvSpPr>
          <p:cNvPr id="87069" name="Rectangle 29"/>
          <p:cNvSpPr>
            <a:spLocks noChangeArrowheads="1"/>
          </p:cNvSpPr>
          <p:nvPr/>
        </p:nvSpPr>
        <p:spPr bwMode="auto">
          <a:xfrm>
            <a:off x="719138" y="3114675"/>
            <a:ext cx="665162" cy="635000"/>
          </a:xfrm>
          <a:prstGeom prst="rect">
            <a:avLst/>
          </a:prstGeom>
          <a:noFill/>
          <a:ln w="6350">
            <a:solidFill>
              <a:srgbClr val="808080"/>
            </a:solidFill>
            <a:miter lim="800000"/>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070" name="Rectangle 30"/>
          <p:cNvSpPr>
            <a:spLocks noChangeArrowheads="1"/>
          </p:cNvSpPr>
          <p:nvPr/>
        </p:nvSpPr>
        <p:spPr bwMode="auto">
          <a:xfrm>
            <a:off x="719138" y="3816350"/>
            <a:ext cx="665162" cy="635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071" name="Rectangle 31"/>
          <p:cNvSpPr>
            <a:spLocks noChangeArrowheads="1"/>
          </p:cNvSpPr>
          <p:nvPr/>
        </p:nvSpPr>
        <p:spPr bwMode="auto">
          <a:xfrm>
            <a:off x="935038" y="3856038"/>
            <a:ext cx="2540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1.1.2</a:t>
            </a:r>
            <a:endParaRPr lang="en-US" altLang="zh-CN" sz="4000">
              <a:solidFill>
                <a:schemeClr val="tx2"/>
              </a:solidFill>
              <a:latin typeface="Futura Hv" pitchFamily="34" charset="0"/>
            </a:endParaRPr>
          </a:p>
        </p:txBody>
      </p:sp>
      <p:sp>
        <p:nvSpPr>
          <p:cNvPr id="87072" name="Rectangle 32"/>
          <p:cNvSpPr>
            <a:spLocks noChangeArrowheads="1"/>
          </p:cNvSpPr>
          <p:nvPr/>
        </p:nvSpPr>
        <p:spPr bwMode="auto">
          <a:xfrm>
            <a:off x="874713" y="3997325"/>
            <a:ext cx="39528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Finalize</a:t>
            </a:r>
            <a:endParaRPr lang="en-US" altLang="zh-CN" sz="4000">
              <a:solidFill>
                <a:schemeClr val="tx2"/>
              </a:solidFill>
              <a:latin typeface="Futura Hv" pitchFamily="34" charset="0"/>
            </a:endParaRPr>
          </a:p>
        </p:txBody>
      </p:sp>
      <p:sp>
        <p:nvSpPr>
          <p:cNvPr id="87073" name="Rectangle 33"/>
          <p:cNvSpPr>
            <a:spLocks noChangeArrowheads="1"/>
          </p:cNvSpPr>
          <p:nvPr/>
        </p:nvSpPr>
        <p:spPr bwMode="auto">
          <a:xfrm>
            <a:off x="890588" y="4138613"/>
            <a:ext cx="3556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Project</a:t>
            </a:r>
            <a:endParaRPr lang="en-US" altLang="zh-CN" sz="4000">
              <a:solidFill>
                <a:schemeClr val="tx2"/>
              </a:solidFill>
              <a:latin typeface="Futura Hv" pitchFamily="34" charset="0"/>
            </a:endParaRPr>
          </a:p>
        </p:txBody>
      </p:sp>
      <p:sp>
        <p:nvSpPr>
          <p:cNvPr id="87074" name="Rectangle 34"/>
          <p:cNvSpPr>
            <a:spLocks noChangeArrowheads="1"/>
          </p:cNvSpPr>
          <p:nvPr/>
        </p:nvSpPr>
        <p:spPr bwMode="auto">
          <a:xfrm>
            <a:off x="952500" y="4278313"/>
            <a:ext cx="2286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Plan</a:t>
            </a:r>
            <a:endParaRPr lang="en-US" altLang="zh-CN" sz="4000">
              <a:solidFill>
                <a:schemeClr val="tx2"/>
              </a:solidFill>
              <a:latin typeface="Futura Hv" pitchFamily="34" charset="0"/>
            </a:endParaRPr>
          </a:p>
        </p:txBody>
      </p:sp>
      <p:sp>
        <p:nvSpPr>
          <p:cNvPr id="87075" name="Rectangle 35"/>
          <p:cNvSpPr>
            <a:spLocks noChangeArrowheads="1"/>
          </p:cNvSpPr>
          <p:nvPr/>
        </p:nvSpPr>
        <p:spPr bwMode="auto">
          <a:xfrm>
            <a:off x="719138" y="3816350"/>
            <a:ext cx="665162" cy="635000"/>
          </a:xfrm>
          <a:prstGeom prst="rect">
            <a:avLst/>
          </a:prstGeom>
          <a:noFill/>
          <a:ln w="6350">
            <a:solidFill>
              <a:srgbClr val="808080"/>
            </a:solidFill>
            <a:miter lim="800000"/>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076" name="Rectangle 36"/>
          <p:cNvSpPr>
            <a:spLocks noChangeArrowheads="1"/>
          </p:cNvSpPr>
          <p:nvPr/>
        </p:nvSpPr>
        <p:spPr bwMode="auto">
          <a:xfrm>
            <a:off x="719138" y="4518025"/>
            <a:ext cx="665162" cy="636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077" name="Rectangle 37"/>
          <p:cNvSpPr>
            <a:spLocks noChangeArrowheads="1"/>
          </p:cNvSpPr>
          <p:nvPr/>
        </p:nvSpPr>
        <p:spPr bwMode="auto">
          <a:xfrm>
            <a:off x="935038" y="4559300"/>
            <a:ext cx="2540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1.1.3</a:t>
            </a:r>
            <a:endParaRPr lang="en-US" altLang="zh-CN" sz="4000">
              <a:solidFill>
                <a:schemeClr val="tx2"/>
              </a:solidFill>
              <a:latin typeface="Futura Hv" pitchFamily="34" charset="0"/>
            </a:endParaRPr>
          </a:p>
        </p:txBody>
      </p:sp>
      <p:sp>
        <p:nvSpPr>
          <p:cNvPr id="87078" name="Rectangle 38"/>
          <p:cNvSpPr>
            <a:spLocks noChangeArrowheads="1"/>
          </p:cNvSpPr>
          <p:nvPr/>
        </p:nvSpPr>
        <p:spPr bwMode="auto">
          <a:xfrm>
            <a:off x="847725" y="4699000"/>
            <a:ext cx="4381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Baseline</a:t>
            </a:r>
            <a:endParaRPr lang="en-US" altLang="zh-CN" sz="4000">
              <a:solidFill>
                <a:schemeClr val="tx2"/>
              </a:solidFill>
              <a:latin typeface="Futura Hv" pitchFamily="34" charset="0"/>
            </a:endParaRPr>
          </a:p>
        </p:txBody>
      </p:sp>
      <p:sp>
        <p:nvSpPr>
          <p:cNvPr id="87079" name="Rectangle 39"/>
          <p:cNvSpPr>
            <a:spLocks noChangeArrowheads="1"/>
          </p:cNvSpPr>
          <p:nvPr/>
        </p:nvSpPr>
        <p:spPr bwMode="auto">
          <a:xfrm>
            <a:off x="890588" y="4840288"/>
            <a:ext cx="3556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Project</a:t>
            </a:r>
            <a:endParaRPr lang="en-US" altLang="zh-CN" sz="4000">
              <a:solidFill>
                <a:schemeClr val="tx2"/>
              </a:solidFill>
              <a:latin typeface="Futura Hv" pitchFamily="34" charset="0"/>
            </a:endParaRPr>
          </a:p>
        </p:txBody>
      </p:sp>
      <p:sp>
        <p:nvSpPr>
          <p:cNvPr id="87080" name="Rectangle 40"/>
          <p:cNvSpPr>
            <a:spLocks noChangeArrowheads="1"/>
          </p:cNvSpPr>
          <p:nvPr/>
        </p:nvSpPr>
        <p:spPr bwMode="auto">
          <a:xfrm>
            <a:off x="827088" y="4979988"/>
            <a:ext cx="4762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Schedule</a:t>
            </a:r>
            <a:endParaRPr lang="en-US" altLang="zh-CN" sz="4000">
              <a:solidFill>
                <a:schemeClr val="tx2"/>
              </a:solidFill>
              <a:latin typeface="Futura Hv" pitchFamily="34" charset="0"/>
            </a:endParaRPr>
          </a:p>
        </p:txBody>
      </p:sp>
      <p:sp>
        <p:nvSpPr>
          <p:cNvPr id="87081" name="Rectangle 41"/>
          <p:cNvSpPr>
            <a:spLocks noChangeArrowheads="1"/>
          </p:cNvSpPr>
          <p:nvPr/>
        </p:nvSpPr>
        <p:spPr bwMode="auto">
          <a:xfrm>
            <a:off x="719138" y="4518025"/>
            <a:ext cx="665162" cy="636588"/>
          </a:xfrm>
          <a:prstGeom prst="rect">
            <a:avLst/>
          </a:prstGeom>
          <a:noFill/>
          <a:ln w="6350">
            <a:solidFill>
              <a:srgbClr val="808080"/>
            </a:solidFill>
            <a:miter lim="800000"/>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082" name="Rectangle 42"/>
          <p:cNvSpPr>
            <a:spLocks noChangeArrowheads="1"/>
          </p:cNvSpPr>
          <p:nvPr/>
        </p:nvSpPr>
        <p:spPr bwMode="auto">
          <a:xfrm>
            <a:off x="719138" y="5219700"/>
            <a:ext cx="665162" cy="636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083" name="Rectangle 43"/>
          <p:cNvSpPr>
            <a:spLocks noChangeArrowheads="1"/>
          </p:cNvSpPr>
          <p:nvPr/>
        </p:nvSpPr>
        <p:spPr bwMode="auto">
          <a:xfrm>
            <a:off x="935038" y="5260975"/>
            <a:ext cx="2540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1.1.4</a:t>
            </a:r>
            <a:endParaRPr lang="en-US" altLang="zh-CN" sz="4000">
              <a:solidFill>
                <a:schemeClr val="tx2"/>
              </a:solidFill>
              <a:latin typeface="Futura Hv" pitchFamily="34" charset="0"/>
            </a:endParaRPr>
          </a:p>
        </p:txBody>
      </p:sp>
      <p:sp>
        <p:nvSpPr>
          <p:cNvPr id="87084" name="Rectangle 44"/>
          <p:cNvSpPr>
            <a:spLocks noChangeArrowheads="1"/>
          </p:cNvSpPr>
          <p:nvPr/>
        </p:nvSpPr>
        <p:spPr bwMode="auto">
          <a:xfrm>
            <a:off x="895350" y="5400675"/>
            <a:ext cx="3429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Report</a:t>
            </a:r>
            <a:endParaRPr lang="en-US" altLang="zh-CN" sz="4000">
              <a:solidFill>
                <a:schemeClr val="tx2"/>
              </a:solidFill>
              <a:latin typeface="Futura Hv" pitchFamily="34" charset="0"/>
            </a:endParaRPr>
          </a:p>
        </p:txBody>
      </p:sp>
      <p:sp>
        <p:nvSpPr>
          <p:cNvPr id="87085" name="Rectangle 45"/>
          <p:cNvSpPr>
            <a:spLocks noChangeArrowheads="1"/>
          </p:cNvSpPr>
          <p:nvPr/>
        </p:nvSpPr>
        <p:spPr bwMode="auto">
          <a:xfrm>
            <a:off x="890588" y="5541963"/>
            <a:ext cx="3556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Project</a:t>
            </a:r>
            <a:endParaRPr lang="en-US" altLang="zh-CN" sz="4000">
              <a:solidFill>
                <a:schemeClr val="tx2"/>
              </a:solidFill>
              <a:latin typeface="Futura Hv" pitchFamily="34" charset="0"/>
            </a:endParaRPr>
          </a:p>
        </p:txBody>
      </p:sp>
      <p:sp>
        <p:nvSpPr>
          <p:cNvPr id="87086" name="Rectangle 46"/>
          <p:cNvSpPr>
            <a:spLocks noChangeArrowheads="1"/>
          </p:cNvSpPr>
          <p:nvPr/>
        </p:nvSpPr>
        <p:spPr bwMode="auto">
          <a:xfrm>
            <a:off x="903288" y="5681663"/>
            <a:ext cx="3254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Status</a:t>
            </a:r>
            <a:endParaRPr lang="en-US" altLang="zh-CN" sz="4000">
              <a:solidFill>
                <a:schemeClr val="tx2"/>
              </a:solidFill>
              <a:latin typeface="Futura Hv" pitchFamily="34" charset="0"/>
            </a:endParaRPr>
          </a:p>
        </p:txBody>
      </p:sp>
      <p:sp>
        <p:nvSpPr>
          <p:cNvPr id="87087" name="Rectangle 47"/>
          <p:cNvSpPr>
            <a:spLocks noChangeArrowheads="1"/>
          </p:cNvSpPr>
          <p:nvPr/>
        </p:nvSpPr>
        <p:spPr bwMode="auto">
          <a:xfrm>
            <a:off x="719138" y="5219700"/>
            <a:ext cx="665162" cy="636588"/>
          </a:xfrm>
          <a:prstGeom prst="rect">
            <a:avLst/>
          </a:prstGeom>
          <a:noFill/>
          <a:ln w="6350">
            <a:solidFill>
              <a:srgbClr val="808080"/>
            </a:solidFill>
            <a:miter lim="800000"/>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088" name="Rectangle 48"/>
          <p:cNvSpPr>
            <a:spLocks noChangeArrowheads="1"/>
          </p:cNvSpPr>
          <p:nvPr/>
        </p:nvSpPr>
        <p:spPr bwMode="auto">
          <a:xfrm>
            <a:off x="719138" y="5921375"/>
            <a:ext cx="665162" cy="636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089" name="Rectangle 49"/>
          <p:cNvSpPr>
            <a:spLocks noChangeArrowheads="1"/>
          </p:cNvSpPr>
          <p:nvPr/>
        </p:nvSpPr>
        <p:spPr bwMode="auto">
          <a:xfrm>
            <a:off x="935038" y="5962650"/>
            <a:ext cx="2540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1.1.5</a:t>
            </a:r>
            <a:endParaRPr lang="en-US" altLang="zh-CN" sz="4000">
              <a:solidFill>
                <a:schemeClr val="tx2"/>
              </a:solidFill>
              <a:latin typeface="Futura Hv" pitchFamily="34" charset="0"/>
            </a:endParaRPr>
          </a:p>
        </p:txBody>
      </p:sp>
      <p:sp>
        <p:nvSpPr>
          <p:cNvPr id="87090" name="Rectangle 50"/>
          <p:cNvSpPr>
            <a:spLocks noChangeArrowheads="1"/>
          </p:cNvSpPr>
          <p:nvPr/>
        </p:nvSpPr>
        <p:spPr bwMode="auto">
          <a:xfrm>
            <a:off x="858838" y="6102350"/>
            <a:ext cx="4127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Manage</a:t>
            </a:r>
            <a:endParaRPr lang="en-US" altLang="zh-CN" sz="4000">
              <a:solidFill>
                <a:schemeClr val="tx2"/>
              </a:solidFill>
              <a:latin typeface="Futura Hv" pitchFamily="34" charset="0"/>
            </a:endParaRPr>
          </a:p>
        </p:txBody>
      </p:sp>
      <p:sp>
        <p:nvSpPr>
          <p:cNvPr id="87091" name="Rectangle 51"/>
          <p:cNvSpPr>
            <a:spLocks noChangeArrowheads="1"/>
          </p:cNvSpPr>
          <p:nvPr/>
        </p:nvSpPr>
        <p:spPr bwMode="auto">
          <a:xfrm>
            <a:off x="890588" y="6243638"/>
            <a:ext cx="3556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Project</a:t>
            </a:r>
            <a:endParaRPr lang="en-US" altLang="zh-CN" sz="4000">
              <a:solidFill>
                <a:schemeClr val="tx2"/>
              </a:solidFill>
              <a:latin typeface="Futura Hv" pitchFamily="34" charset="0"/>
            </a:endParaRPr>
          </a:p>
        </p:txBody>
      </p:sp>
      <p:sp>
        <p:nvSpPr>
          <p:cNvPr id="87092" name="Rectangle 52"/>
          <p:cNvSpPr>
            <a:spLocks noChangeArrowheads="1"/>
          </p:cNvSpPr>
          <p:nvPr/>
        </p:nvSpPr>
        <p:spPr bwMode="auto">
          <a:xfrm>
            <a:off x="719138" y="5921375"/>
            <a:ext cx="665162" cy="636588"/>
          </a:xfrm>
          <a:prstGeom prst="rect">
            <a:avLst/>
          </a:prstGeom>
          <a:noFill/>
          <a:ln w="6350">
            <a:solidFill>
              <a:srgbClr val="808080"/>
            </a:solidFill>
            <a:miter lim="800000"/>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093" name="Rectangle 53"/>
          <p:cNvSpPr>
            <a:spLocks noChangeArrowheads="1"/>
          </p:cNvSpPr>
          <p:nvPr/>
        </p:nvSpPr>
        <p:spPr bwMode="auto">
          <a:xfrm>
            <a:off x="403225" y="1423988"/>
            <a:ext cx="984250" cy="6365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1000">
                <a:solidFill>
                  <a:srgbClr val="000000"/>
                </a:solidFill>
                <a:latin typeface="Futura Hv" pitchFamily="34" charset="0"/>
              </a:rPr>
              <a:t>1.1</a:t>
            </a:r>
            <a:endParaRPr lang="en-US" altLang="zh-CN" sz="1000">
              <a:solidFill>
                <a:srgbClr val="000000"/>
              </a:solidFill>
              <a:latin typeface="Futura Hv" pitchFamily="34" charset="0"/>
            </a:endParaRPr>
          </a:p>
          <a:p>
            <a:r>
              <a:rPr lang="en-US" altLang="zh-CN" sz="1000">
                <a:solidFill>
                  <a:srgbClr val="000000"/>
                </a:solidFill>
                <a:latin typeface="Futura Hv" pitchFamily="34" charset="0"/>
              </a:rPr>
              <a:t>Project Management</a:t>
            </a:r>
            <a:endParaRPr lang="en-US" altLang="zh-CN" sz="1000">
              <a:solidFill>
                <a:srgbClr val="000000"/>
              </a:solidFill>
              <a:latin typeface="Futura Hv" pitchFamily="34" charset="0"/>
            </a:endParaRPr>
          </a:p>
        </p:txBody>
      </p:sp>
      <p:sp>
        <p:nvSpPr>
          <p:cNvPr id="87094" name="Rectangle 54"/>
          <p:cNvSpPr>
            <a:spLocks noChangeArrowheads="1"/>
          </p:cNvSpPr>
          <p:nvPr/>
        </p:nvSpPr>
        <p:spPr bwMode="auto">
          <a:xfrm>
            <a:off x="492125" y="1474788"/>
            <a:ext cx="666750" cy="636587"/>
          </a:xfrm>
          <a:prstGeom prst="rect">
            <a:avLst/>
          </a:prstGeom>
          <a:noFill/>
          <a:ln w="6350">
            <a:solidFill>
              <a:srgbClr val="808080"/>
            </a:solidFill>
            <a:miter lim="800000"/>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095" name="Line 55"/>
          <p:cNvSpPr>
            <a:spLocks noChangeShapeType="1"/>
          </p:cNvSpPr>
          <p:nvPr/>
        </p:nvSpPr>
        <p:spPr bwMode="auto">
          <a:xfrm>
            <a:off x="1457325" y="2124075"/>
            <a:ext cx="1588" cy="1308100"/>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096" name="Line 56"/>
          <p:cNvSpPr>
            <a:spLocks noChangeShapeType="1"/>
          </p:cNvSpPr>
          <p:nvPr/>
        </p:nvSpPr>
        <p:spPr bwMode="auto">
          <a:xfrm>
            <a:off x="1457325" y="3432175"/>
            <a:ext cx="68263" cy="1588"/>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097" name="Line 57"/>
          <p:cNvSpPr>
            <a:spLocks noChangeShapeType="1"/>
          </p:cNvSpPr>
          <p:nvPr/>
        </p:nvSpPr>
        <p:spPr bwMode="auto">
          <a:xfrm>
            <a:off x="1457325" y="4133850"/>
            <a:ext cx="68263" cy="1588"/>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098" name="Line 58"/>
          <p:cNvSpPr>
            <a:spLocks noChangeShapeType="1"/>
          </p:cNvSpPr>
          <p:nvPr/>
        </p:nvSpPr>
        <p:spPr bwMode="auto">
          <a:xfrm>
            <a:off x="1457325" y="4835525"/>
            <a:ext cx="68263" cy="1588"/>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099" name="Line 59"/>
          <p:cNvSpPr>
            <a:spLocks noChangeShapeType="1"/>
          </p:cNvSpPr>
          <p:nvPr/>
        </p:nvSpPr>
        <p:spPr bwMode="auto">
          <a:xfrm>
            <a:off x="1457325" y="5537200"/>
            <a:ext cx="68263" cy="1588"/>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100" name="Freeform 60"/>
          <p:cNvSpPr/>
          <p:nvPr/>
        </p:nvSpPr>
        <p:spPr bwMode="auto">
          <a:xfrm>
            <a:off x="1457325" y="3432175"/>
            <a:ext cx="1588" cy="2105025"/>
          </a:xfrm>
          <a:custGeom>
            <a:avLst/>
            <a:gdLst>
              <a:gd name="T0" fmla="*/ 0 w 1588"/>
              <a:gd name="T1" fmla="*/ 0 h 1317"/>
              <a:gd name="T2" fmla="*/ 0 w 1588"/>
              <a:gd name="T3" fmla="*/ 2147483646 h 1317"/>
              <a:gd name="T4" fmla="*/ 0 w 1588"/>
              <a:gd name="T5" fmla="*/ 2147483646 h 1317"/>
              <a:gd name="T6" fmla="*/ 0 w 1588"/>
              <a:gd name="T7" fmla="*/ 2147483646 h 13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88" h="1317">
                <a:moveTo>
                  <a:pt x="0" y="0"/>
                </a:moveTo>
                <a:lnTo>
                  <a:pt x="0" y="439"/>
                </a:lnTo>
                <a:lnTo>
                  <a:pt x="0" y="878"/>
                </a:lnTo>
                <a:lnTo>
                  <a:pt x="0" y="1317"/>
                </a:lnTo>
              </a:path>
            </a:pathLst>
          </a:custGeom>
          <a:noFill/>
          <a:ln w="6350">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7101" name="Rectangle 61"/>
          <p:cNvSpPr>
            <a:spLocks noChangeArrowheads="1"/>
          </p:cNvSpPr>
          <p:nvPr/>
        </p:nvSpPr>
        <p:spPr bwMode="auto">
          <a:xfrm>
            <a:off x="1527175" y="3114675"/>
            <a:ext cx="665163" cy="635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102" name="Rectangle 62"/>
          <p:cNvSpPr>
            <a:spLocks noChangeArrowheads="1"/>
          </p:cNvSpPr>
          <p:nvPr/>
        </p:nvSpPr>
        <p:spPr bwMode="auto">
          <a:xfrm>
            <a:off x="1746250" y="3154363"/>
            <a:ext cx="2540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1.2.1</a:t>
            </a:r>
            <a:endParaRPr lang="en-US" altLang="zh-CN" sz="4000">
              <a:solidFill>
                <a:schemeClr val="tx2"/>
              </a:solidFill>
              <a:latin typeface="Futura Hv" pitchFamily="34" charset="0"/>
            </a:endParaRPr>
          </a:p>
        </p:txBody>
      </p:sp>
      <p:sp>
        <p:nvSpPr>
          <p:cNvPr id="87103" name="Rectangle 63"/>
          <p:cNvSpPr>
            <a:spLocks noChangeArrowheads="1"/>
          </p:cNvSpPr>
          <p:nvPr/>
        </p:nvSpPr>
        <p:spPr bwMode="auto">
          <a:xfrm>
            <a:off x="1662113" y="3295650"/>
            <a:ext cx="423862"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Conduct</a:t>
            </a:r>
            <a:endParaRPr lang="en-US" altLang="zh-CN" sz="4000">
              <a:solidFill>
                <a:schemeClr val="tx2"/>
              </a:solidFill>
              <a:latin typeface="Futura Hv" pitchFamily="34" charset="0"/>
            </a:endParaRPr>
          </a:p>
        </p:txBody>
      </p:sp>
      <p:sp>
        <p:nvSpPr>
          <p:cNvPr id="87104" name="Rectangle 64"/>
          <p:cNvSpPr>
            <a:spLocks noChangeArrowheads="1"/>
          </p:cNvSpPr>
          <p:nvPr/>
        </p:nvSpPr>
        <p:spPr bwMode="auto">
          <a:xfrm>
            <a:off x="1546225" y="3436938"/>
            <a:ext cx="6540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Arch. Design</a:t>
            </a:r>
            <a:endParaRPr lang="en-US" altLang="zh-CN" sz="4000">
              <a:solidFill>
                <a:schemeClr val="tx2"/>
              </a:solidFill>
              <a:latin typeface="Futura Hv" pitchFamily="34" charset="0"/>
            </a:endParaRPr>
          </a:p>
        </p:txBody>
      </p:sp>
      <p:sp>
        <p:nvSpPr>
          <p:cNvPr id="87105" name="Rectangle 65"/>
          <p:cNvSpPr>
            <a:spLocks noChangeArrowheads="1"/>
          </p:cNvSpPr>
          <p:nvPr/>
        </p:nvSpPr>
        <p:spPr bwMode="auto">
          <a:xfrm>
            <a:off x="1616075" y="3575050"/>
            <a:ext cx="5143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Workshop</a:t>
            </a:r>
            <a:endParaRPr lang="en-US" altLang="zh-CN" sz="4000">
              <a:solidFill>
                <a:schemeClr val="tx2"/>
              </a:solidFill>
              <a:latin typeface="Futura Hv" pitchFamily="34" charset="0"/>
            </a:endParaRPr>
          </a:p>
        </p:txBody>
      </p:sp>
      <p:sp>
        <p:nvSpPr>
          <p:cNvPr id="87106" name="Rectangle 66"/>
          <p:cNvSpPr>
            <a:spLocks noChangeArrowheads="1"/>
          </p:cNvSpPr>
          <p:nvPr/>
        </p:nvSpPr>
        <p:spPr bwMode="auto">
          <a:xfrm>
            <a:off x="1527175" y="3114675"/>
            <a:ext cx="665163" cy="635000"/>
          </a:xfrm>
          <a:prstGeom prst="rect">
            <a:avLst/>
          </a:prstGeom>
          <a:noFill/>
          <a:ln w="6350">
            <a:solidFill>
              <a:srgbClr val="808080"/>
            </a:solidFill>
            <a:miter lim="800000"/>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107" name="Rectangle 67"/>
          <p:cNvSpPr>
            <a:spLocks noChangeArrowheads="1"/>
          </p:cNvSpPr>
          <p:nvPr/>
        </p:nvSpPr>
        <p:spPr bwMode="auto">
          <a:xfrm>
            <a:off x="1527175" y="3816350"/>
            <a:ext cx="665163" cy="635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108" name="Rectangle 68"/>
          <p:cNvSpPr>
            <a:spLocks noChangeArrowheads="1"/>
          </p:cNvSpPr>
          <p:nvPr/>
        </p:nvSpPr>
        <p:spPr bwMode="auto">
          <a:xfrm>
            <a:off x="1746250" y="3856038"/>
            <a:ext cx="2540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1.2.2</a:t>
            </a:r>
            <a:endParaRPr lang="en-US" altLang="zh-CN" sz="4000">
              <a:solidFill>
                <a:schemeClr val="tx2"/>
              </a:solidFill>
              <a:latin typeface="Futura Hv" pitchFamily="34" charset="0"/>
            </a:endParaRPr>
          </a:p>
        </p:txBody>
      </p:sp>
      <p:sp>
        <p:nvSpPr>
          <p:cNvPr id="87109" name="Rectangle 69"/>
          <p:cNvSpPr>
            <a:spLocks noChangeArrowheads="1"/>
          </p:cNvSpPr>
          <p:nvPr/>
        </p:nvSpPr>
        <p:spPr bwMode="auto">
          <a:xfrm>
            <a:off x="1611313" y="3997325"/>
            <a:ext cx="5207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Document</a:t>
            </a:r>
            <a:endParaRPr lang="en-US" altLang="zh-CN" sz="4000">
              <a:solidFill>
                <a:schemeClr val="tx2"/>
              </a:solidFill>
              <a:latin typeface="Futura Hv" pitchFamily="34" charset="0"/>
            </a:endParaRPr>
          </a:p>
        </p:txBody>
      </p:sp>
      <p:sp>
        <p:nvSpPr>
          <p:cNvPr id="87110" name="Rectangle 70"/>
          <p:cNvSpPr>
            <a:spLocks noChangeArrowheads="1"/>
          </p:cNvSpPr>
          <p:nvPr/>
        </p:nvSpPr>
        <p:spPr bwMode="auto">
          <a:xfrm>
            <a:off x="1568450" y="4138613"/>
            <a:ext cx="6096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Architecture</a:t>
            </a:r>
            <a:endParaRPr lang="en-US" altLang="zh-CN" sz="4000">
              <a:solidFill>
                <a:schemeClr val="tx2"/>
              </a:solidFill>
              <a:latin typeface="Futura Hv" pitchFamily="34" charset="0"/>
            </a:endParaRPr>
          </a:p>
        </p:txBody>
      </p:sp>
      <p:sp>
        <p:nvSpPr>
          <p:cNvPr id="87111" name="Rectangle 71"/>
          <p:cNvSpPr>
            <a:spLocks noChangeArrowheads="1"/>
          </p:cNvSpPr>
          <p:nvPr/>
        </p:nvSpPr>
        <p:spPr bwMode="auto">
          <a:xfrm>
            <a:off x="1581150" y="4278313"/>
            <a:ext cx="5778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and Design</a:t>
            </a:r>
            <a:endParaRPr lang="en-US" altLang="zh-CN" sz="4000">
              <a:solidFill>
                <a:schemeClr val="tx2"/>
              </a:solidFill>
              <a:latin typeface="Futura Hv" pitchFamily="34" charset="0"/>
            </a:endParaRPr>
          </a:p>
        </p:txBody>
      </p:sp>
      <p:sp>
        <p:nvSpPr>
          <p:cNvPr id="87112" name="Rectangle 72"/>
          <p:cNvSpPr>
            <a:spLocks noChangeArrowheads="1"/>
          </p:cNvSpPr>
          <p:nvPr/>
        </p:nvSpPr>
        <p:spPr bwMode="auto">
          <a:xfrm>
            <a:off x="1527175" y="3816350"/>
            <a:ext cx="665163" cy="635000"/>
          </a:xfrm>
          <a:prstGeom prst="rect">
            <a:avLst/>
          </a:prstGeom>
          <a:noFill/>
          <a:ln w="6350">
            <a:solidFill>
              <a:srgbClr val="808080"/>
            </a:solidFill>
            <a:miter lim="800000"/>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113" name="Rectangle 73"/>
          <p:cNvSpPr>
            <a:spLocks noChangeArrowheads="1"/>
          </p:cNvSpPr>
          <p:nvPr/>
        </p:nvSpPr>
        <p:spPr bwMode="auto">
          <a:xfrm>
            <a:off x="1527175" y="4518025"/>
            <a:ext cx="665163" cy="636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114" name="Rectangle 74"/>
          <p:cNvSpPr>
            <a:spLocks noChangeArrowheads="1"/>
          </p:cNvSpPr>
          <p:nvPr/>
        </p:nvSpPr>
        <p:spPr bwMode="auto">
          <a:xfrm>
            <a:off x="1746250" y="4559300"/>
            <a:ext cx="2540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1.2.3</a:t>
            </a:r>
            <a:endParaRPr lang="en-US" altLang="zh-CN" sz="4000">
              <a:solidFill>
                <a:schemeClr val="tx2"/>
              </a:solidFill>
              <a:latin typeface="Futura Hv" pitchFamily="34" charset="0"/>
            </a:endParaRPr>
          </a:p>
        </p:txBody>
      </p:sp>
      <p:sp>
        <p:nvSpPr>
          <p:cNvPr id="87115" name="Rectangle 75"/>
          <p:cNvSpPr>
            <a:spLocks noChangeArrowheads="1"/>
          </p:cNvSpPr>
          <p:nvPr/>
        </p:nvSpPr>
        <p:spPr bwMode="auto">
          <a:xfrm>
            <a:off x="1662113" y="4699000"/>
            <a:ext cx="423862"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Conduct</a:t>
            </a:r>
            <a:endParaRPr lang="en-US" altLang="zh-CN" sz="4000">
              <a:solidFill>
                <a:schemeClr val="tx2"/>
              </a:solidFill>
              <a:latin typeface="Futura Hv" pitchFamily="34" charset="0"/>
            </a:endParaRPr>
          </a:p>
        </p:txBody>
      </p:sp>
      <p:sp>
        <p:nvSpPr>
          <p:cNvPr id="87116" name="Rectangle 76"/>
          <p:cNvSpPr>
            <a:spLocks noChangeArrowheads="1"/>
          </p:cNvSpPr>
          <p:nvPr/>
        </p:nvSpPr>
        <p:spPr bwMode="auto">
          <a:xfrm>
            <a:off x="1601788" y="4840288"/>
            <a:ext cx="5461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HP Quality</a:t>
            </a:r>
            <a:endParaRPr lang="en-US" altLang="zh-CN" sz="4000">
              <a:solidFill>
                <a:schemeClr val="tx2"/>
              </a:solidFill>
              <a:latin typeface="Futura Hv" pitchFamily="34" charset="0"/>
            </a:endParaRPr>
          </a:p>
        </p:txBody>
      </p:sp>
      <p:sp>
        <p:nvSpPr>
          <p:cNvPr id="87117" name="Rectangle 77"/>
          <p:cNvSpPr>
            <a:spLocks noChangeArrowheads="1"/>
          </p:cNvSpPr>
          <p:nvPr/>
        </p:nvSpPr>
        <p:spPr bwMode="auto">
          <a:xfrm>
            <a:off x="1693863" y="4979988"/>
            <a:ext cx="3746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Review</a:t>
            </a:r>
            <a:endParaRPr lang="en-US" altLang="zh-CN" sz="4000">
              <a:solidFill>
                <a:schemeClr val="tx2"/>
              </a:solidFill>
              <a:latin typeface="Futura Hv" pitchFamily="34" charset="0"/>
            </a:endParaRPr>
          </a:p>
        </p:txBody>
      </p:sp>
      <p:sp>
        <p:nvSpPr>
          <p:cNvPr id="87118" name="Rectangle 78"/>
          <p:cNvSpPr>
            <a:spLocks noChangeArrowheads="1"/>
          </p:cNvSpPr>
          <p:nvPr/>
        </p:nvSpPr>
        <p:spPr bwMode="auto">
          <a:xfrm>
            <a:off x="1527175" y="4518025"/>
            <a:ext cx="665163" cy="636588"/>
          </a:xfrm>
          <a:prstGeom prst="rect">
            <a:avLst/>
          </a:prstGeom>
          <a:noFill/>
          <a:ln w="6350">
            <a:solidFill>
              <a:srgbClr val="808080"/>
            </a:solidFill>
            <a:miter lim="800000"/>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119" name="Rectangle 79"/>
          <p:cNvSpPr>
            <a:spLocks noChangeArrowheads="1"/>
          </p:cNvSpPr>
          <p:nvPr/>
        </p:nvSpPr>
        <p:spPr bwMode="auto">
          <a:xfrm>
            <a:off x="1527175" y="5219700"/>
            <a:ext cx="665163" cy="636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120" name="Rectangle 80"/>
          <p:cNvSpPr>
            <a:spLocks noChangeArrowheads="1"/>
          </p:cNvSpPr>
          <p:nvPr/>
        </p:nvSpPr>
        <p:spPr bwMode="auto">
          <a:xfrm>
            <a:off x="1746250" y="5260975"/>
            <a:ext cx="2540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1.2.4</a:t>
            </a:r>
            <a:endParaRPr lang="en-US" altLang="zh-CN" sz="4000">
              <a:solidFill>
                <a:schemeClr val="tx2"/>
              </a:solidFill>
              <a:latin typeface="Futura Hv" pitchFamily="34" charset="0"/>
            </a:endParaRPr>
          </a:p>
        </p:txBody>
      </p:sp>
      <p:sp>
        <p:nvSpPr>
          <p:cNvPr id="87121" name="Rectangle 81"/>
          <p:cNvSpPr>
            <a:spLocks noChangeArrowheads="1"/>
          </p:cNvSpPr>
          <p:nvPr/>
        </p:nvSpPr>
        <p:spPr bwMode="auto">
          <a:xfrm>
            <a:off x="1682750" y="5400675"/>
            <a:ext cx="3937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Finalize</a:t>
            </a:r>
            <a:endParaRPr lang="en-US" altLang="zh-CN" sz="4000">
              <a:solidFill>
                <a:schemeClr val="tx2"/>
              </a:solidFill>
              <a:latin typeface="Futura Hv" pitchFamily="34" charset="0"/>
            </a:endParaRPr>
          </a:p>
        </p:txBody>
      </p:sp>
      <p:sp>
        <p:nvSpPr>
          <p:cNvPr id="87122" name="Rectangle 82"/>
          <p:cNvSpPr>
            <a:spLocks noChangeArrowheads="1"/>
          </p:cNvSpPr>
          <p:nvPr/>
        </p:nvSpPr>
        <p:spPr bwMode="auto">
          <a:xfrm>
            <a:off x="1568450" y="5541963"/>
            <a:ext cx="6096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Architecture</a:t>
            </a:r>
            <a:endParaRPr lang="en-US" altLang="zh-CN" sz="4000">
              <a:solidFill>
                <a:schemeClr val="tx2"/>
              </a:solidFill>
              <a:latin typeface="Futura Hv" pitchFamily="34" charset="0"/>
            </a:endParaRPr>
          </a:p>
        </p:txBody>
      </p:sp>
      <p:sp>
        <p:nvSpPr>
          <p:cNvPr id="87123" name="Rectangle 83"/>
          <p:cNvSpPr>
            <a:spLocks noChangeArrowheads="1"/>
          </p:cNvSpPr>
          <p:nvPr/>
        </p:nvSpPr>
        <p:spPr bwMode="auto">
          <a:xfrm>
            <a:off x="1581150" y="5681663"/>
            <a:ext cx="5778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and Design</a:t>
            </a:r>
            <a:endParaRPr lang="en-US" altLang="zh-CN" sz="4000">
              <a:solidFill>
                <a:schemeClr val="tx2"/>
              </a:solidFill>
              <a:latin typeface="Futura Hv" pitchFamily="34" charset="0"/>
            </a:endParaRPr>
          </a:p>
        </p:txBody>
      </p:sp>
      <p:sp>
        <p:nvSpPr>
          <p:cNvPr id="87124" name="Rectangle 84"/>
          <p:cNvSpPr>
            <a:spLocks noChangeArrowheads="1"/>
          </p:cNvSpPr>
          <p:nvPr/>
        </p:nvSpPr>
        <p:spPr bwMode="auto">
          <a:xfrm>
            <a:off x="1527175" y="5219700"/>
            <a:ext cx="665163" cy="636588"/>
          </a:xfrm>
          <a:prstGeom prst="rect">
            <a:avLst/>
          </a:prstGeom>
          <a:noFill/>
          <a:ln w="6350">
            <a:solidFill>
              <a:srgbClr val="808080"/>
            </a:solidFill>
            <a:miter lim="800000"/>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125" name="Rectangle 85"/>
          <p:cNvSpPr>
            <a:spLocks noChangeArrowheads="1"/>
          </p:cNvSpPr>
          <p:nvPr/>
        </p:nvSpPr>
        <p:spPr bwMode="auto">
          <a:xfrm>
            <a:off x="1441450" y="1487488"/>
            <a:ext cx="666750" cy="636587"/>
          </a:xfrm>
          <a:prstGeom prst="rect">
            <a:avLst/>
          </a:prstGeom>
          <a:noFill/>
          <a:ln w="6350">
            <a:solidFill>
              <a:srgbClr val="808080"/>
            </a:solidFill>
            <a:miter lim="800000"/>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126" name="Line 86"/>
          <p:cNvSpPr>
            <a:spLocks noChangeShapeType="1"/>
          </p:cNvSpPr>
          <p:nvPr/>
        </p:nvSpPr>
        <p:spPr bwMode="auto">
          <a:xfrm>
            <a:off x="2265363" y="2924175"/>
            <a:ext cx="1587" cy="508000"/>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127" name="Line 87"/>
          <p:cNvSpPr>
            <a:spLocks noChangeShapeType="1"/>
          </p:cNvSpPr>
          <p:nvPr/>
        </p:nvSpPr>
        <p:spPr bwMode="auto">
          <a:xfrm>
            <a:off x="2265363" y="3432175"/>
            <a:ext cx="69850" cy="1588"/>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128" name="Line 88"/>
          <p:cNvSpPr>
            <a:spLocks noChangeShapeType="1"/>
          </p:cNvSpPr>
          <p:nvPr/>
        </p:nvSpPr>
        <p:spPr bwMode="auto">
          <a:xfrm>
            <a:off x="2265363" y="4133850"/>
            <a:ext cx="69850" cy="1588"/>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129" name="Line 89"/>
          <p:cNvSpPr>
            <a:spLocks noChangeShapeType="1"/>
          </p:cNvSpPr>
          <p:nvPr/>
        </p:nvSpPr>
        <p:spPr bwMode="auto">
          <a:xfrm>
            <a:off x="2265363" y="4835525"/>
            <a:ext cx="69850" cy="1588"/>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130" name="Freeform 90"/>
          <p:cNvSpPr/>
          <p:nvPr/>
        </p:nvSpPr>
        <p:spPr bwMode="auto">
          <a:xfrm>
            <a:off x="2265363" y="3432175"/>
            <a:ext cx="1587" cy="1403350"/>
          </a:xfrm>
          <a:custGeom>
            <a:avLst/>
            <a:gdLst>
              <a:gd name="T0" fmla="*/ 0 w 1587"/>
              <a:gd name="T1" fmla="*/ 0 h 878"/>
              <a:gd name="T2" fmla="*/ 0 w 1587"/>
              <a:gd name="T3" fmla="*/ 2147483646 h 878"/>
              <a:gd name="T4" fmla="*/ 0 w 1587"/>
              <a:gd name="T5" fmla="*/ 2147483646 h 878"/>
              <a:gd name="T6" fmla="*/ 0 60000 65536"/>
              <a:gd name="T7" fmla="*/ 0 60000 65536"/>
              <a:gd name="T8" fmla="*/ 0 60000 65536"/>
            </a:gdLst>
            <a:ahLst/>
            <a:cxnLst>
              <a:cxn ang="T6">
                <a:pos x="T0" y="T1"/>
              </a:cxn>
              <a:cxn ang="T7">
                <a:pos x="T2" y="T3"/>
              </a:cxn>
              <a:cxn ang="T8">
                <a:pos x="T4" y="T5"/>
              </a:cxn>
            </a:cxnLst>
            <a:rect l="0" t="0" r="r" b="b"/>
            <a:pathLst>
              <a:path w="1587" h="878">
                <a:moveTo>
                  <a:pt x="0" y="0"/>
                </a:moveTo>
                <a:lnTo>
                  <a:pt x="0" y="439"/>
                </a:lnTo>
                <a:lnTo>
                  <a:pt x="0" y="878"/>
                </a:lnTo>
              </a:path>
            </a:pathLst>
          </a:custGeom>
          <a:noFill/>
          <a:ln w="6350">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7131" name="Rectangle 91"/>
          <p:cNvSpPr>
            <a:spLocks noChangeArrowheads="1"/>
          </p:cNvSpPr>
          <p:nvPr/>
        </p:nvSpPr>
        <p:spPr bwMode="auto">
          <a:xfrm>
            <a:off x="2335213" y="3114675"/>
            <a:ext cx="665162" cy="635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132" name="Rectangle 92"/>
          <p:cNvSpPr>
            <a:spLocks noChangeArrowheads="1"/>
          </p:cNvSpPr>
          <p:nvPr/>
        </p:nvSpPr>
        <p:spPr bwMode="auto">
          <a:xfrm>
            <a:off x="2508250" y="3154363"/>
            <a:ext cx="347663"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1.3.1.1</a:t>
            </a:r>
            <a:endParaRPr lang="en-US" altLang="zh-CN" sz="4000">
              <a:solidFill>
                <a:schemeClr val="tx2"/>
              </a:solidFill>
              <a:latin typeface="Futura Hv" pitchFamily="34" charset="0"/>
            </a:endParaRPr>
          </a:p>
        </p:txBody>
      </p:sp>
      <p:sp>
        <p:nvSpPr>
          <p:cNvPr id="87133" name="Rectangle 93"/>
          <p:cNvSpPr>
            <a:spLocks noChangeArrowheads="1"/>
          </p:cNvSpPr>
          <p:nvPr/>
        </p:nvSpPr>
        <p:spPr bwMode="auto">
          <a:xfrm>
            <a:off x="2397125" y="3295650"/>
            <a:ext cx="5715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Monitor HP</a:t>
            </a:r>
            <a:endParaRPr lang="en-US" altLang="zh-CN" sz="4000">
              <a:solidFill>
                <a:schemeClr val="tx2"/>
              </a:solidFill>
              <a:latin typeface="Futura Hv" pitchFamily="34" charset="0"/>
            </a:endParaRPr>
          </a:p>
        </p:txBody>
      </p:sp>
      <p:sp>
        <p:nvSpPr>
          <p:cNvPr id="87134" name="Rectangle 94"/>
          <p:cNvSpPr>
            <a:spLocks noChangeArrowheads="1"/>
          </p:cNvSpPr>
          <p:nvPr/>
        </p:nvSpPr>
        <p:spPr bwMode="auto">
          <a:xfrm>
            <a:off x="2395538" y="3436938"/>
            <a:ext cx="5715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&amp; 3rd Party</a:t>
            </a:r>
            <a:endParaRPr lang="en-US" altLang="zh-CN" sz="4000">
              <a:solidFill>
                <a:schemeClr val="tx2"/>
              </a:solidFill>
              <a:latin typeface="Futura Hv" pitchFamily="34" charset="0"/>
            </a:endParaRPr>
          </a:p>
        </p:txBody>
      </p:sp>
      <p:sp>
        <p:nvSpPr>
          <p:cNvPr id="87135" name="Rectangle 95"/>
          <p:cNvSpPr>
            <a:spLocks noChangeArrowheads="1"/>
          </p:cNvSpPr>
          <p:nvPr/>
        </p:nvSpPr>
        <p:spPr bwMode="auto">
          <a:xfrm>
            <a:off x="2352675" y="3575050"/>
            <a:ext cx="6667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H/W Delivery</a:t>
            </a:r>
            <a:endParaRPr lang="en-US" altLang="zh-CN" sz="4000">
              <a:solidFill>
                <a:schemeClr val="tx2"/>
              </a:solidFill>
              <a:latin typeface="Futura Hv" pitchFamily="34" charset="0"/>
            </a:endParaRPr>
          </a:p>
        </p:txBody>
      </p:sp>
      <p:sp>
        <p:nvSpPr>
          <p:cNvPr id="87136" name="Rectangle 96"/>
          <p:cNvSpPr>
            <a:spLocks noChangeArrowheads="1"/>
          </p:cNvSpPr>
          <p:nvPr/>
        </p:nvSpPr>
        <p:spPr bwMode="auto">
          <a:xfrm>
            <a:off x="2335213" y="3114675"/>
            <a:ext cx="665162" cy="635000"/>
          </a:xfrm>
          <a:prstGeom prst="rect">
            <a:avLst/>
          </a:prstGeom>
          <a:noFill/>
          <a:ln w="6350">
            <a:solidFill>
              <a:srgbClr val="808080"/>
            </a:solidFill>
            <a:miter lim="800000"/>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137" name="Rectangle 97"/>
          <p:cNvSpPr>
            <a:spLocks noChangeArrowheads="1"/>
          </p:cNvSpPr>
          <p:nvPr/>
        </p:nvSpPr>
        <p:spPr bwMode="auto">
          <a:xfrm>
            <a:off x="2335213" y="3816350"/>
            <a:ext cx="665162" cy="635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138" name="Rectangle 98"/>
          <p:cNvSpPr>
            <a:spLocks noChangeArrowheads="1"/>
          </p:cNvSpPr>
          <p:nvPr/>
        </p:nvSpPr>
        <p:spPr bwMode="auto">
          <a:xfrm>
            <a:off x="2508250" y="3856038"/>
            <a:ext cx="347663"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1.3.1.2</a:t>
            </a:r>
            <a:endParaRPr lang="en-US" altLang="zh-CN" sz="4000">
              <a:solidFill>
                <a:schemeClr val="tx2"/>
              </a:solidFill>
              <a:latin typeface="Futura Hv" pitchFamily="34" charset="0"/>
            </a:endParaRPr>
          </a:p>
        </p:txBody>
      </p:sp>
      <p:sp>
        <p:nvSpPr>
          <p:cNvPr id="87139" name="Rectangle 99"/>
          <p:cNvSpPr>
            <a:spLocks noChangeArrowheads="1"/>
          </p:cNvSpPr>
          <p:nvPr/>
        </p:nvSpPr>
        <p:spPr bwMode="auto">
          <a:xfrm>
            <a:off x="2268538" y="3997325"/>
            <a:ext cx="8318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Monitor External</a:t>
            </a:r>
            <a:endParaRPr lang="en-US" altLang="zh-CN" sz="4000">
              <a:solidFill>
                <a:schemeClr val="tx2"/>
              </a:solidFill>
              <a:latin typeface="Futura Hv" pitchFamily="34" charset="0"/>
            </a:endParaRPr>
          </a:p>
        </p:txBody>
      </p:sp>
      <p:sp>
        <p:nvSpPr>
          <p:cNvPr id="87140" name="Rectangle 100"/>
          <p:cNvSpPr>
            <a:spLocks noChangeArrowheads="1"/>
          </p:cNvSpPr>
          <p:nvPr/>
        </p:nvSpPr>
        <p:spPr bwMode="auto">
          <a:xfrm>
            <a:off x="2347913" y="4138613"/>
            <a:ext cx="6731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Installation of</a:t>
            </a:r>
            <a:endParaRPr lang="en-US" altLang="zh-CN" sz="4000">
              <a:solidFill>
                <a:schemeClr val="tx2"/>
              </a:solidFill>
              <a:latin typeface="Futura Hv" pitchFamily="34" charset="0"/>
            </a:endParaRPr>
          </a:p>
        </p:txBody>
      </p:sp>
      <p:sp>
        <p:nvSpPr>
          <p:cNvPr id="87141" name="Rectangle 101"/>
          <p:cNvSpPr>
            <a:spLocks noChangeArrowheads="1"/>
          </p:cNvSpPr>
          <p:nvPr/>
        </p:nvSpPr>
        <p:spPr bwMode="auto">
          <a:xfrm>
            <a:off x="2354263" y="4278313"/>
            <a:ext cx="6413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H/W and OS</a:t>
            </a:r>
            <a:endParaRPr lang="en-US" altLang="zh-CN" sz="4000">
              <a:solidFill>
                <a:schemeClr val="tx2"/>
              </a:solidFill>
              <a:latin typeface="Futura Hv" pitchFamily="34" charset="0"/>
            </a:endParaRPr>
          </a:p>
        </p:txBody>
      </p:sp>
      <p:sp>
        <p:nvSpPr>
          <p:cNvPr id="87142" name="Rectangle 102"/>
          <p:cNvSpPr>
            <a:spLocks noChangeArrowheads="1"/>
          </p:cNvSpPr>
          <p:nvPr/>
        </p:nvSpPr>
        <p:spPr bwMode="auto">
          <a:xfrm>
            <a:off x="2335213" y="3816350"/>
            <a:ext cx="665162" cy="635000"/>
          </a:xfrm>
          <a:prstGeom prst="rect">
            <a:avLst/>
          </a:prstGeom>
          <a:noFill/>
          <a:ln w="6350">
            <a:solidFill>
              <a:srgbClr val="808080"/>
            </a:solidFill>
            <a:miter lim="800000"/>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143" name="Rectangle 103"/>
          <p:cNvSpPr>
            <a:spLocks noChangeArrowheads="1"/>
          </p:cNvSpPr>
          <p:nvPr/>
        </p:nvSpPr>
        <p:spPr bwMode="auto">
          <a:xfrm>
            <a:off x="2335213" y="4518025"/>
            <a:ext cx="665162" cy="636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144" name="Rectangle 104"/>
          <p:cNvSpPr>
            <a:spLocks noChangeArrowheads="1"/>
          </p:cNvSpPr>
          <p:nvPr/>
        </p:nvSpPr>
        <p:spPr bwMode="auto">
          <a:xfrm>
            <a:off x="2508250" y="4559300"/>
            <a:ext cx="347663"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1.3.1.3</a:t>
            </a:r>
            <a:endParaRPr lang="en-US" altLang="zh-CN" sz="4000">
              <a:solidFill>
                <a:schemeClr val="tx2"/>
              </a:solidFill>
              <a:latin typeface="Futura Hv" pitchFamily="34" charset="0"/>
            </a:endParaRPr>
          </a:p>
        </p:txBody>
      </p:sp>
      <p:sp>
        <p:nvSpPr>
          <p:cNvPr id="87145" name="Rectangle 105"/>
          <p:cNvSpPr>
            <a:spLocks noChangeArrowheads="1"/>
          </p:cNvSpPr>
          <p:nvPr/>
        </p:nvSpPr>
        <p:spPr bwMode="auto">
          <a:xfrm>
            <a:off x="2354263" y="4699000"/>
            <a:ext cx="6604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Participate in</a:t>
            </a:r>
            <a:endParaRPr lang="en-US" altLang="zh-CN" sz="4000">
              <a:solidFill>
                <a:schemeClr val="tx2"/>
              </a:solidFill>
              <a:latin typeface="Futura Hv" pitchFamily="34" charset="0"/>
            </a:endParaRPr>
          </a:p>
        </p:txBody>
      </p:sp>
      <p:sp>
        <p:nvSpPr>
          <p:cNvPr id="87146" name="Rectangle 106"/>
          <p:cNvSpPr>
            <a:spLocks noChangeArrowheads="1"/>
          </p:cNvSpPr>
          <p:nvPr/>
        </p:nvSpPr>
        <p:spPr bwMode="auto">
          <a:xfrm>
            <a:off x="2370138" y="4840288"/>
            <a:ext cx="6286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Joint Quality</a:t>
            </a:r>
            <a:endParaRPr lang="en-US" altLang="zh-CN" sz="4000">
              <a:solidFill>
                <a:schemeClr val="tx2"/>
              </a:solidFill>
              <a:latin typeface="Futura Hv" pitchFamily="34" charset="0"/>
            </a:endParaRPr>
          </a:p>
        </p:txBody>
      </p:sp>
      <p:sp>
        <p:nvSpPr>
          <p:cNvPr id="87147" name="Rectangle 107"/>
          <p:cNvSpPr>
            <a:spLocks noChangeArrowheads="1"/>
          </p:cNvSpPr>
          <p:nvPr/>
        </p:nvSpPr>
        <p:spPr bwMode="auto">
          <a:xfrm>
            <a:off x="2306638" y="4979988"/>
            <a:ext cx="7556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Review of H/W</a:t>
            </a:r>
            <a:endParaRPr lang="en-US" altLang="zh-CN" sz="4000">
              <a:solidFill>
                <a:schemeClr val="tx2"/>
              </a:solidFill>
              <a:latin typeface="Futura Hv" pitchFamily="34" charset="0"/>
            </a:endParaRPr>
          </a:p>
        </p:txBody>
      </p:sp>
      <p:sp>
        <p:nvSpPr>
          <p:cNvPr id="87148" name="Rectangle 108"/>
          <p:cNvSpPr>
            <a:spLocks noChangeArrowheads="1"/>
          </p:cNvSpPr>
          <p:nvPr/>
        </p:nvSpPr>
        <p:spPr bwMode="auto">
          <a:xfrm>
            <a:off x="2335213" y="4518025"/>
            <a:ext cx="665162" cy="636588"/>
          </a:xfrm>
          <a:prstGeom prst="rect">
            <a:avLst/>
          </a:prstGeom>
          <a:noFill/>
          <a:ln w="6350">
            <a:solidFill>
              <a:srgbClr val="808080"/>
            </a:solidFill>
            <a:miter lim="800000"/>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149" name="Rectangle 109"/>
          <p:cNvSpPr>
            <a:spLocks noChangeArrowheads="1"/>
          </p:cNvSpPr>
          <p:nvPr/>
        </p:nvSpPr>
        <p:spPr bwMode="auto">
          <a:xfrm>
            <a:off x="2185988" y="2287588"/>
            <a:ext cx="666750" cy="6365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150" name="Rectangle 110"/>
          <p:cNvSpPr>
            <a:spLocks noChangeArrowheads="1"/>
          </p:cNvSpPr>
          <p:nvPr/>
        </p:nvSpPr>
        <p:spPr bwMode="auto">
          <a:xfrm>
            <a:off x="2405063" y="2328863"/>
            <a:ext cx="2540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1.3.1</a:t>
            </a:r>
            <a:endParaRPr lang="en-US" altLang="zh-CN" sz="4000">
              <a:solidFill>
                <a:schemeClr val="tx2"/>
              </a:solidFill>
              <a:latin typeface="Futura Hv" pitchFamily="34" charset="0"/>
            </a:endParaRPr>
          </a:p>
        </p:txBody>
      </p:sp>
      <p:sp>
        <p:nvSpPr>
          <p:cNvPr id="87151" name="Rectangle 111"/>
          <p:cNvSpPr>
            <a:spLocks noChangeArrowheads="1"/>
          </p:cNvSpPr>
          <p:nvPr/>
        </p:nvSpPr>
        <p:spPr bwMode="auto">
          <a:xfrm>
            <a:off x="2287588" y="2468563"/>
            <a:ext cx="4953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Hardware</a:t>
            </a:r>
            <a:endParaRPr lang="en-US" altLang="zh-CN" sz="4000">
              <a:solidFill>
                <a:schemeClr val="tx2"/>
              </a:solidFill>
              <a:latin typeface="Futura Hv" pitchFamily="34" charset="0"/>
            </a:endParaRPr>
          </a:p>
        </p:txBody>
      </p:sp>
      <p:sp>
        <p:nvSpPr>
          <p:cNvPr id="87152" name="Rectangle 112"/>
          <p:cNvSpPr>
            <a:spLocks noChangeArrowheads="1"/>
          </p:cNvSpPr>
          <p:nvPr/>
        </p:nvSpPr>
        <p:spPr bwMode="auto">
          <a:xfrm>
            <a:off x="2163763" y="2609850"/>
            <a:ext cx="7366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Proc. &amp; Install.</a:t>
            </a:r>
            <a:endParaRPr lang="en-US" altLang="zh-CN" sz="4000">
              <a:solidFill>
                <a:schemeClr val="tx2"/>
              </a:solidFill>
              <a:latin typeface="Futura Hv" pitchFamily="34" charset="0"/>
            </a:endParaRPr>
          </a:p>
        </p:txBody>
      </p:sp>
      <p:sp>
        <p:nvSpPr>
          <p:cNvPr id="87153" name="Rectangle 113"/>
          <p:cNvSpPr>
            <a:spLocks noChangeArrowheads="1"/>
          </p:cNvSpPr>
          <p:nvPr/>
        </p:nvSpPr>
        <p:spPr bwMode="auto">
          <a:xfrm>
            <a:off x="2228850" y="2751138"/>
            <a:ext cx="6032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EXTERNAL</a:t>
            </a:r>
            <a:endParaRPr lang="en-US" altLang="zh-CN" sz="4000">
              <a:solidFill>
                <a:schemeClr val="tx2"/>
              </a:solidFill>
              <a:latin typeface="Futura Hv" pitchFamily="34" charset="0"/>
            </a:endParaRPr>
          </a:p>
        </p:txBody>
      </p:sp>
      <p:sp>
        <p:nvSpPr>
          <p:cNvPr id="87154" name="Rectangle 114"/>
          <p:cNvSpPr>
            <a:spLocks noChangeArrowheads="1"/>
          </p:cNvSpPr>
          <p:nvPr/>
        </p:nvSpPr>
        <p:spPr bwMode="auto">
          <a:xfrm>
            <a:off x="2185988" y="2274888"/>
            <a:ext cx="693737" cy="649287"/>
          </a:xfrm>
          <a:prstGeom prst="rect">
            <a:avLst/>
          </a:prstGeom>
          <a:noFill/>
          <a:ln w="6350">
            <a:solidFill>
              <a:srgbClr val="808080"/>
            </a:solidFill>
            <a:miter lim="800000"/>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155" name="Line 115"/>
          <p:cNvSpPr>
            <a:spLocks noChangeShapeType="1"/>
          </p:cNvSpPr>
          <p:nvPr/>
        </p:nvSpPr>
        <p:spPr bwMode="auto">
          <a:xfrm>
            <a:off x="3073400" y="2924175"/>
            <a:ext cx="1588" cy="508000"/>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156" name="Line 116"/>
          <p:cNvSpPr>
            <a:spLocks noChangeShapeType="1"/>
          </p:cNvSpPr>
          <p:nvPr/>
        </p:nvSpPr>
        <p:spPr bwMode="auto">
          <a:xfrm>
            <a:off x="3073400" y="3432175"/>
            <a:ext cx="69850" cy="1588"/>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157" name="Line 117"/>
          <p:cNvSpPr>
            <a:spLocks noChangeShapeType="1"/>
          </p:cNvSpPr>
          <p:nvPr/>
        </p:nvSpPr>
        <p:spPr bwMode="auto">
          <a:xfrm>
            <a:off x="3073400" y="4133850"/>
            <a:ext cx="69850" cy="1588"/>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158" name="Line 118"/>
          <p:cNvSpPr>
            <a:spLocks noChangeShapeType="1"/>
          </p:cNvSpPr>
          <p:nvPr/>
        </p:nvSpPr>
        <p:spPr bwMode="auto">
          <a:xfrm>
            <a:off x="3073400" y="4835525"/>
            <a:ext cx="69850" cy="1588"/>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159" name="Freeform 119"/>
          <p:cNvSpPr/>
          <p:nvPr/>
        </p:nvSpPr>
        <p:spPr bwMode="auto">
          <a:xfrm>
            <a:off x="3073400" y="3432175"/>
            <a:ext cx="1588" cy="1403350"/>
          </a:xfrm>
          <a:custGeom>
            <a:avLst/>
            <a:gdLst>
              <a:gd name="T0" fmla="*/ 0 w 1588"/>
              <a:gd name="T1" fmla="*/ 0 h 878"/>
              <a:gd name="T2" fmla="*/ 0 w 1588"/>
              <a:gd name="T3" fmla="*/ 2147483646 h 878"/>
              <a:gd name="T4" fmla="*/ 0 w 1588"/>
              <a:gd name="T5" fmla="*/ 2147483646 h 878"/>
              <a:gd name="T6" fmla="*/ 0 60000 65536"/>
              <a:gd name="T7" fmla="*/ 0 60000 65536"/>
              <a:gd name="T8" fmla="*/ 0 60000 65536"/>
            </a:gdLst>
            <a:ahLst/>
            <a:cxnLst>
              <a:cxn ang="T6">
                <a:pos x="T0" y="T1"/>
              </a:cxn>
              <a:cxn ang="T7">
                <a:pos x="T2" y="T3"/>
              </a:cxn>
              <a:cxn ang="T8">
                <a:pos x="T4" y="T5"/>
              </a:cxn>
            </a:cxnLst>
            <a:rect l="0" t="0" r="r" b="b"/>
            <a:pathLst>
              <a:path w="1588" h="878">
                <a:moveTo>
                  <a:pt x="0" y="0"/>
                </a:moveTo>
                <a:lnTo>
                  <a:pt x="0" y="439"/>
                </a:lnTo>
                <a:lnTo>
                  <a:pt x="0" y="878"/>
                </a:lnTo>
              </a:path>
            </a:pathLst>
          </a:custGeom>
          <a:noFill/>
          <a:ln w="6350">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7160" name="Rectangle 120"/>
          <p:cNvSpPr>
            <a:spLocks noChangeArrowheads="1"/>
          </p:cNvSpPr>
          <p:nvPr/>
        </p:nvSpPr>
        <p:spPr bwMode="auto">
          <a:xfrm>
            <a:off x="3143250" y="3114675"/>
            <a:ext cx="665163" cy="635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161" name="Rectangle 121"/>
          <p:cNvSpPr>
            <a:spLocks noChangeArrowheads="1"/>
          </p:cNvSpPr>
          <p:nvPr/>
        </p:nvSpPr>
        <p:spPr bwMode="auto">
          <a:xfrm>
            <a:off x="3314700" y="3154363"/>
            <a:ext cx="3492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1.3.2.1</a:t>
            </a:r>
            <a:endParaRPr lang="en-US" altLang="zh-CN" sz="4000">
              <a:solidFill>
                <a:schemeClr val="tx2"/>
              </a:solidFill>
              <a:latin typeface="Futura Hv" pitchFamily="34" charset="0"/>
            </a:endParaRPr>
          </a:p>
        </p:txBody>
      </p:sp>
      <p:sp>
        <p:nvSpPr>
          <p:cNvPr id="87162" name="Rectangle 122"/>
          <p:cNvSpPr>
            <a:spLocks noChangeArrowheads="1"/>
          </p:cNvSpPr>
          <p:nvPr/>
        </p:nvSpPr>
        <p:spPr bwMode="auto">
          <a:xfrm>
            <a:off x="3302000" y="3295650"/>
            <a:ext cx="382588"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Monitor</a:t>
            </a:r>
            <a:endParaRPr lang="en-US" altLang="zh-CN" sz="4000">
              <a:solidFill>
                <a:schemeClr val="tx2"/>
              </a:solidFill>
              <a:latin typeface="Futura Hv" pitchFamily="34" charset="0"/>
            </a:endParaRPr>
          </a:p>
        </p:txBody>
      </p:sp>
      <p:sp>
        <p:nvSpPr>
          <p:cNvPr id="87163" name="Rectangle 123"/>
          <p:cNvSpPr>
            <a:spLocks noChangeArrowheads="1"/>
          </p:cNvSpPr>
          <p:nvPr/>
        </p:nvSpPr>
        <p:spPr bwMode="auto">
          <a:xfrm>
            <a:off x="3271838" y="3436938"/>
            <a:ext cx="4508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Software</a:t>
            </a:r>
            <a:endParaRPr lang="en-US" altLang="zh-CN" sz="4000">
              <a:solidFill>
                <a:schemeClr val="tx2"/>
              </a:solidFill>
              <a:latin typeface="Futura Hv" pitchFamily="34" charset="0"/>
            </a:endParaRPr>
          </a:p>
        </p:txBody>
      </p:sp>
      <p:sp>
        <p:nvSpPr>
          <p:cNvPr id="87164" name="Rectangle 124"/>
          <p:cNvSpPr>
            <a:spLocks noChangeArrowheads="1"/>
          </p:cNvSpPr>
          <p:nvPr/>
        </p:nvSpPr>
        <p:spPr bwMode="auto">
          <a:xfrm>
            <a:off x="3292475" y="3575050"/>
            <a:ext cx="4127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Delivery</a:t>
            </a:r>
            <a:endParaRPr lang="en-US" altLang="zh-CN" sz="4000">
              <a:solidFill>
                <a:schemeClr val="tx2"/>
              </a:solidFill>
              <a:latin typeface="Futura Hv" pitchFamily="34" charset="0"/>
            </a:endParaRPr>
          </a:p>
        </p:txBody>
      </p:sp>
      <p:sp>
        <p:nvSpPr>
          <p:cNvPr id="87165" name="Rectangle 125"/>
          <p:cNvSpPr>
            <a:spLocks noChangeArrowheads="1"/>
          </p:cNvSpPr>
          <p:nvPr/>
        </p:nvSpPr>
        <p:spPr bwMode="auto">
          <a:xfrm>
            <a:off x="3143250" y="3114675"/>
            <a:ext cx="665163" cy="635000"/>
          </a:xfrm>
          <a:prstGeom prst="rect">
            <a:avLst/>
          </a:prstGeom>
          <a:noFill/>
          <a:ln w="6350">
            <a:solidFill>
              <a:srgbClr val="808080"/>
            </a:solidFill>
            <a:miter lim="800000"/>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166" name="Rectangle 126"/>
          <p:cNvSpPr>
            <a:spLocks noChangeArrowheads="1"/>
          </p:cNvSpPr>
          <p:nvPr/>
        </p:nvSpPr>
        <p:spPr bwMode="auto">
          <a:xfrm>
            <a:off x="3143250" y="3816350"/>
            <a:ext cx="665163" cy="635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167" name="Rectangle 127"/>
          <p:cNvSpPr>
            <a:spLocks noChangeArrowheads="1"/>
          </p:cNvSpPr>
          <p:nvPr/>
        </p:nvSpPr>
        <p:spPr bwMode="auto">
          <a:xfrm>
            <a:off x="3314700" y="3856038"/>
            <a:ext cx="3492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1.3.2.2</a:t>
            </a:r>
            <a:endParaRPr lang="en-US" altLang="zh-CN" sz="4000">
              <a:solidFill>
                <a:schemeClr val="tx2"/>
              </a:solidFill>
              <a:latin typeface="Futura Hv" pitchFamily="34" charset="0"/>
            </a:endParaRPr>
          </a:p>
        </p:txBody>
      </p:sp>
      <p:sp>
        <p:nvSpPr>
          <p:cNvPr id="87168" name="Rectangle 128"/>
          <p:cNvSpPr>
            <a:spLocks noChangeArrowheads="1"/>
          </p:cNvSpPr>
          <p:nvPr/>
        </p:nvSpPr>
        <p:spPr bwMode="auto">
          <a:xfrm>
            <a:off x="3079750" y="3997325"/>
            <a:ext cx="8191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Monitor CLIENT</a:t>
            </a:r>
            <a:endParaRPr lang="en-US" altLang="zh-CN" sz="4000">
              <a:solidFill>
                <a:schemeClr val="tx2"/>
              </a:solidFill>
              <a:latin typeface="Futura Hv" pitchFamily="34" charset="0"/>
            </a:endParaRPr>
          </a:p>
        </p:txBody>
      </p:sp>
      <p:sp>
        <p:nvSpPr>
          <p:cNvPr id="87169" name="Rectangle 129"/>
          <p:cNvSpPr>
            <a:spLocks noChangeArrowheads="1"/>
          </p:cNvSpPr>
          <p:nvPr/>
        </p:nvSpPr>
        <p:spPr bwMode="auto">
          <a:xfrm>
            <a:off x="3203575" y="4138613"/>
            <a:ext cx="5715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&amp; 3rd Party</a:t>
            </a:r>
            <a:endParaRPr lang="en-US" altLang="zh-CN" sz="4000">
              <a:solidFill>
                <a:schemeClr val="tx2"/>
              </a:solidFill>
              <a:latin typeface="Futura Hv" pitchFamily="34" charset="0"/>
            </a:endParaRPr>
          </a:p>
        </p:txBody>
      </p:sp>
      <p:sp>
        <p:nvSpPr>
          <p:cNvPr id="87170" name="Rectangle 130"/>
          <p:cNvSpPr>
            <a:spLocks noChangeArrowheads="1"/>
          </p:cNvSpPr>
          <p:nvPr/>
        </p:nvSpPr>
        <p:spPr bwMode="auto">
          <a:xfrm>
            <a:off x="3133725" y="4278313"/>
            <a:ext cx="7048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Install. of S/W</a:t>
            </a:r>
            <a:endParaRPr lang="en-US" altLang="zh-CN" sz="4000">
              <a:solidFill>
                <a:schemeClr val="tx2"/>
              </a:solidFill>
              <a:latin typeface="Futura Hv" pitchFamily="34" charset="0"/>
            </a:endParaRPr>
          </a:p>
        </p:txBody>
      </p:sp>
      <p:sp>
        <p:nvSpPr>
          <p:cNvPr id="87171" name="Rectangle 131"/>
          <p:cNvSpPr>
            <a:spLocks noChangeArrowheads="1"/>
          </p:cNvSpPr>
          <p:nvPr/>
        </p:nvSpPr>
        <p:spPr bwMode="auto">
          <a:xfrm>
            <a:off x="3143250" y="3816350"/>
            <a:ext cx="665163" cy="635000"/>
          </a:xfrm>
          <a:prstGeom prst="rect">
            <a:avLst/>
          </a:prstGeom>
          <a:noFill/>
          <a:ln w="6350">
            <a:solidFill>
              <a:srgbClr val="808080"/>
            </a:solidFill>
            <a:miter lim="800000"/>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172" name="Rectangle 132"/>
          <p:cNvSpPr>
            <a:spLocks noChangeArrowheads="1"/>
          </p:cNvSpPr>
          <p:nvPr/>
        </p:nvSpPr>
        <p:spPr bwMode="auto">
          <a:xfrm>
            <a:off x="3143250" y="4518025"/>
            <a:ext cx="665163" cy="636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173" name="Rectangle 133"/>
          <p:cNvSpPr>
            <a:spLocks noChangeArrowheads="1"/>
          </p:cNvSpPr>
          <p:nvPr/>
        </p:nvSpPr>
        <p:spPr bwMode="auto">
          <a:xfrm>
            <a:off x="3314700" y="4559300"/>
            <a:ext cx="3492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1.3.3.3</a:t>
            </a:r>
            <a:endParaRPr lang="en-US" altLang="zh-CN" sz="4000">
              <a:solidFill>
                <a:schemeClr val="tx2"/>
              </a:solidFill>
              <a:latin typeface="Futura Hv" pitchFamily="34" charset="0"/>
            </a:endParaRPr>
          </a:p>
        </p:txBody>
      </p:sp>
      <p:sp>
        <p:nvSpPr>
          <p:cNvPr id="87174" name="Rectangle 134"/>
          <p:cNvSpPr>
            <a:spLocks noChangeArrowheads="1"/>
          </p:cNvSpPr>
          <p:nvPr/>
        </p:nvSpPr>
        <p:spPr bwMode="auto">
          <a:xfrm>
            <a:off x="3160713" y="4699000"/>
            <a:ext cx="6604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Participate in</a:t>
            </a:r>
            <a:endParaRPr lang="en-US" altLang="zh-CN" sz="4000">
              <a:solidFill>
                <a:schemeClr val="tx2"/>
              </a:solidFill>
              <a:latin typeface="Futura Hv" pitchFamily="34" charset="0"/>
            </a:endParaRPr>
          </a:p>
        </p:txBody>
      </p:sp>
      <p:sp>
        <p:nvSpPr>
          <p:cNvPr id="87175" name="Rectangle 135"/>
          <p:cNvSpPr>
            <a:spLocks noChangeArrowheads="1"/>
          </p:cNvSpPr>
          <p:nvPr/>
        </p:nvSpPr>
        <p:spPr bwMode="auto">
          <a:xfrm>
            <a:off x="3179763" y="4840288"/>
            <a:ext cx="6286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Joint Quality</a:t>
            </a:r>
            <a:endParaRPr lang="en-US" altLang="zh-CN" sz="4000">
              <a:solidFill>
                <a:schemeClr val="tx2"/>
              </a:solidFill>
              <a:latin typeface="Futura Hv" pitchFamily="34" charset="0"/>
            </a:endParaRPr>
          </a:p>
        </p:txBody>
      </p:sp>
      <p:sp>
        <p:nvSpPr>
          <p:cNvPr id="87176" name="Rectangle 136"/>
          <p:cNvSpPr>
            <a:spLocks noChangeArrowheads="1"/>
          </p:cNvSpPr>
          <p:nvPr/>
        </p:nvSpPr>
        <p:spPr bwMode="auto">
          <a:xfrm>
            <a:off x="3117850" y="4979988"/>
            <a:ext cx="7493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Review of S/W</a:t>
            </a:r>
            <a:endParaRPr lang="en-US" altLang="zh-CN" sz="4000">
              <a:solidFill>
                <a:schemeClr val="tx2"/>
              </a:solidFill>
              <a:latin typeface="Futura Hv" pitchFamily="34" charset="0"/>
            </a:endParaRPr>
          </a:p>
        </p:txBody>
      </p:sp>
      <p:sp>
        <p:nvSpPr>
          <p:cNvPr id="87177" name="Rectangle 137"/>
          <p:cNvSpPr>
            <a:spLocks noChangeArrowheads="1"/>
          </p:cNvSpPr>
          <p:nvPr/>
        </p:nvSpPr>
        <p:spPr bwMode="auto">
          <a:xfrm>
            <a:off x="3143250" y="4518025"/>
            <a:ext cx="665163" cy="636588"/>
          </a:xfrm>
          <a:prstGeom prst="rect">
            <a:avLst/>
          </a:prstGeom>
          <a:noFill/>
          <a:ln w="6350">
            <a:solidFill>
              <a:srgbClr val="808080"/>
            </a:solidFill>
            <a:miter lim="800000"/>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178" name="Rectangle 138"/>
          <p:cNvSpPr>
            <a:spLocks noChangeArrowheads="1"/>
          </p:cNvSpPr>
          <p:nvPr/>
        </p:nvSpPr>
        <p:spPr bwMode="auto">
          <a:xfrm>
            <a:off x="2994025" y="2287588"/>
            <a:ext cx="666750" cy="6365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179" name="Rectangle 139"/>
          <p:cNvSpPr>
            <a:spLocks noChangeArrowheads="1"/>
          </p:cNvSpPr>
          <p:nvPr/>
        </p:nvSpPr>
        <p:spPr bwMode="auto">
          <a:xfrm>
            <a:off x="3214688" y="2328863"/>
            <a:ext cx="2540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1.3.2</a:t>
            </a:r>
            <a:endParaRPr lang="en-US" altLang="zh-CN" sz="4000">
              <a:solidFill>
                <a:schemeClr val="tx2"/>
              </a:solidFill>
              <a:latin typeface="Futura Hv" pitchFamily="34" charset="0"/>
            </a:endParaRPr>
          </a:p>
        </p:txBody>
      </p:sp>
      <p:sp>
        <p:nvSpPr>
          <p:cNvPr id="87180" name="Rectangle 140"/>
          <p:cNvSpPr>
            <a:spLocks noChangeArrowheads="1"/>
          </p:cNvSpPr>
          <p:nvPr/>
        </p:nvSpPr>
        <p:spPr bwMode="auto">
          <a:xfrm>
            <a:off x="3121025" y="2468563"/>
            <a:ext cx="4508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Software</a:t>
            </a:r>
            <a:endParaRPr lang="en-US" altLang="zh-CN" sz="4000">
              <a:solidFill>
                <a:schemeClr val="tx2"/>
              </a:solidFill>
              <a:latin typeface="Futura Hv" pitchFamily="34" charset="0"/>
            </a:endParaRPr>
          </a:p>
        </p:txBody>
      </p:sp>
      <p:sp>
        <p:nvSpPr>
          <p:cNvPr id="87181" name="Rectangle 141"/>
          <p:cNvSpPr>
            <a:spLocks noChangeArrowheads="1"/>
          </p:cNvSpPr>
          <p:nvPr/>
        </p:nvSpPr>
        <p:spPr bwMode="auto">
          <a:xfrm>
            <a:off x="2971800" y="2609850"/>
            <a:ext cx="7366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Proc. &amp; Install.</a:t>
            </a:r>
            <a:endParaRPr lang="en-US" altLang="zh-CN" sz="4000">
              <a:solidFill>
                <a:schemeClr val="tx2"/>
              </a:solidFill>
              <a:latin typeface="Futura Hv" pitchFamily="34" charset="0"/>
            </a:endParaRPr>
          </a:p>
        </p:txBody>
      </p:sp>
      <p:sp>
        <p:nvSpPr>
          <p:cNvPr id="87182" name="Rectangle 142"/>
          <p:cNvSpPr>
            <a:spLocks noChangeArrowheads="1"/>
          </p:cNvSpPr>
          <p:nvPr/>
        </p:nvSpPr>
        <p:spPr bwMode="auto">
          <a:xfrm>
            <a:off x="3036888" y="2751138"/>
            <a:ext cx="6032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EXTERNAL</a:t>
            </a:r>
            <a:endParaRPr lang="en-US" altLang="zh-CN" sz="4000">
              <a:solidFill>
                <a:schemeClr val="tx2"/>
              </a:solidFill>
              <a:latin typeface="Futura Hv" pitchFamily="34" charset="0"/>
            </a:endParaRPr>
          </a:p>
        </p:txBody>
      </p:sp>
      <p:sp>
        <p:nvSpPr>
          <p:cNvPr id="87183" name="Rectangle 143"/>
          <p:cNvSpPr>
            <a:spLocks noChangeArrowheads="1"/>
          </p:cNvSpPr>
          <p:nvPr/>
        </p:nvSpPr>
        <p:spPr bwMode="auto">
          <a:xfrm>
            <a:off x="2994025" y="2287588"/>
            <a:ext cx="666750" cy="636587"/>
          </a:xfrm>
          <a:prstGeom prst="rect">
            <a:avLst/>
          </a:prstGeom>
          <a:noFill/>
          <a:ln w="6350">
            <a:solidFill>
              <a:srgbClr val="808080"/>
            </a:solidFill>
            <a:miter lim="800000"/>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184" name="Line 144"/>
          <p:cNvSpPr>
            <a:spLocks noChangeShapeType="1"/>
          </p:cNvSpPr>
          <p:nvPr/>
        </p:nvSpPr>
        <p:spPr bwMode="auto">
          <a:xfrm>
            <a:off x="3881438" y="2924175"/>
            <a:ext cx="1587" cy="508000"/>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185" name="Line 145"/>
          <p:cNvSpPr>
            <a:spLocks noChangeShapeType="1"/>
          </p:cNvSpPr>
          <p:nvPr/>
        </p:nvSpPr>
        <p:spPr bwMode="auto">
          <a:xfrm>
            <a:off x="3881438" y="3432175"/>
            <a:ext cx="71437" cy="1588"/>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186" name="Line 146"/>
          <p:cNvSpPr>
            <a:spLocks noChangeShapeType="1"/>
          </p:cNvSpPr>
          <p:nvPr/>
        </p:nvSpPr>
        <p:spPr bwMode="auto">
          <a:xfrm>
            <a:off x="3881438" y="4133850"/>
            <a:ext cx="71437" cy="1588"/>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187" name="Line 147"/>
          <p:cNvSpPr>
            <a:spLocks noChangeShapeType="1"/>
          </p:cNvSpPr>
          <p:nvPr/>
        </p:nvSpPr>
        <p:spPr bwMode="auto">
          <a:xfrm>
            <a:off x="3881438" y="4835525"/>
            <a:ext cx="71437" cy="1588"/>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188" name="Freeform 148"/>
          <p:cNvSpPr/>
          <p:nvPr/>
        </p:nvSpPr>
        <p:spPr bwMode="auto">
          <a:xfrm>
            <a:off x="3881438" y="3432175"/>
            <a:ext cx="1587" cy="1403350"/>
          </a:xfrm>
          <a:custGeom>
            <a:avLst/>
            <a:gdLst>
              <a:gd name="T0" fmla="*/ 0 w 1587"/>
              <a:gd name="T1" fmla="*/ 0 h 878"/>
              <a:gd name="T2" fmla="*/ 0 w 1587"/>
              <a:gd name="T3" fmla="*/ 2147483646 h 878"/>
              <a:gd name="T4" fmla="*/ 0 w 1587"/>
              <a:gd name="T5" fmla="*/ 2147483646 h 878"/>
              <a:gd name="T6" fmla="*/ 0 60000 65536"/>
              <a:gd name="T7" fmla="*/ 0 60000 65536"/>
              <a:gd name="T8" fmla="*/ 0 60000 65536"/>
            </a:gdLst>
            <a:ahLst/>
            <a:cxnLst>
              <a:cxn ang="T6">
                <a:pos x="T0" y="T1"/>
              </a:cxn>
              <a:cxn ang="T7">
                <a:pos x="T2" y="T3"/>
              </a:cxn>
              <a:cxn ang="T8">
                <a:pos x="T4" y="T5"/>
              </a:cxn>
            </a:cxnLst>
            <a:rect l="0" t="0" r="r" b="b"/>
            <a:pathLst>
              <a:path w="1587" h="878">
                <a:moveTo>
                  <a:pt x="0" y="0"/>
                </a:moveTo>
                <a:lnTo>
                  <a:pt x="0" y="439"/>
                </a:lnTo>
                <a:lnTo>
                  <a:pt x="0" y="878"/>
                </a:lnTo>
              </a:path>
            </a:pathLst>
          </a:custGeom>
          <a:noFill/>
          <a:ln w="6350">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7189" name="Rectangle 149"/>
          <p:cNvSpPr>
            <a:spLocks noChangeArrowheads="1"/>
          </p:cNvSpPr>
          <p:nvPr/>
        </p:nvSpPr>
        <p:spPr bwMode="auto">
          <a:xfrm>
            <a:off x="3952875" y="3114675"/>
            <a:ext cx="665163" cy="635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190" name="Rectangle 150"/>
          <p:cNvSpPr>
            <a:spLocks noChangeArrowheads="1"/>
          </p:cNvSpPr>
          <p:nvPr/>
        </p:nvSpPr>
        <p:spPr bwMode="auto">
          <a:xfrm>
            <a:off x="4122738" y="3154363"/>
            <a:ext cx="3492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1.4.1.1</a:t>
            </a:r>
            <a:endParaRPr lang="en-US" altLang="zh-CN" sz="4000">
              <a:solidFill>
                <a:schemeClr val="tx2"/>
              </a:solidFill>
              <a:latin typeface="Futura Hv" pitchFamily="34" charset="0"/>
            </a:endParaRPr>
          </a:p>
        </p:txBody>
      </p:sp>
      <p:sp>
        <p:nvSpPr>
          <p:cNvPr id="87191" name="Rectangle 151"/>
          <p:cNvSpPr>
            <a:spLocks noChangeArrowheads="1"/>
          </p:cNvSpPr>
          <p:nvPr/>
        </p:nvSpPr>
        <p:spPr bwMode="auto">
          <a:xfrm>
            <a:off x="3890963" y="3295650"/>
            <a:ext cx="798512"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Setup N/W S/W</a:t>
            </a:r>
            <a:endParaRPr lang="en-US" altLang="zh-CN" sz="4000">
              <a:solidFill>
                <a:schemeClr val="tx2"/>
              </a:solidFill>
              <a:latin typeface="Futura Hv" pitchFamily="34" charset="0"/>
            </a:endParaRPr>
          </a:p>
        </p:txBody>
      </p:sp>
      <p:sp>
        <p:nvSpPr>
          <p:cNvPr id="87192" name="Rectangle 152"/>
          <p:cNvSpPr>
            <a:spLocks noChangeArrowheads="1"/>
          </p:cNvSpPr>
          <p:nvPr/>
        </p:nvSpPr>
        <p:spPr bwMode="auto">
          <a:xfrm>
            <a:off x="3981450" y="3436938"/>
            <a:ext cx="6350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on 3 Mid-tier</a:t>
            </a:r>
            <a:endParaRPr lang="en-US" altLang="zh-CN" sz="4000">
              <a:solidFill>
                <a:schemeClr val="tx2"/>
              </a:solidFill>
              <a:latin typeface="Futura Hv" pitchFamily="34" charset="0"/>
            </a:endParaRPr>
          </a:p>
        </p:txBody>
      </p:sp>
      <p:sp>
        <p:nvSpPr>
          <p:cNvPr id="87193" name="Rectangle 153"/>
          <p:cNvSpPr>
            <a:spLocks noChangeArrowheads="1"/>
          </p:cNvSpPr>
          <p:nvPr/>
        </p:nvSpPr>
        <p:spPr bwMode="auto">
          <a:xfrm>
            <a:off x="4106863" y="3575050"/>
            <a:ext cx="3937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Servers</a:t>
            </a:r>
            <a:endParaRPr lang="en-US" altLang="zh-CN" sz="4000">
              <a:solidFill>
                <a:schemeClr val="tx2"/>
              </a:solidFill>
              <a:latin typeface="Futura Hv" pitchFamily="34" charset="0"/>
            </a:endParaRPr>
          </a:p>
        </p:txBody>
      </p:sp>
      <p:sp>
        <p:nvSpPr>
          <p:cNvPr id="87194" name="Rectangle 154"/>
          <p:cNvSpPr>
            <a:spLocks noChangeArrowheads="1"/>
          </p:cNvSpPr>
          <p:nvPr/>
        </p:nvSpPr>
        <p:spPr bwMode="auto">
          <a:xfrm>
            <a:off x="3952875" y="3114675"/>
            <a:ext cx="665163" cy="635000"/>
          </a:xfrm>
          <a:prstGeom prst="rect">
            <a:avLst/>
          </a:prstGeom>
          <a:noFill/>
          <a:ln w="6350">
            <a:solidFill>
              <a:srgbClr val="808080"/>
            </a:solidFill>
            <a:miter lim="800000"/>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195" name="Rectangle 155"/>
          <p:cNvSpPr>
            <a:spLocks noChangeArrowheads="1"/>
          </p:cNvSpPr>
          <p:nvPr/>
        </p:nvSpPr>
        <p:spPr bwMode="auto">
          <a:xfrm>
            <a:off x="3952875" y="3816350"/>
            <a:ext cx="665163" cy="635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196" name="Rectangle 156"/>
          <p:cNvSpPr>
            <a:spLocks noChangeArrowheads="1"/>
          </p:cNvSpPr>
          <p:nvPr/>
        </p:nvSpPr>
        <p:spPr bwMode="auto">
          <a:xfrm>
            <a:off x="4122738" y="3856038"/>
            <a:ext cx="3492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1.4.1.2</a:t>
            </a:r>
            <a:endParaRPr lang="en-US" altLang="zh-CN" sz="4000">
              <a:solidFill>
                <a:schemeClr val="tx2"/>
              </a:solidFill>
              <a:latin typeface="Futura Hv" pitchFamily="34" charset="0"/>
            </a:endParaRPr>
          </a:p>
        </p:txBody>
      </p:sp>
      <p:sp>
        <p:nvSpPr>
          <p:cNvPr id="87197" name="Rectangle 157"/>
          <p:cNvSpPr>
            <a:spLocks noChangeArrowheads="1"/>
          </p:cNvSpPr>
          <p:nvPr/>
        </p:nvSpPr>
        <p:spPr bwMode="auto">
          <a:xfrm>
            <a:off x="4016375" y="3997325"/>
            <a:ext cx="5524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Setup N/W</a:t>
            </a:r>
            <a:endParaRPr lang="en-US" altLang="zh-CN" sz="4000">
              <a:solidFill>
                <a:schemeClr val="tx2"/>
              </a:solidFill>
              <a:latin typeface="Futura Hv" pitchFamily="34" charset="0"/>
            </a:endParaRPr>
          </a:p>
        </p:txBody>
      </p:sp>
      <p:sp>
        <p:nvSpPr>
          <p:cNvPr id="87198" name="Rectangle 158"/>
          <p:cNvSpPr>
            <a:spLocks noChangeArrowheads="1"/>
          </p:cNvSpPr>
          <p:nvPr/>
        </p:nvSpPr>
        <p:spPr bwMode="auto">
          <a:xfrm>
            <a:off x="4110038" y="4138613"/>
            <a:ext cx="3746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S/W on</a:t>
            </a:r>
            <a:endParaRPr lang="en-US" altLang="zh-CN" sz="4000">
              <a:solidFill>
                <a:schemeClr val="tx2"/>
              </a:solidFill>
              <a:latin typeface="Futura Hv" pitchFamily="34" charset="0"/>
            </a:endParaRPr>
          </a:p>
        </p:txBody>
      </p:sp>
      <p:sp>
        <p:nvSpPr>
          <p:cNvPr id="87199" name="Rectangle 159"/>
          <p:cNvSpPr>
            <a:spLocks noChangeArrowheads="1"/>
          </p:cNvSpPr>
          <p:nvPr/>
        </p:nvSpPr>
        <p:spPr bwMode="auto">
          <a:xfrm>
            <a:off x="4159250" y="4278313"/>
            <a:ext cx="2794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MOM</a:t>
            </a:r>
            <a:endParaRPr lang="en-US" altLang="zh-CN" sz="4000">
              <a:solidFill>
                <a:schemeClr val="tx2"/>
              </a:solidFill>
              <a:latin typeface="Futura Hv" pitchFamily="34" charset="0"/>
            </a:endParaRPr>
          </a:p>
        </p:txBody>
      </p:sp>
      <p:sp>
        <p:nvSpPr>
          <p:cNvPr id="87200" name="Rectangle 160"/>
          <p:cNvSpPr>
            <a:spLocks noChangeArrowheads="1"/>
          </p:cNvSpPr>
          <p:nvPr/>
        </p:nvSpPr>
        <p:spPr bwMode="auto">
          <a:xfrm>
            <a:off x="3952875" y="3816350"/>
            <a:ext cx="665163" cy="635000"/>
          </a:xfrm>
          <a:prstGeom prst="rect">
            <a:avLst/>
          </a:prstGeom>
          <a:noFill/>
          <a:ln w="6350">
            <a:solidFill>
              <a:srgbClr val="808080"/>
            </a:solidFill>
            <a:miter lim="800000"/>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201" name="Rectangle 161"/>
          <p:cNvSpPr>
            <a:spLocks noChangeArrowheads="1"/>
          </p:cNvSpPr>
          <p:nvPr/>
        </p:nvSpPr>
        <p:spPr bwMode="auto">
          <a:xfrm>
            <a:off x="3952875" y="4518025"/>
            <a:ext cx="665163" cy="636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202" name="Rectangle 162"/>
          <p:cNvSpPr>
            <a:spLocks noChangeArrowheads="1"/>
          </p:cNvSpPr>
          <p:nvPr/>
        </p:nvSpPr>
        <p:spPr bwMode="auto">
          <a:xfrm>
            <a:off x="4122738" y="4559300"/>
            <a:ext cx="3492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1.4.1.3</a:t>
            </a:r>
            <a:endParaRPr lang="en-US" altLang="zh-CN" sz="4000">
              <a:solidFill>
                <a:schemeClr val="tx2"/>
              </a:solidFill>
              <a:latin typeface="Futura Hv" pitchFamily="34" charset="0"/>
            </a:endParaRPr>
          </a:p>
        </p:txBody>
      </p:sp>
      <p:sp>
        <p:nvSpPr>
          <p:cNvPr id="87203" name="Rectangle 163"/>
          <p:cNvSpPr>
            <a:spLocks noChangeArrowheads="1"/>
          </p:cNvSpPr>
          <p:nvPr/>
        </p:nvSpPr>
        <p:spPr bwMode="auto">
          <a:xfrm>
            <a:off x="3919538" y="4699000"/>
            <a:ext cx="7493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Setup Element</a:t>
            </a:r>
            <a:endParaRPr lang="en-US" altLang="zh-CN" sz="4000">
              <a:solidFill>
                <a:schemeClr val="tx2"/>
              </a:solidFill>
              <a:latin typeface="Futura Hv" pitchFamily="34" charset="0"/>
            </a:endParaRPr>
          </a:p>
        </p:txBody>
      </p:sp>
      <p:sp>
        <p:nvSpPr>
          <p:cNvPr id="87204" name="Rectangle 164"/>
          <p:cNvSpPr>
            <a:spLocks noChangeArrowheads="1"/>
          </p:cNvSpPr>
          <p:nvPr/>
        </p:nvSpPr>
        <p:spPr bwMode="auto">
          <a:xfrm>
            <a:off x="3963988" y="4840288"/>
            <a:ext cx="6667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Management</a:t>
            </a:r>
            <a:endParaRPr lang="en-US" altLang="zh-CN" sz="4000">
              <a:solidFill>
                <a:schemeClr val="tx2"/>
              </a:solidFill>
              <a:latin typeface="Futura Hv" pitchFamily="34" charset="0"/>
            </a:endParaRPr>
          </a:p>
        </p:txBody>
      </p:sp>
      <p:sp>
        <p:nvSpPr>
          <p:cNvPr id="87205" name="Rectangle 165"/>
          <p:cNvSpPr>
            <a:spLocks noChangeArrowheads="1"/>
          </p:cNvSpPr>
          <p:nvPr/>
        </p:nvSpPr>
        <p:spPr bwMode="auto">
          <a:xfrm>
            <a:off x="4135438" y="4979988"/>
            <a:ext cx="3365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Server</a:t>
            </a:r>
            <a:endParaRPr lang="en-US" altLang="zh-CN" sz="4000">
              <a:solidFill>
                <a:schemeClr val="tx2"/>
              </a:solidFill>
              <a:latin typeface="Futura Hv" pitchFamily="34" charset="0"/>
            </a:endParaRPr>
          </a:p>
        </p:txBody>
      </p:sp>
      <p:sp>
        <p:nvSpPr>
          <p:cNvPr id="87206" name="Rectangle 166"/>
          <p:cNvSpPr>
            <a:spLocks noChangeArrowheads="1"/>
          </p:cNvSpPr>
          <p:nvPr/>
        </p:nvSpPr>
        <p:spPr bwMode="auto">
          <a:xfrm>
            <a:off x="3952875" y="4518025"/>
            <a:ext cx="665163" cy="636588"/>
          </a:xfrm>
          <a:prstGeom prst="rect">
            <a:avLst/>
          </a:prstGeom>
          <a:noFill/>
          <a:ln w="6350">
            <a:solidFill>
              <a:srgbClr val="808080"/>
            </a:solidFill>
            <a:miter lim="800000"/>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207" name="Rectangle 167"/>
          <p:cNvSpPr>
            <a:spLocks noChangeArrowheads="1"/>
          </p:cNvSpPr>
          <p:nvPr/>
        </p:nvSpPr>
        <p:spPr bwMode="auto">
          <a:xfrm>
            <a:off x="3802063" y="2287588"/>
            <a:ext cx="666750" cy="6365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208" name="Rectangle 168"/>
          <p:cNvSpPr>
            <a:spLocks noChangeArrowheads="1"/>
          </p:cNvSpPr>
          <p:nvPr/>
        </p:nvSpPr>
        <p:spPr bwMode="auto">
          <a:xfrm>
            <a:off x="4022725" y="2328863"/>
            <a:ext cx="2540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1.4.1</a:t>
            </a:r>
            <a:endParaRPr lang="en-US" altLang="zh-CN" sz="4000">
              <a:solidFill>
                <a:schemeClr val="tx2"/>
              </a:solidFill>
              <a:latin typeface="Futura Hv" pitchFamily="34" charset="0"/>
            </a:endParaRPr>
          </a:p>
        </p:txBody>
      </p:sp>
      <p:sp>
        <p:nvSpPr>
          <p:cNvPr id="87209" name="Rectangle 169"/>
          <p:cNvSpPr>
            <a:spLocks noChangeArrowheads="1"/>
          </p:cNvSpPr>
          <p:nvPr/>
        </p:nvSpPr>
        <p:spPr bwMode="auto">
          <a:xfrm>
            <a:off x="3941763" y="2468563"/>
            <a:ext cx="4191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Network</a:t>
            </a:r>
            <a:endParaRPr lang="en-US" altLang="zh-CN" sz="4000">
              <a:solidFill>
                <a:schemeClr val="tx2"/>
              </a:solidFill>
              <a:latin typeface="Futura Hv" pitchFamily="34" charset="0"/>
            </a:endParaRPr>
          </a:p>
        </p:txBody>
      </p:sp>
      <p:sp>
        <p:nvSpPr>
          <p:cNvPr id="87210" name="Rectangle 170"/>
          <p:cNvSpPr>
            <a:spLocks noChangeArrowheads="1"/>
          </p:cNvSpPr>
          <p:nvPr/>
        </p:nvSpPr>
        <p:spPr bwMode="auto">
          <a:xfrm>
            <a:off x="3905250" y="2609850"/>
            <a:ext cx="5016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Discovery</a:t>
            </a:r>
            <a:endParaRPr lang="en-US" altLang="zh-CN" sz="4000">
              <a:solidFill>
                <a:schemeClr val="tx2"/>
              </a:solidFill>
              <a:latin typeface="Futura Hv" pitchFamily="34" charset="0"/>
            </a:endParaRPr>
          </a:p>
        </p:txBody>
      </p:sp>
      <p:sp>
        <p:nvSpPr>
          <p:cNvPr id="87211" name="Rectangle 171"/>
          <p:cNvSpPr>
            <a:spLocks noChangeArrowheads="1"/>
          </p:cNvSpPr>
          <p:nvPr/>
        </p:nvSpPr>
        <p:spPr bwMode="auto">
          <a:xfrm>
            <a:off x="3763963" y="2751138"/>
            <a:ext cx="7620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SW Installation</a:t>
            </a:r>
            <a:endParaRPr lang="en-US" altLang="zh-CN" sz="4000">
              <a:solidFill>
                <a:schemeClr val="tx2"/>
              </a:solidFill>
              <a:latin typeface="Futura Hv" pitchFamily="34" charset="0"/>
            </a:endParaRPr>
          </a:p>
        </p:txBody>
      </p:sp>
      <p:sp>
        <p:nvSpPr>
          <p:cNvPr id="87212" name="Rectangle 172"/>
          <p:cNvSpPr>
            <a:spLocks noChangeArrowheads="1"/>
          </p:cNvSpPr>
          <p:nvPr/>
        </p:nvSpPr>
        <p:spPr bwMode="auto">
          <a:xfrm>
            <a:off x="3802063" y="2287588"/>
            <a:ext cx="666750" cy="636587"/>
          </a:xfrm>
          <a:prstGeom prst="rect">
            <a:avLst/>
          </a:prstGeom>
          <a:noFill/>
          <a:ln w="6350">
            <a:solidFill>
              <a:srgbClr val="808080"/>
            </a:solidFill>
            <a:miter lim="800000"/>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213" name="Line 173"/>
          <p:cNvSpPr>
            <a:spLocks noChangeShapeType="1"/>
          </p:cNvSpPr>
          <p:nvPr/>
        </p:nvSpPr>
        <p:spPr bwMode="auto">
          <a:xfrm>
            <a:off x="5022850" y="2924175"/>
            <a:ext cx="3175" cy="187325"/>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214" name="Line 174"/>
          <p:cNvSpPr>
            <a:spLocks noChangeShapeType="1"/>
          </p:cNvSpPr>
          <p:nvPr/>
        </p:nvSpPr>
        <p:spPr bwMode="auto">
          <a:xfrm>
            <a:off x="5022850" y="3749675"/>
            <a:ext cx="3175" cy="187325"/>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215" name="Rectangle 175"/>
          <p:cNvSpPr>
            <a:spLocks noChangeArrowheads="1"/>
          </p:cNvSpPr>
          <p:nvPr/>
        </p:nvSpPr>
        <p:spPr bwMode="auto">
          <a:xfrm>
            <a:off x="4725988" y="3938588"/>
            <a:ext cx="595312" cy="6365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216" name="Rectangle 176"/>
          <p:cNvSpPr>
            <a:spLocks noChangeArrowheads="1"/>
          </p:cNvSpPr>
          <p:nvPr/>
        </p:nvSpPr>
        <p:spPr bwMode="auto">
          <a:xfrm>
            <a:off x="4860925" y="3981450"/>
            <a:ext cx="4635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1.4.2.2</a:t>
            </a:r>
            <a:endParaRPr lang="en-US" altLang="zh-CN" sz="4000">
              <a:solidFill>
                <a:schemeClr val="tx2"/>
              </a:solidFill>
              <a:latin typeface="Futura Hv" pitchFamily="34" charset="0"/>
            </a:endParaRPr>
          </a:p>
        </p:txBody>
      </p:sp>
      <p:sp>
        <p:nvSpPr>
          <p:cNvPr id="87217" name="Rectangle 177"/>
          <p:cNvSpPr>
            <a:spLocks noChangeArrowheads="1"/>
          </p:cNvSpPr>
          <p:nvPr/>
        </p:nvSpPr>
        <p:spPr bwMode="auto">
          <a:xfrm>
            <a:off x="4765675" y="4121150"/>
            <a:ext cx="5334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Implement</a:t>
            </a:r>
            <a:endParaRPr lang="en-US" altLang="zh-CN" sz="4000">
              <a:solidFill>
                <a:schemeClr val="tx2"/>
              </a:solidFill>
              <a:latin typeface="Futura Hv" pitchFamily="34" charset="0"/>
            </a:endParaRPr>
          </a:p>
        </p:txBody>
      </p:sp>
      <p:sp>
        <p:nvSpPr>
          <p:cNvPr id="87218" name="Rectangle 178"/>
          <p:cNvSpPr>
            <a:spLocks noChangeArrowheads="1"/>
          </p:cNvSpPr>
          <p:nvPr/>
        </p:nvSpPr>
        <p:spPr bwMode="auto">
          <a:xfrm>
            <a:off x="4794250" y="4260850"/>
            <a:ext cx="5016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Discovery</a:t>
            </a:r>
            <a:endParaRPr lang="en-US" altLang="zh-CN" sz="4000">
              <a:solidFill>
                <a:schemeClr val="tx2"/>
              </a:solidFill>
              <a:latin typeface="Futura Hv" pitchFamily="34" charset="0"/>
            </a:endParaRPr>
          </a:p>
        </p:txBody>
      </p:sp>
      <p:sp>
        <p:nvSpPr>
          <p:cNvPr id="87219" name="Rectangle 179"/>
          <p:cNvSpPr>
            <a:spLocks noChangeArrowheads="1"/>
          </p:cNvSpPr>
          <p:nvPr/>
        </p:nvSpPr>
        <p:spPr bwMode="auto">
          <a:xfrm>
            <a:off x="4884738" y="4402138"/>
            <a:ext cx="3111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Filters</a:t>
            </a:r>
            <a:endParaRPr lang="en-US" altLang="zh-CN" sz="4000">
              <a:solidFill>
                <a:schemeClr val="tx2"/>
              </a:solidFill>
              <a:latin typeface="Futura Hv" pitchFamily="34" charset="0"/>
            </a:endParaRPr>
          </a:p>
        </p:txBody>
      </p:sp>
      <p:sp>
        <p:nvSpPr>
          <p:cNvPr id="87220" name="Rectangle 180"/>
          <p:cNvSpPr>
            <a:spLocks noChangeArrowheads="1"/>
          </p:cNvSpPr>
          <p:nvPr/>
        </p:nvSpPr>
        <p:spPr bwMode="auto">
          <a:xfrm>
            <a:off x="4725988" y="3938588"/>
            <a:ext cx="595312" cy="636587"/>
          </a:xfrm>
          <a:prstGeom prst="rect">
            <a:avLst/>
          </a:prstGeom>
          <a:noFill/>
          <a:ln w="6350">
            <a:solidFill>
              <a:srgbClr val="808080"/>
            </a:solidFill>
            <a:miter lim="800000"/>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221" name="Rectangle 181"/>
          <p:cNvSpPr>
            <a:spLocks noChangeArrowheads="1"/>
          </p:cNvSpPr>
          <p:nvPr/>
        </p:nvSpPr>
        <p:spPr bwMode="auto">
          <a:xfrm>
            <a:off x="4691063" y="3114675"/>
            <a:ext cx="665162" cy="635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222" name="Rectangle 182"/>
          <p:cNvSpPr>
            <a:spLocks noChangeArrowheads="1"/>
          </p:cNvSpPr>
          <p:nvPr/>
        </p:nvSpPr>
        <p:spPr bwMode="auto">
          <a:xfrm>
            <a:off x="4860925" y="3154363"/>
            <a:ext cx="350838"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1.4.2.1</a:t>
            </a:r>
            <a:endParaRPr lang="en-US" altLang="zh-CN" sz="4000">
              <a:solidFill>
                <a:schemeClr val="tx2"/>
              </a:solidFill>
              <a:latin typeface="Futura Hv" pitchFamily="34" charset="0"/>
            </a:endParaRPr>
          </a:p>
        </p:txBody>
      </p:sp>
      <p:sp>
        <p:nvSpPr>
          <p:cNvPr id="87223" name="Rectangle 183"/>
          <p:cNvSpPr>
            <a:spLocks noChangeArrowheads="1"/>
          </p:cNvSpPr>
          <p:nvPr/>
        </p:nvSpPr>
        <p:spPr bwMode="auto">
          <a:xfrm>
            <a:off x="4824413" y="3295650"/>
            <a:ext cx="4254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Conduct</a:t>
            </a:r>
            <a:endParaRPr lang="en-US" altLang="zh-CN" sz="4000">
              <a:solidFill>
                <a:schemeClr val="tx2"/>
              </a:solidFill>
              <a:latin typeface="Futura Hv" pitchFamily="34" charset="0"/>
            </a:endParaRPr>
          </a:p>
        </p:txBody>
      </p:sp>
      <p:sp>
        <p:nvSpPr>
          <p:cNvPr id="87224" name="Rectangle 184"/>
          <p:cNvSpPr>
            <a:spLocks noChangeArrowheads="1"/>
          </p:cNvSpPr>
          <p:nvPr/>
        </p:nvSpPr>
        <p:spPr bwMode="auto">
          <a:xfrm>
            <a:off x="4794250" y="3436938"/>
            <a:ext cx="5016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Discovery</a:t>
            </a:r>
            <a:endParaRPr lang="en-US" altLang="zh-CN" sz="4000">
              <a:solidFill>
                <a:schemeClr val="tx2"/>
              </a:solidFill>
              <a:latin typeface="Futura Hv" pitchFamily="34" charset="0"/>
            </a:endParaRPr>
          </a:p>
        </p:txBody>
      </p:sp>
      <p:sp>
        <p:nvSpPr>
          <p:cNvPr id="87225" name="Rectangle 185"/>
          <p:cNvSpPr>
            <a:spLocks noChangeArrowheads="1"/>
          </p:cNvSpPr>
          <p:nvPr/>
        </p:nvSpPr>
        <p:spPr bwMode="auto">
          <a:xfrm>
            <a:off x="4672013" y="3575050"/>
            <a:ext cx="72548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Filters Wkshp.</a:t>
            </a:r>
            <a:endParaRPr lang="en-US" altLang="zh-CN" sz="4000">
              <a:solidFill>
                <a:schemeClr val="tx2"/>
              </a:solidFill>
              <a:latin typeface="Futura Hv" pitchFamily="34" charset="0"/>
            </a:endParaRPr>
          </a:p>
        </p:txBody>
      </p:sp>
      <p:sp>
        <p:nvSpPr>
          <p:cNvPr id="87226" name="Rectangle 186"/>
          <p:cNvSpPr>
            <a:spLocks noChangeArrowheads="1"/>
          </p:cNvSpPr>
          <p:nvPr/>
        </p:nvSpPr>
        <p:spPr bwMode="auto">
          <a:xfrm>
            <a:off x="4691063" y="3114675"/>
            <a:ext cx="665162" cy="635000"/>
          </a:xfrm>
          <a:prstGeom prst="rect">
            <a:avLst/>
          </a:prstGeom>
          <a:noFill/>
          <a:ln w="6350">
            <a:solidFill>
              <a:srgbClr val="808080"/>
            </a:solidFill>
            <a:miter lim="800000"/>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227" name="Rectangle 187"/>
          <p:cNvSpPr>
            <a:spLocks noChangeArrowheads="1"/>
          </p:cNvSpPr>
          <p:nvPr/>
        </p:nvSpPr>
        <p:spPr bwMode="auto">
          <a:xfrm>
            <a:off x="4691063" y="2287588"/>
            <a:ext cx="665162" cy="6365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228" name="Rectangle 188"/>
          <p:cNvSpPr>
            <a:spLocks noChangeArrowheads="1"/>
          </p:cNvSpPr>
          <p:nvPr/>
        </p:nvSpPr>
        <p:spPr bwMode="auto">
          <a:xfrm>
            <a:off x="4910138" y="2328863"/>
            <a:ext cx="2540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1.4.2</a:t>
            </a:r>
            <a:endParaRPr lang="en-US" altLang="zh-CN" sz="4000">
              <a:solidFill>
                <a:schemeClr val="tx2"/>
              </a:solidFill>
              <a:latin typeface="Futura Hv" pitchFamily="34" charset="0"/>
            </a:endParaRPr>
          </a:p>
        </p:txBody>
      </p:sp>
      <p:sp>
        <p:nvSpPr>
          <p:cNvPr id="87229" name="Rectangle 189"/>
          <p:cNvSpPr>
            <a:spLocks noChangeArrowheads="1"/>
          </p:cNvSpPr>
          <p:nvPr/>
        </p:nvSpPr>
        <p:spPr bwMode="auto">
          <a:xfrm>
            <a:off x="4794250" y="2468563"/>
            <a:ext cx="5016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Discovery</a:t>
            </a:r>
            <a:endParaRPr lang="en-US" altLang="zh-CN" sz="4000">
              <a:solidFill>
                <a:schemeClr val="tx2"/>
              </a:solidFill>
              <a:latin typeface="Futura Hv" pitchFamily="34" charset="0"/>
            </a:endParaRPr>
          </a:p>
        </p:txBody>
      </p:sp>
      <p:sp>
        <p:nvSpPr>
          <p:cNvPr id="87230" name="Rectangle 190"/>
          <p:cNvSpPr>
            <a:spLocks noChangeArrowheads="1"/>
          </p:cNvSpPr>
          <p:nvPr/>
        </p:nvSpPr>
        <p:spPr bwMode="auto">
          <a:xfrm>
            <a:off x="4884738" y="2609850"/>
            <a:ext cx="3111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Filters</a:t>
            </a:r>
            <a:endParaRPr lang="en-US" altLang="zh-CN" sz="4000">
              <a:solidFill>
                <a:schemeClr val="tx2"/>
              </a:solidFill>
              <a:latin typeface="Futura Hv" pitchFamily="34" charset="0"/>
            </a:endParaRPr>
          </a:p>
        </p:txBody>
      </p:sp>
      <p:sp>
        <p:nvSpPr>
          <p:cNvPr id="87231" name="Rectangle 191"/>
          <p:cNvSpPr>
            <a:spLocks noChangeArrowheads="1"/>
          </p:cNvSpPr>
          <p:nvPr/>
        </p:nvSpPr>
        <p:spPr bwMode="auto">
          <a:xfrm>
            <a:off x="4675188" y="2751138"/>
            <a:ext cx="7239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Customization</a:t>
            </a:r>
            <a:endParaRPr lang="en-US" altLang="zh-CN" sz="4000">
              <a:solidFill>
                <a:schemeClr val="tx2"/>
              </a:solidFill>
              <a:latin typeface="Futura Hv" pitchFamily="34" charset="0"/>
            </a:endParaRPr>
          </a:p>
        </p:txBody>
      </p:sp>
      <p:sp>
        <p:nvSpPr>
          <p:cNvPr id="87232" name="Rectangle 192"/>
          <p:cNvSpPr>
            <a:spLocks noChangeArrowheads="1"/>
          </p:cNvSpPr>
          <p:nvPr/>
        </p:nvSpPr>
        <p:spPr bwMode="auto">
          <a:xfrm>
            <a:off x="4691063" y="2287588"/>
            <a:ext cx="665162" cy="636587"/>
          </a:xfrm>
          <a:prstGeom prst="rect">
            <a:avLst/>
          </a:prstGeom>
          <a:noFill/>
          <a:ln w="6350">
            <a:solidFill>
              <a:srgbClr val="808080"/>
            </a:solidFill>
            <a:miter lim="800000"/>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233" name="Line 193"/>
          <p:cNvSpPr>
            <a:spLocks noChangeShapeType="1"/>
          </p:cNvSpPr>
          <p:nvPr/>
        </p:nvSpPr>
        <p:spPr bwMode="auto">
          <a:xfrm>
            <a:off x="5761038" y="2924175"/>
            <a:ext cx="1587" cy="187325"/>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234" name="Line 194"/>
          <p:cNvSpPr>
            <a:spLocks noChangeShapeType="1"/>
          </p:cNvSpPr>
          <p:nvPr/>
        </p:nvSpPr>
        <p:spPr bwMode="auto">
          <a:xfrm>
            <a:off x="5761038" y="3749675"/>
            <a:ext cx="1587" cy="187325"/>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235" name="Line 195"/>
          <p:cNvSpPr>
            <a:spLocks noChangeShapeType="1"/>
          </p:cNvSpPr>
          <p:nvPr/>
        </p:nvSpPr>
        <p:spPr bwMode="auto">
          <a:xfrm>
            <a:off x="5761038" y="4575175"/>
            <a:ext cx="1587" cy="187325"/>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236" name="Rectangle 196"/>
          <p:cNvSpPr>
            <a:spLocks noChangeArrowheads="1"/>
          </p:cNvSpPr>
          <p:nvPr/>
        </p:nvSpPr>
        <p:spPr bwMode="auto">
          <a:xfrm>
            <a:off x="5475288" y="4765675"/>
            <a:ext cx="574675" cy="635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237" name="Rectangle 197"/>
          <p:cNvSpPr>
            <a:spLocks noChangeArrowheads="1"/>
          </p:cNvSpPr>
          <p:nvPr/>
        </p:nvSpPr>
        <p:spPr bwMode="auto">
          <a:xfrm>
            <a:off x="5599113" y="4806950"/>
            <a:ext cx="4254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1.4.3.3</a:t>
            </a:r>
            <a:endParaRPr lang="en-US" altLang="zh-CN" sz="4000">
              <a:solidFill>
                <a:schemeClr val="tx2"/>
              </a:solidFill>
              <a:latin typeface="Futura Hv" pitchFamily="34" charset="0"/>
            </a:endParaRPr>
          </a:p>
        </p:txBody>
      </p:sp>
      <p:sp>
        <p:nvSpPr>
          <p:cNvPr id="87238" name="Rectangle 198"/>
          <p:cNvSpPr>
            <a:spLocks noChangeArrowheads="1"/>
          </p:cNvSpPr>
          <p:nvPr/>
        </p:nvSpPr>
        <p:spPr bwMode="auto">
          <a:xfrm>
            <a:off x="5421313" y="4946650"/>
            <a:ext cx="7112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Tune Network</a:t>
            </a:r>
            <a:endParaRPr lang="en-US" altLang="zh-CN" sz="4000">
              <a:solidFill>
                <a:schemeClr val="tx2"/>
              </a:solidFill>
              <a:latin typeface="Futura Hv" pitchFamily="34" charset="0"/>
            </a:endParaRPr>
          </a:p>
        </p:txBody>
      </p:sp>
      <p:sp>
        <p:nvSpPr>
          <p:cNvPr id="87239" name="Rectangle 199"/>
          <p:cNvSpPr>
            <a:spLocks noChangeArrowheads="1"/>
          </p:cNvSpPr>
          <p:nvPr/>
        </p:nvSpPr>
        <p:spPr bwMode="auto">
          <a:xfrm>
            <a:off x="5441950" y="5087938"/>
            <a:ext cx="6667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Management</a:t>
            </a:r>
            <a:endParaRPr lang="en-US" altLang="zh-CN" sz="4000">
              <a:solidFill>
                <a:schemeClr val="tx2"/>
              </a:solidFill>
              <a:latin typeface="Futura Hv" pitchFamily="34" charset="0"/>
            </a:endParaRPr>
          </a:p>
        </p:txBody>
      </p:sp>
      <p:sp>
        <p:nvSpPr>
          <p:cNvPr id="87240" name="Rectangle 200"/>
          <p:cNvSpPr>
            <a:spLocks noChangeArrowheads="1"/>
          </p:cNvSpPr>
          <p:nvPr/>
        </p:nvSpPr>
        <p:spPr bwMode="auto">
          <a:xfrm>
            <a:off x="5449888" y="5227638"/>
            <a:ext cx="6540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Performance</a:t>
            </a:r>
            <a:endParaRPr lang="en-US" altLang="zh-CN" sz="4000">
              <a:solidFill>
                <a:schemeClr val="tx2"/>
              </a:solidFill>
              <a:latin typeface="Futura Hv" pitchFamily="34" charset="0"/>
            </a:endParaRPr>
          </a:p>
        </p:txBody>
      </p:sp>
      <p:sp>
        <p:nvSpPr>
          <p:cNvPr id="87241" name="Rectangle 201"/>
          <p:cNvSpPr>
            <a:spLocks noChangeArrowheads="1"/>
          </p:cNvSpPr>
          <p:nvPr/>
        </p:nvSpPr>
        <p:spPr bwMode="auto">
          <a:xfrm>
            <a:off x="5475288" y="4765675"/>
            <a:ext cx="574675" cy="635000"/>
          </a:xfrm>
          <a:prstGeom prst="rect">
            <a:avLst/>
          </a:prstGeom>
          <a:noFill/>
          <a:ln w="6350">
            <a:solidFill>
              <a:srgbClr val="808080"/>
            </a:solidFill>
            <a:miter lim="800000"/>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242" name="Rectangle 202"/>
          <p:cNvSpPr>
            <a:spLocks noChangeArrowheads="1"/>
          </p:cNvSpPr>
          <p:nvPr/>
        </p:nvSpPr>
        <p:spPr bwMode="auto">
          <a:xfrm>
            <a:off x="5464175" y="3938588"/>
            <a:ext cx="593725" cy="6365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243" name="Rectangle 203"/>
          <p:cNvSpPr>
            <a:spLocks noChangeArrowheads="1"/>
          </p:cNvSpPr>
          <p:nvPr/>
        </p:nvSpPr>
        <p:spPr bwMode="auto">
          <a:xfrm>
            <a:off x="5599113" y="3981450"/>
            <a:ext cx="4381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1.4.3.2</a:t>
            </a:r>
            <a:endParaRPr lang="en-US" altLang="zh-CN" sz="4000">
              <a:solidFill>
                <a:schemeClr val="tx2"/>
              </a:solidFill>
              <a:latin typeface="Futura Hv" pitchFamily="34" charset="0"/>
            </a:endParaRPr>
          </a:p>
        </p:txBody>
      </p:sp>
      <p:sp>
        <p:nvSpPr>
          <p:cNvPr id="87244" name="Rectangle 204"/>
          <p:cNvSpPr>
            <a:spLocks noChangeArrowheads="1"/>
          </p:cNvSpPr>
          <p:nvPr/>
        </p:nvSpPr>
        <p:spPr bwMode="auto">
          <a:xfrm>
            <a:off x="5505450" y="4121150"/>
            <a:ext cx="5334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Implement</a:t>
            </a:r>
            <a:endParaRPr lang="en-US" altLang="zh-CN" sz="4000">
              <a:solidFill>
                <a:schemeClr val="tx2"/>
              </a:solidFill>
              <a:latin typeface="Futura Hv" pitchFamily="34" charset="0"/>
            </a:endParaRPr>
          </a:p>
        </p:txBody>
      </p:sp>
      <p:sp>
        <p:nvSpPr>
          <p:cNvPr id="87245" name="Rectangle 205"/>
          <p:cNvSpPr>
            <a:spLocks noChangeArrowheads="1"/>
          </p:cNvSpPr>
          <p:nvPr/>
        </p:nvSpPr>
        <p:spPr bwMode="auto">
          <a:xfrm>
            <a:off x="5667375" y="4260850"/>
            <a:ext cx="2222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Map</a:t>
            </a:r>
            <a:endParaRPr lang="en-US" altLang="zh-CN" sz="4000">
              <a:solidFill>
                <a:schemeClr val="tx2"/>
              </a:solidFill>
              <a:latin typeface="Futura Hv" pitchFamily="34" charset="0"/>
            </a:endParaRPr>
          </a:p>
        </p:txBody>
      </p:sp>
      <p:sp>
        <p:nvSpPr>
          <p:cNvPr id="87246" name="Rectangle 206"/>
          <p:cNvSpPr>
            <a:spLocks noChangeArrowheads="1"/>
          </p:cNvSpPr>
          <p:nvPr/>
        </p:nvSpPr>
        <p:spPr bwMode="auto">
          <a:xfrm>
            <a:off x="5414963" y="4402138"/>
            <a:ext cx="72548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Customization</a:t>
            </a:r>
            <a:endParaRPr lang="en-US" altLang="zh-CN" sz="4000">
              <a:solidFill>
                <a:schemeClr val="tx2"/>
              </a:solidFill>
              <a:latin typeface="Futura Hv" pitchFamily="34" charset="0"/>
            </a:endParaRPr>
          </a:p>
        </p:txBody>
      </p:sp>
      <p:sp>
        <p:nvSpPr>
          <p:cNvPr id="87247" name="Rectangle 207"/>
          <p:cNvSpPr>
            <a:spLocks noChangeArrowheads="1"/>
          </p:cNvSpPr>
          <p:nvPr/>
        </p:nvSpPr>
        <p:spPr bwMode="auto">
          <a:xfrm>
            <a:off x="5464175" y="3938588"/>
            <a:ext cx="593725" cy="636587"/>
          </a:xfrm>
          <a:prstGeom prst="rect">
            <a:avLst/>
          </a:prstGeom>
          <a:noFill/>
          <a:ln w="6350">
            <a:solidFill>
              <a:srgbClr val="808080"/>
            </a:solidFill>
            <a:miter lim="800000"/>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248" name="Rectangle 208"/>
          <p:cNvSpPr>
            <a:spLocks noChangeArrowheads="1"/>
          </p:cNvSpPr>
          <p:nvPr/>
        </p:nvSpPr>
        <p:spPr bwMode="auto">
          <a:xfrm>
            <a:off x="5427663" y="3114675"/>
            <a:ext cx="666750" cy="635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249" name="Rectangle 209"/>
          <p:cNvSpPr>
            <a:spLocks noChangeArrowheads="1"/>
          </p:cNvSpPr>
          <p:nvPr/>
        </p:nvSpPr>
        <p:spPr bwMode="auto">
          <a:xfrm>
            <a:off x="5599113" y="3154363"/>
            <a:ext cx="3492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1.4.3.1</a:t>
            </a:r>
            <a:endParaRPr lang="en-US" altLang="zh-CN" sz="4000">
              <a:solidFill>
                <a:schemeClr val="tx2"/>
              </a:solidFill>
              <a:latin typeface="Futura Hv" pitchFamily="34" charset="0"/>
            </a:endParaRPr>
          </a:p>
        </p:txBody>
      </p:sp>
      <p:sp>
        <p:nvSpPr>
          <p:cNvPr id="87250" name="Rectangle 210"/>
          <p:cNvSpPr>
            <a:spLocks noChangeArrowheads="1"/>
          </p:cNvSpPr>
          <p:nvPr/>
        </p:nvSpPr>
        <p:spPr bwMode="auto">
          <a:xfrm>
            <a:off x="5607050" y="3295650"/>
            <a:ext cx="3429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Create</a:t>
            </a:r>
            <a:endParaRPr lang="en-US" altLang="zh-CN" sz="4000">
              <a:solidFill>
                <a:schemeClr val="tx2"/>
              </a:solidFill>
              <a:latin typeface="Futura Hv" pitchFamily="34" charset="0"/>
            </a:endParaRPr>
          </a:p>
        </p:txBody>
      </p:sp>
      <p:sp>
        <p:nvSpPr>
          <p:cNvPr id="87251" name="Rectangle 211"/>
          <p:cNvSpPr>
            <a:spLocks noChangeArrowheads="1"/>
          </p:cNvSpPr>
          <p:nvPr/>
        </p:nvSpPr>
        <p:spPr bwMode="auto">
          <a:xfrm>
            <a:off x="5475288" y="3436938"/>
            <a:ext cx="6032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Map &amp; Perf.</a:t>
            </a:r>
            <a:endParaRPr lang="en-US" altLang="zh-CN" sz="4000">
              <a:solidFill>
                <a:schemeClr val="tx2"/>
              </a:solidFill>
              <a:latin typeface="Futura Hv" pitchFamily="34" charset="0"/>
            </a:endParaRPr>
          </a:p>
        </p:txBody>
      </p:sp>
      <p:sp>
        <p:nvSpPr>
          <p:cNvPr id="87252" name="Rectangle 212"/>
          <p:cNvSpPr>
            <a:spLocks noChangeArrowheads="1"/>
          </p:cNvSpPr>
          <p:nvPr/>
        </p:nvSpPr>
        <p:spPr bwMode="auto">
          <a:xfrm>
            <a:off x="5511800" y="3575050"/>
            <a:ext cx="5207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Document</a:t>
            </a:r>
            <a:endParaRPr lang="en-US" altLang="zh-CN" sz="4000">
              <a:solidFill>
                <a:schemeClr val="tx2"/>
              </a:solidFill>
              <a:latin typeface="Futura Hv" pitchFamily="34" charset="0"/>
            </a:endParaRPr>
          </a:p>
        </p:txBody>
      </p:sp>
      <p:sp>
        <p:nvSpPr>
          <p:cNvPr id="87253" name="Rectangle 213"/>
          <p:cNvSpPr>
            <a:spLocks noChangeArrowheads="1"/>
          </p:cNvSpPr>
          <p:nvPr/>
        </p:nvSpPr>
        <p:spPr bwMode="auto">
          <a:xfrm>
            <a:off x="5427663" y="3114675"/>
            <a:ext cx="666750" cy="635000"/>
          </a:xfrm>
          <a:prstGeom prst="rect">
            <a:avLst/>
          </a:prstGeom>
          <a:noFill/>
          <a:ln w="6350">
            <a:solidFill>
              <a:srgbClr val="808080"/>
            </a:solidFill>
            <a:miter lim="800000"/>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254" name="Rectangle 214"/>
          <p:cNvSpPr>
            <a:spLocks noChangeArrowheads="1"/>
          </p:cNvSpPr>
          <p:nvPr/>
        </p:nvSpPr>
        <p:spPr bwMode="auto">
          <a:xfrm>
            <a:off x="5427663" y="2287588"/>
            <a:ext cx="666750" cy="6365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255" name="Rectangle 215"/>
          <p:cNvSpPr>
            <a:spLocks noChangeArrowheads="1"/>
          </p:cNvSpPr>
          <p:nvPr/>
        </p:nvSpPr>
        <p:spPr bwMode="auto">
          <a:xfrm>
            <a:off x="5648325" y="2328863"/>
            <a:ext cx="2540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1.4.3</a:t>
            </a:r>
            <a:endParaRPr lang="en-US" altLang="zh-CN" sz="4000">
              <a:solidFill>
                <a:schemeClr val="tx2"/>
              </a:solidFill>
              <a:latin typeface="Futura Hv" pitchFamily="34" charset="0"/>
            </a:endParaRPr>
          </a:p>
        </p:txBody>
      </p:sp>
      <p:sp>
        <p:nvSpPr>
          <p:cNvPr id="87256" name="Rectangle 216"/>
          <p:cNvSpPr>
            <a:spLocks noChangeArrowheads="1"/>
          </p:cNvSpPr>
          <p:nvPr/>
        </p:nvSpPr>
        <p:spPr bwMode="auto">
          <a:xfrm>
            <a:off x="5667375" y="2468563"/>
            <a:ext cx="2222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Map</a:t>
            </a:r>
            <a:endParaRPr lang="en-US" altLang="zh-CN" sz="4000">
              <a:solidFill>
                <a:schemeClr val="tx2"/>
              </a:solidFill>
              <a:latin typeface="Futura Hv" pitchFamily="34" charset="0"/>
            </a:endParaRPr>
          </a:p>
        </p:txBody>
      </p:sp>
      <p:sp>
        <p:nvSpPr>
          <p:cNvPr id="87257" name="Rectangle 217"/>
          <p:cNvSpPr>
            <a:spLocks noChangeArrowheads="1"/>
          </p:cNvSpPr>
          <p:nvPr/>
        </p:nvSpPr>
        <p:spPr bwMode="auto">
          <a:xfrm>
            <a:off x="5414963" y="2609850"/>
            <a:ext cx="72548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Customization</a:t>
            </a:r>
            <a:endParaRPr lang="en-US" altLang="zh-CN" sz="4000">
              <a:solidFill>
                <a:schemeClr val="tx2"/>
              </a:solidFill>
              <a:latin typeface="Futura Hv" pitchFamily="34" charset="0"/>
            </a:endParaRPr>
          </a:p>
        </p:txBody>
      </p:sp>
      <p:sp>
        <p:nvSpPr>
          <p:cNvPr id="87258" name="Rectangle 218"/>
          <p:cNvSpPr>
            <a:spLocks noChangeArrowheads="1"/>
          </p:cNvSpPr>
          <p:nvPr/>
        </p:nvSpPr>
        <p:spPr bwMode="auto">
          <a:xfrm>
            <a:off x="5603875" y="2751138"/>
            <a:ext cx="354013"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Rollout</a:t>
            </a:r>
            <a:endParaRPr lang="en-US" altLang="zh-CN" sz="4000">
              <a:solidFill>
                <a:schemeClr val="tx2"/>
              </a:solidFill>
              <a:latin typeface="Futura Hv" pitchFamily="34" charset="0"/>
            </a:endParaRPr>
          </a:p>
        </p:txBody>
      </p:sp>
      <p:sp>
        <p:nvSpPr>
          <p:cNvPr id="87259" name="Rectangle 219"/>
          <p:cNvSpPr>
            <a:spLocks noChangeArrowheads="1"/>
          </p:cNvSpPr>
          <p:nvPr/>
        </p:nvSpPr>
        <p:spPr bwMode="auto">
          <a:xfrm>
            <a:off x="5427663" y="2287588"/>
            <a:ext cx="666750" cy="636587"/>
          </a:xfrm>
          <a:prstGeom prst="rect">
            <a:avLst/>
          </a:prstGeom>
          <a:noFill/>
          <a:ln w="6350">
            <a:solidFill>
              <a:srgbClr val="808080"/>
            </a:solidFill>
            <a:miter lim="800000"/>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260" name="Line 220"/>
          <p:cNvSpPr>
            <a:spLocks noChangeShapeType="1"/>
          </p:cNvSpPr>
          <p:nvPr/>
        </p:nvSpPr>
        <p:spPr bwMode="auto">
          <a:xfrm>
            <a:off x="6245225" y="2924175"/>
            <a:ext cx="1588" cy="508000"/>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261" name="Line 221"/>
          <p:cNvSpPr>
            <a:spLocks noChangeShapeType="1"/>
          </p:cNvSpPr>
          <p:nvPr/>
        </p:nvSpPr>
        <p:spPr bwMode="auto">
          <a:xfrm>
            <a:off x="6245225" y="3432175"/>
            <a:ext cx="69850" cy="1588"/>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262" name="Line 222"/>
          <p:cNvSpPr>
            <a:spLocks noChangeShapeType="1"/>
          </p:cNvSpPr>
          <p:nvPr/>
        </p:nvSpPr>
        <p:spPr bwMode="auto">
          <a:xfrm>
            <a:off x="6245225" y="4133850"/>
            <a:ext cx="69850" cy="1588"/>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263" name="Line 223"/>
          <p:cNvSpPr>
            <a:spLocks noChangeShapeType="1"/>
          </p:cNvSpPr>
          <p:nvPr/>
        </p:nvSpPr>
        <p:spPr bwMode="auto">
          <a:xfrm>
            <a:off x="6245225" y="4835525"/>
            <a:ext cx="69850" cy="1588"/>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264" name="Line 224"/>
          <p:cNvSpPr>
            <a:spLocks noChangeShapeType="1"/>
          </p:cNvSpPr>
          <p:nvPr/>
        </p:nvSpPr>
        <p:spPr bwMode="auto">
          <a:xfrm>
            <a:off x="6245225" y="5537200"/>
            <a:ext cx="69850" cy="1588"/>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265" name="Freeform 225"/>
          <p:cNvSpPr/>
          <p:nvPr/>
        </p:nvSpPr>
        <p:spPr bwMode="auto">
          <a:xfrm>
            <a:off x="6245225" y="3432175"/>
            <a:ext cx="1588" cy="2105025"/>
          </a:xfrm>
          <a:custGeom>
            <a:avLst/>
            <a:gdLst>
              <a:gd name="T0" fmla="*/ 0 w 1588"/>
              <a:gd name="T1" fmla="*/ 0 h 1317"/>
              <a:gd name="T2" fmla="*/ 0 w 1588"/>
              <a:gd name="T3" fmla="*/ 2147483646 h 1317"/>
              <a:gd name="T4" fmla="*/ 0 w 1588"/>
              <a:gd name="T5" fmla="*/ 2147483646 h 1317"/>
              <a:gd name="T6" fmla="*/ 0 w 1588"/>
              <a:gd name="T7" fmla="*/ 2147483646 h 13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88" h="1317">
                <a:moveTo>
                  <a:pt x="0" y="0"/>
                </a:moveTo>
                <a:lnTo>
                  <a:pt x="0" y="439"/>
                </a:lnTo>
                <a:lnTo>
                  <a:pt x="0" y="878"/>
                </a:lnTo>
                <a:lnTo>
                  <a:pt x="0" y="1317"/>
                </a:lnTo>
              </a:path>
            </a:pathLst>
          </a:custGeom>
          <a:noFill/>
          <a:ln w="6350">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7266" name="Rectangle 226"/>
          <p:cNvSpPr>
            <a:spLocks noChangeArrowheads="1"/>
          </p:cNvSpPr>
          <p:nvPr/>
        </p:nvSpPr>
        <p:spPr bwMode="auto">
          <a:xfrm>
            <a:off x="6316663" y="3114675"/>
            <a:ext cx="666750" cy="635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267" name="Rectangle 227"/>
          <p:cNvSpPr>
            <a:spLocks noChangeArrowheads="1"/>
          </p:cNvSpPr>
          <p:nvPr/>
        </p:nvSpPr>
        <p:spPr bwMode="auto">
          <a:xfrm>
            <a:off x="6486525" y="3154363"/>
            <a:ext cx="4381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1.4.4.1</a:t>
            </a:r>
            <a:endParaRPr lang="en-US" altLang="zh-CN" sz="4000">
              <a:solidFill>
                <a:schemeClr val="tx2"/>
              </a:solidFill>
              <a:latin typeface="Futura Hv" pitchFamily="34" charset="0"/>
            </a:endParaRPr>
          </a:p>
        </p:txBody>
      </p:sp>
      <p:sp>
        <p:nvSpPr>
          <p:cNvPr id="87268" name="Rectangle 228"/>
          <p:cNvSpPr>
            <a:spLocks noChangeArrowheads="1"/>
          </p:cNvSpPr>
          <p:nvPr/>
        </p:nvSpPr>
        <p:spPr bwMode="auto">
          <a:xfrm>
            <a:off x="6518275" y="3295650"/>
            <a:ext cx="2984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Install</a:t>
            </a:r>
            <a:endParaRPr lang="en-US" altLang="zh-CN" sz="4000">
              <a:solidFill>
                <a:schemeClr val="tx2"/>
              </a:solidFill>
              <a:latin typeface="Futura Hv" pitchFamily="34" charset="0"/>
            </a:endParaRPr>
          </a:p>
        </p:txBody>
      </p:sp>
      <p:sp>
        <p:nvSpPr>
          <p:cNvPr id="87269" name="Rectangle 229"/>
          <p:cNvSpPr>
            <a:spLocks noChangeArrowheads="1"/>
          </p:cNvSpPr>
          <p:nvPr/>
        </p:nvSpPr>
        <p:spPr bwMode="auto">
          <a:xfrm>
            <a:off x="6343650" y="3436938"/>
            <a:ext cx="6477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NerveCenter</a:t>
            </a:r>
            <a:endParaRPr lang="en-US" altLang="zh-CN" sz="4000">
              <a:solidFill>
                <a:schemeClr val="tx2"/>
              </a:solidFill>
              <a:latin typeface="Futura Hv" pitchFamily="34" charset="0"/>
            </a:endParaRPr>
          </a:p>
        </p:txBody>
      </p:sp>
      <p:sp>
        <p:nvSpPr>
          <p:cNvPr id="87270" name="Rectangle 230"/>
          <p:cNvSpPr>
            <a:spLocks noChangeArrowheads="1"/>
          </p:cNvSpPr>
          <p:nvPr/>
        </p:nvSpPr>
        <p:spPr bwMode="auto">
          <a:xfrm>
            <a:off x="6308725" y="3575050"/>
            <a:ext cx="7112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and NetMetrix</a:t>
            </a:r>
            <a:endParaRPr lang="en-US" altLang="zh-CN" sz="4000">
              <a:solidFill>
                <a:schemeClr val="tx2"/>
              </a:solidFill>
              <a:latin typeface="Futura Hv" pitchFamily="34" charset="0"/>
            </a:endParaRPr>
          </a:p>
        </p:txBody>
      </p:sp>
      <p:sp>
        <p:nvSpPr>
          <p:cNvPr id="87271" name="Rectangle 231"/>
          <p:cNvSpPr>
            <a:spLocks noChangeArrowheads="1"/>
          </p:cNvSpPr>
          <p:nvPr/>
        </p:nvSpPr>
        <p:spPr bwMode="auto">
          <a:xfrm>
            <a:off x="6316663" y="3114675"/>
            <a:ext cx="666750" cy="635000"/>
          </a:xfrm>
          <a:prstGeom prst="rect">
            <a:avLst/>
          </a:prstGeom>
          <a:noFill/>
          <a:ln w="6350">
            <a:solidFill>
              <a:srgbClr val="808080"/>
            </a:solidFill>
            <a:miter lim="800000"/>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272" name="Rectangle 232"/>
          <p:cNvSpPr>
            <a:spLocks noChangeArrowheads="1"/>
          </p:cNvSpPr>
          <p:nvPr/>
        </p:nvSpPr>
        <p:spPr bwMode="auto">
          <a:xfrm>
            <a:off x="6316663" y="3816350"/>
            <a:ext cx="666750" cy="635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273" name="Rectangle 233"/>
          <p:cNvSpPr>
            <a:spLocks noChangeArrowheads="1"/>
          </p:cNvSpPr>
          <p:nvPr/>
        </p:nvSpPr>
        <p:spPr bwMode="auto">
          <a:xfrm>
            <a:off x="6486525" y="3856038"/>
            <a:ext cx="4254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1.4.4.2</a:t>
            </a:r>
            <a:endParaRPr lang="en-US" altLang="zh-CN" sz="4000">
              <a:solidFill>
                <a:schemeClr val="tx2"/>
              </a:solidFill>
              <a:latin typeface="Futura Hv" pitchFamily="34" charset="0"/>
            </a:endParaRPr>
          </a:p>
        </p:txBody>
      </p:sp>
      <p:sp>
        <p:nvSpPr>
          <p:cNvPr id="87274" name="Rectangle 234"/>
          <p:cNvSpPr>
            <a:spLocks noChangeArrowheads="1"/>
          </p:cNvSpPr>
          <p:nvPr/>
        </p:nvSpPr>
        <p:spPr bwMode="auto">
          <a:xfrm>
            <a:off x="6518275" y="3997325"/>
            <a:ext cx="2984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Install</a:t>
            </a:r>
            <a:endParaRPr lang="en-US" altLang="zh-CN" sz="4000">
              <a:solidFill>
                <a:schemeClr val="tx2"/>
              </a:solidFill>
              <a:latin typeface="Futura Hv" pitchFamily="34" charset="0"/>
            </a:endParaRPr>
          </a:p>
        </p:txBody>
      </p:sp>
      <p:sp>
        <p:nvSpPr>
          <p:cNvPr id="87275" name="Rectangle 235"/>
          <p:cNvSpPr>
            <a:spLocks noChangeArrowheads="1"/>
          </p:cNvSpPr>
          <p:nvPr/>
        </p:nvSpPr>
        <p:spPr bwMode="auto">
          <a:xfrm>
            <a:off x="6543675" y="4138613"/>
            <a:ext cx="2476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EMS</a:t>
            </a:r>
            <a:endParaRPr lang="en-US" altLang="zh-CN" sz="4000">
              <a:solidFill>
                <a:schemeClr val="tx2"/>
              </a:solidFill>
              <a:latin typeface="Futura Hv" pitchFamily="34" charset="0"/>
            </a:endParaRPr>
          </a:p>
        </p:txBody>
      </p:sp>
      <p:sp>
        <p:nvSpPr>
          <p:cNvPr id="87276" name="Rectangle 236"/>
          <p:cNvSpPr>
            <a:spLocks noChangeArrowheads="1"/>
          </p:cNvSpPr>
          <p:nvPr/>
        </p:nvSpPr>
        <p:spPr bwMode="auto">
          <a:xfrm>
            <a:off x="6554788" y="4278313"/>
            <a:ext cx="2159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S/W</a:t>
            </a:r>
            <a:endParaRPr lang="en-US" altLang="zh-CN" sz="4000">
              <a:solidFill>
                <a:schemeClr val="tx2"/>
              </a:solidFill>
              <a:latin typeface="Futura Hv" pitchFamily="34" charset="0"/>
            </a:endParaRPr>
          </a:p>
        </p:txBody>
      </p:sp>
      <p:sp>
        <p:nvSpPr>
          <p:cNvPr id="87277" name="Rectangle 237"/>
          <p:cNvSpPr>
            <a:spLocks noChangeArrowheads="1"/>
          </p:cNvSpPr>
          <p:nvPr/>
        </p:nvSpPr>
        <p:spPr bwMode="auto">
          <a:xfrm>
            <a:off x="6316663" y="3816350"/>
            <a:ext cx="666750" cy="635000"/>
          </a:xfrm>
          <a:prstGeom prst="rect">
            <a:avLst/>
          </a:prstGeom>
          <a:noFill/>
          <a:ln w="6350">
            <a:solidFill>
              <a:srgbClr val="808080"/>
            </a:solidFill>
            <a:miter lim="800000"/>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278" name="Rectangle 238"/>
          <p:cNvSpPr>
            <a:spLocks noChangeArrowheads="1"/>
          </p:cNvSpPr>
          <p:nvPr/>
        </p:nvSpPr>
        <p:spPr bwMode="auto">
          <a:xfrm>
            <a:off x="6316663" y="4518025"/>
            <a:ext cx="666750" cy="636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279" name="Rectangle 239"/>
          <p:cNvSpPr>
            <a:spLocks noChangeArrowheads="1"/>
          </p:cNvSpPr>
          <p:nvPr/>
        </p:nvSpPr>
        <p:spPr bwMode="auto">
          <a:xfrm>
            <a:off x="6486525" y="4559300"/>
            <a:ext cx="4254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1.4.4.3</a:t>
            </a:r>
            <a:endParaRPr lang="en-US" altLang="zh-CN" sz="4000">
              <a:solidFill>
                <a:schemeClr val="tx2"/>
              </a:solidFill>
              <a:latin typeface="Futura Hv" pitchFamily="34" charset="0"/>
            </a:endParaRPr>
          </a:p>
        </p:txBody>
      </p:sp>
      <p:sp>
        <p:nvSpPr>
          <p:cNvPr id="87280" name="Rectangle 240"/>
          <p:cNvSpPr>
            <a:spLocks noChangeArrowheads="1"/>
          </p:cNvSpPr>
          <p:nvPr/>
        </p:nvSpPr>
        <p:spPr bwMode="auto">
          <a:xfrm>
            <a:off x="6403975" y="4699000"/>
            <a:ext cx="5207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Install ITO</a:t>
            </a:r>
            <a:endParaRPr lang="en-US" altLang="zh-CN" sz="4000">
              <a:solidFill>
                <a:schemeClr val="tx2"/>
              </a:solidFill>
              <a:latin typeface="Futura Hv" pitchFamily="34" charset="0"/>
            </a:endParaRPr>
          </a:p>
        </p:txBody>
      </p:sp>
      <p:sp>
        <p:nvSpPr>
          <p:cNvPr id="87281" name="Rectangle 241"/>
          <p:cNvSpPr>
            <a:spLocks noChangeArrowheads="1"/>
          </p:cNvSpPr>
          <p:nvPr/>
        </p:nvSpPr>
        <p:spPr bwMode="auto">
          <a:xfrm>
            <a:off x="6372225" y="4840288"/>
            <a:ext cx="5778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Agents and</a:t>
            </a:r>
            <a:endParaRPr lang="en-US" altLang="zh-CN" sz="4000">
              <a:solidFill>
                <a:schemeClr val="tx2"/>
              </a:solidFill>
              <a:latin typeface="Futura Hv" pitchFamily="34" charset="0"/>
            </a:endParaRPr>
          </a:p>
        </p:txBody>
      </p:sp>
      <p:sp>
        <p:nvSpPr>
          <p:cNvPr id="87282" name="Rectangle 242"/>
          <p:cNvSpPr>
            <a:spLocks noChangeArrowheads="1"/>
          </p:cNvSpPr>
          <p:nvPr/>
        </p:nvSpPr>
        <p:spPr bwMode="auto">
          <a:xfrm>
            <a:off x="6442075" y="4979988"/>
            <a:ext cx="4572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PerfView</a:t>
            </a:r>
            <a:endParaRPr lang="en-US" altLang="zh-CN" sz="4000">
              <a:solidFill>
                <a:schemeClr val="tx2"/>
              </a:solidFill>
              <a:latin typeface="Futura Hv" pitchFamily="34" charset="0"/>
            </a:endParaRPr>
          </a:p>
        </p:txBody>
      </p:sp>
      <p:sp>
        <p:nvSpPr>
          <p:cNvPr id="87283" name="Rectangle 243"/>
          <p:cNvSpPr>
            <a:spLocks noChangeArrowheads="1"/>
          </p:cNvSpPr>
          <p:nvPr/>
        </p:nvSpPr>
        <p:spPr bwMode="auto">
          <a:xfrm>
            <a:off x="6316663" y="4518025"/>
            <a:ext cx="666750" cy="636588"/>
          </a:xfrm>
          <a:prstGeom prst="rect">
            <a:avLst/>
          </a:prstGeom>
          <a:noFill/>
          <a:ln w="6350">
            <a:solidFill>
              <a:srgbClr val="808080"/>
            </a:solidFill>
            <a:miter lim="800000"/>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284" name="Rectangle 244"/>
          <p:cNvSpPr>
            <a:spLocks noChangeArrowheads="1"/>
          </p:cNvSpPr>
          <p:nvPr/>
        </p:nvSpPr>
        <p:spPr bwMode="auto">
          <a:xfrm>
            <a:off x="6316663" y="5219700"/>
            <a:ext cx="666750" cy="636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285" name="Rectangle 245"/>
          <p:cNvSpPr>
            <a:spLocks noChangeArrowheads="1"/>
          </p:cNvSpPr>
          <p:nvPr/>
        </p:nvSpPr>
        <p:spPr bwMode="auto">
          <a:xfrm>
            <a:off x="6486525" y="5260975"/>
            <a:ext cx="4508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1.4.4.4</a:t>
            </a:r>
            <a:endParaRPr lang="en-US" altLang="zh-CN" sz="4000">
              <a:solidFill>
                <a:schemeClr val="tx2"/>
              </a:solidFill>
              <a:latin typeface="Futura Hv" pitchFamily="34" charset="0"/>
            </a:endParaRPr>
          </a:p>
        </p:txBody>
      </p:sp>
      <p:sp>
        <p:nvSpPr>
          <p:cNvPr id="87286" name="Rectangle 246"/>
          <p:cNvSpPr>
            <a:spLocks noChangeArrowheads="1"/>
          </p:cNvSpPr>
          <p:nvPr/>
        </p:nvSpPr>
        <p:spPr bwMode="auto">
          <a:xfrm>
            <a:off x="6416675" y="5400675"/>
            <a:ext cx="4953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HP Demo</a:t>
            </a:r>
            <a:endParaRPr lang="en-US" altLang="zh-CN" sz="4000">
              <a:solidFill>
                <a:schemeClr val="tx2"/>
              </a:solidFill>
              <a:latin typeface="Futura Hv" pitchFamily="34" charset="0"/>
            </a:endParaRPr>
          </a:p>
        </p:txBody>
      </p:sp>
      <p:sp>
        <p:nvSpPr>
          <p:cNvPr id="87287" name="Rectangle 247"/>
          <p:cNvSpPr>
            <a:spLocks noChangeArrowheads="1"/>
          </p:cNvSpPr>
          <p:nvPr/>
        </p:nvSpPr>
        <p:spPr bwMode="auto">
          <a:xfrm>
            <a:off x="6405563" y="5541963"/>
            <a:ext cx="5143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and Client</a:t>
            </a:r>
            <a:endParaRPr lang="en-US" altLang="zh-CN" sz="4000">
              <a:solidFill>
                <a:schemeClr val="tx2"/>
              </a:solidFill>
              <a:latin typeface="Futura Hv" pitchFamily="34" charset="0"/>
            </a:endParaRPr>
          </a:p>
        </p:txBody>
      </p:sp>
      <p:sp>
        <p:nvSpPr>
          <p:cNvPr id="87288" name="Rectangle 248"/>
          <p:cNvSpPr>
            <a:spLocks noChangeArrowheads="1"/>
          </p:cNvSpPr>
          <p:nvPr/>
        </p:nvSpPr>
        <p:spPr bwMode="auto">
          <a:xfrm>
            <a:off x="6364288" y="5681663"/>
            <a:ext cx="5969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Acceptance</a:t>
            </a:r>
            <a:endParaRPr lang="en-US" altLang="zh-CN" sz="4000">
              <a:solidFill>
                <a:schemeClr val="tx2"/>
              </a:solidFill>
              <a:latin typeface="Futura Hv" pitchFamily="34" charset="0"/>
            </a:endParaRPr>
          </a:p>
        </p:txBody>
      </p:sp>
      <p:sp>
        <p:nvSpPr>
          <p:cNvPr id="87289" name="Rectangle 249"/>
          <p:cNvSpPr>
            <a:spLocks noChangeArrowheads="1"/>
          </p:cNvSpPr>
          <p:nvPr/>
        </p:nvSpPr>
        <p:spPr bwMode="auto">
          <a:xfrm>
            <a:off x="6316663" y="5219700"/>
            <a:ext cx="666750" cy="636588"/>
          </a:xfrm>
          <a:prstGeom prst="rect">
            <a:avLst/>
          </a:prstGeom>
          <a:noFill/>
          <a:ln w="6350">
            <a:solidFill>
              <a:srgbClr val="808080"/>
            </a:solidFill>
            <a:miter lim="800000"/>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290" name="Rectangle 250"/>
          <p:cNvSpPr>
            <a:spLocks noChangeArrowheads="1"/>
          </p:cNvSpPr>
          <p:nvPr/>
        </p:nvSpPr>
        <p:spPr bwMode="auto">
          <a:xfrm>
            <a:off x="6167438" y="2287588"/>
            <a:ext cx="665162" cy="6365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291" name="Rectangle 251"/>
          <p:cNvSpPr>
            <a:spLocks noChangeArrowheads="1"/>
          </p:cNvSpPr>
          <p:nvPr/>
        </p:nvSpPr>
        <p:spPr bwMode="auto">
          <a:xfrm>
            <a:off x="6388100" y="2328863"/>
            <a:ext cx="2540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1.4.4</a:t>
            </a:r>
            <a:endParaRPr lang="en-US" altLang="zh-CN" sz="4000">
              <a:solidFill>
                <a:schemeClr val="tx2"/>
              </a:solidFill>
              <a:latin typeface="Futura Hv" pitchFamily="34" charset="0"/>
            </a:endParaRPr>
          </a:p>
        </p:txBody>
      </p:sp>
      <p:sp>
        <p:nvSpPr>
          <p:cNvPr id="87292" name="Rectangle 252"/>
          <p:cNvSpPr>
            <a:spLocks noChangeArrowheads="1"/>
          </p:cNvSpPr>
          <p:nvPr/>
        </p:nvSpPr>
        <p:spPr bwMode="auto">
          <a:xfrm>
            <a:off x="6161088" y="2468563"/>
            <a:ext cx="7112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Addl. Network</a:t>
            </a:r>
            <a:endParaRPr lang="en-US" altLang="zh-CN" sz="4000">
              <a:solidFill>
                <a:schemeClr val="tx2"/>
              </a:solidFill>
              <a:latin typeface="Futura Hv" pitchFamily="34" charset="0"/>
            </a:endParaRPr>
          </a:p>
        </p:txBody>
      </p:sp>
      <p:sp>
        <p:nvSpPr>
          <p:cNvPr id="87293" name="Rectangle 253"/>
          <p:cNvSpPr>
            <a:spLocks noChangeArrowheads="1"/>
          </p:cNvSpPr>
          <p:nvPr/>
        </p:nvSpPr>
        <p:spPr bwMode="auto">
          <a:xfrm>
            <a:off x="6248400" y="2609850"/>
            <a:ext cx="5334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Monitoring</a:t>
            </a:r>
            <a:endParaRPr lang="en-US" altLang="zh-CN" sz="4000">
              <a:solidFill>
                <a:schemeClr val="tx2"/>
              </a:solidFill>
              <a:latin typeface="Futura Hv" pitchFamily="34" charset="0"/>
            </a:endParaRPr>
          </a:p>
        </p:txBody>
      </p:sp>
      <p:sp>
        <p:nvSpPr>
          <p:cNvPr id="87294" name="Rectangle 254"/>
          <p:cNvSpPr>
            <a:spLocks noChangeArrowheads="1"/>
          </p:cNvSpPr>
          <p:nvPr/>
        </p:nvSpPr>
        <p:spPr bwMode="auto">
          <a:xfrm>
            <a:off x="6129338" y="2751138"/>
            <a:ext cx="7620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SW Installation</a:t>
            </a:r>
            <a:endParaRPr lang="en-US" altLang="zh-CN" sz="4000">
              <a:solidFill>
                <a:schemeClr val="tx2"/>
              </a:solidFill>
              <a:latin typeface="Futura Hv" pitchFamily="34" charset="0"/>
            </a:endParaRPr>
          </a:p>
        </p:txBody>
      </p:sp>
      <p:sp>
        <p:nvSpPr>
          <p:cNvPr id="87295" name="Rectangle 255"/>
          <p:cNvSpPr>
            <a:spLocks noChangeArrowheads="1"/>
          </p:cNvSpPr>
          <p:nvPr/>
        </p:nvSpPr>
        <p:spPr bwMode="auto">
          <a:xfrm>
            <a:off x="6167438" y="2287588"/>
            <a:ext cx="665162" cy="636587"/>
          </a:xfrm>
          <a:prstGeom prst="rect">
            <a:avLst/>
          </a:prstGeom>
          <a:noFill/>
          <a:ln w="6350">
            <a:solidFill>
              <a:srgbClr val="808080"/>
            </a:solidFill>
            <a:miter lim="800000"/>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296" name="Line 256"/>
          <p:cNvSpPr>
            <a:spLocks noChangeShapeType="1"/>
          </p:cNvSpPr>
          <p:nvPr/>
        </p:nvSpPr>
        <p:spPr bwMode="auto">
          <a:xfrm>
            <a:off x="7056438" y="2924175"/>
            <a:ext cx="1587" cy="508000"/>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297" name="Line 257"/>
          <p:cNvSpPr>
            <a:spLocks noChangeShapeType="1"/>
          </p:cNvSpPr>
          <p:nvPr/>
        </p:nvSpPr>
        <p:spPr bwMode="auto">
          <a:xfrm>
            <a:off x="7056438" y="3432175"/>
            <a:ext cx="66675" cy="1588"/>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298" name="Line 258"/>
          <p:cNvSpPr>
            <a:spLocks noChangeShapeType="1"/>
          </p:cNvSpPr>
          <p:nvPr/>
        </p:nvSpPr>
        <p:spPr bwMode="auto">
          <a:xfrm>
            <a:off x="7056438" y="4133850"/>
            <a:ext cx="66675" cy="1588"/>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299" name="Line 259"/>
          <p:cNvSpPr>
            <a:spLocks noChangeShapeType="1"/>
          </p:cNvSpPr>
          <p:nvPr/>
        </p:nvSpPr>
        <p:spPr bwMode="auto">
          <a:xfrm>
            <a:off x="7056438" y="4835525"/>
            <a:ext cx="66675" cy="1588"/>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300" name="Freeform 260"/>
          <p:cNvSpPr/>
          <p:nvPr/>
        </p:nvSpPr>
        <p:spPr bwMode="auto">
          <a:xfrm>
            <a:off x="7056438" y="3432175"/>
            <a:ext cx="1587" cy="1403350"/>
          </a:xfrm>
          <a:custGeom>
            <a:avLst/>
            <a:gdLst>
              <a:gd name="T0" fmla="*/ 0 w 1587"/>
              <a:gd name="T1" fmla="*/ 0 h 878"/>
              <a:gd name="T2" fmla="*/ 0 w 1587"/>
              <a:gd name="T3" fmla="*/ 2147483646 h 878"/>
              <a:gd name="T4" fmla="*/ 0 w 1587"/>
              <a:gd name="T5" fmla="*/ 2147483646 h 878"/>
              <a:gd name="T6" fmla="*/ 0 60000 65536"/>
              <a:gd name="T7" fmla="*/ 0 60000 65536"/>
              <a:gd name="T8" fmla="*/ 0 60000 65536"/>
            </a:gdLst>
            <a:ahLst/>
            <a:cxnLst>
              <a:cxn ang="T6">
                <a:pos x="T0" y="T1"/>
              </a:cxn>
              <a:cxn ang="T7">
                <a:pos x="T2" y="T3"/>
              </a:cxn>
              <a:cxn ang="T8">
                <a:pos x="T4" y="T5"/>
              </a:cxn>
            </a:cxnLst>
            <a:rect l="0" t="0" r="r" b="b"/>
            <a:pathLst>
              <a:path w="1587" h="878">
                <a:moveTo>
                  <a:pt x="0" y="0"/>
                </a:moveTo>
                <a:lnTo>
                  <a:pt x="0" y="439"/>
                </a:lnTo>
                <a:lnTo>
                  <a:pt x="0" y="878"/>
                </a:lnTo>
              </a:path>
            </a:pathLst>
          </a:custGeom>
          <a:noFill/>
          <a:ln w="6350">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7301" name="Rectangle 261"/>
          <p:cNvSpPr>
            <a:spLocks noChangeArrowheads="1"/>
          </p:cNvSpPr>
          <p:nvPr/>
        </p:nvSpPr>
        <p:spPr bwMode="auto">
          <a:xfrm>
            <a:off x="7124700" y="3114675"/>
            <a:ext cx="666750" cy="635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302" name="Rectangle 262"/>
          <p:cNvSpPr>
            <a:spLocks noChangeArrowheads="1"/>
          </p:cNvSpPr>
          <p:nvPr/>
        </p:nvSpPr>
        <p:spPr bwMode="auto">
          <a:xfrm>
            <a:off x="7296150" y="3154363"/>
            <a:ext cx="350838"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1.4.5.1</a:t>
            </a:r>
            <a:endParaRPr lang="en-US" altLang="zh-CN" sz="4000">
              <a:solidFill>
                <a:schemeClr val="tx2"/>
              </a:solidFill>
              <a:latin typeface="Futura Hv" pitchFamily="34" charset="0"/>
            </a:endParaRPr>
          </a:p>
        </p:txBody>
      </p:sp>
      <p:sp>
        <p:nvSpPr>
          <p:cNvPr id="87303" name="Rectangle 263"/>
          <p:cNvSpPr>
            <a:spLocks noChangeArrowheads="1"/>
          </p:cNvSpPr>
          <p:nvPr/>
        </p:nvSpPr>
        <p:spPr bwMode="auto">
          <a:xfrm>
            <a:off x="7208838" y="3295650"/>
            <a:ext cx="5207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Document</a:t>
            </a:r>
            <a:endParaRPr lang="en-US" altLang="zh-CN" sz="4000">
              <a:solidFill>
                <a:schemeClr val="tx2"/>
              </a:solidFill>
              <a:latin typeface="Futura Hv" pitchFamily="34" charset="0"/>
            </a:endParaRPr>
          </a:p>
        </p:txBody>
      </p:sp>
      <p:sp>
        <p:nvSpPr>
          <p:cNvPr id="87304" name="Rectangle 264"/>
          <p:cNvSpPr>
            <a:spLocks noChangeArrowheads="1"/>
          </p:cNvSpPr>
          <p:nvPr/>
        </p:nvSpPr>
        <p:spPr bwMode="auto">
          <a:xfrm>
            <a:off x="7219950" y="3436938"/>
            <a:ext cx="509588"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Monitored</a:t>
            </a:r>
            <a:endParaRPr lang="en-US" altLang="zh-CN" sz="4000">
              <a:solidFill>
                <a:schemeClr val="tx2"/>
              </a:solidFill>
              <a:latin typeface="Futura Hv" pitchFamily="34" charset="0"/>
            </a:endParaRPr>
          </a:p>
        </p:txBody>
      </p:sp>
      <p:sp>
        <p:nvSpPr>
          <p:cNvPr id="87305" name="Rectangle 265"/>
          <p:cNvSpPr>
            <a:spLocks noChangeArrowheads="1"/>
          </p:cNvSpPr>
          <p:nvPr/>
        </p:nvSpPr>
        <p:spPr bwMode="auto">
          <a:xfrm>
            <a:off x="7167563" y="3575050"/>
            <a:ext cx="6096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Events Plan</a:t>
            </a:r>
            <a:endParaRPr lang="en-US" altLang="zh-CN" sz="4000">
              <a:solidFill>
                <a:schemeClr val="tx2"/>
              </a:solidFill>
              <a:latin typeface="Futura Hv" pitchFamily="34" charset="0"/>
            </a:endParaRPr>
          </a:p>
        </p:txBody>
      </p:sp>
      <p:sp>
        <p:nvSpPr>
          <p:cNvPr id="87306" name="Rectangle 266"/>
          <p:cNvSpPr>
            <a:spLocks noChangeArrowheads="1"/>
          </p:cNvSpPr>
          <p:nvPr/>
        </p:nvSpPr>
        <p:spPr bwMode="auto">
          <a:xfrm>
            <a:off x="7124700" y="3114675"/>
            <a:ext cx="666750" cy="635000"/>
          </a:xfrm>
          <a:prstGeom prst="rect">
            <a:avLst/>
          </a:prstGeom>
          <a:noFill/>
          <a:ln w="6350">
            <a:solidFill>
              <a:srgbClr val="808080"/>
            </a:solidFill>
            <a:miter lim="800000"/>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307" name="Rectangle 267"/>
          <p:cNvSpPr>
            <a:spLocks noChangeArrowheads="1"/>
          </p:cNvSpPr>
          <p:nvPr/>
        </p:nvSpPr>
        <p:spPr bwMode="auto">
          <a:xfrm>
            <a:off x="7124700" y="3816350"/>
            <a:ext cx="666750" cy="635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308" name="Rectangle 268"/>
          <p:cNvSpPr>
            <a:spLocks noChangeArrowheads="1"/>
          </p:cNvSpPr>
          <p:nvPr/>
        </p:nvSpPr>
        <p:spPr bwMode="auto">
          <a:xfrm>
            <a:off x="7296150" y="3856038"/>
            <a:ext cx="4508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1.4.5.2</a:t>
            </a:r>
            <a:endParaRPr lang="en-US" altLang="zh-CN" sz="4000">
              <a:solidFill>
                <a:schemeClr val="tx2"/>
              </a:solidFill>
              <a:latin typeface="Futura Hv" pitchFamily="34" charset="0"/>
            </a:endParaRPr>
          </a:p>
        </p:txBody>
      </p:sp>
      <p:sp>
        <p:nvSpPr>
          <p:cNvPr id="87309" name="Rectangle 269"/>
          <p:cNvSpPr>
            <a:spLocks noChangeArrowheads="1"/>
          </p:cNvSpPr>
          <p:nvPr/>
        </p:nvSpPr>
        <p:spPr bwMode="auto">
          <a:xfrm>
            <a:off x="7202488" y="3997325"/>
            <a:ext cx="5334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Implement</a:t>
            </a:r>
            <a:endParaRPr lang="en-US" altLang="zh-CN" sz="4000">
              <a:solidFill>
                <a:schemeClr val="tx2"/>
              </a:solidFill>
              <a:latin typeface="Futura Hv" pitchFamily="34" charset="0"/>
            </a:endParaRPr>
          </a:p>
        </p:txBody>
      </p:sp>
      <p:sp>
        <p:nvSpPr>
          <p:cNvPr id="87310" name="Rectangle 270"/>
          <p:cNvSpPr>
            <a:spLocks noChangeArrowheads="1"/>
          </p:cNvSpPr>
          <p:nvPr/>
        </p:nvSpPr>
        <p:spPr bwMode="auto">
          <a:xfrm>
            <a:off x="7329488" y="4138613"/>
            <a:ext cx="2921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Event</a:t>
            </a:r>
            <a:endParaRPr lang="en-US" altLang="zh-CN" sz="4000">
              <a:solidFill>
                <a:schemeClr val="tx2"/>
              </a:solidFill>
              <a:latin typeface="Futura Hv" pitchFamily="34" charset="0"/>
            </a:endParaRPr>
          </a:p>
        </p:txBody>
      </p:sp>
      <p:sp>
        <p:nvSpPr>
          <p:cNvPr id="87311" name="Rectangle 271"/>
          <p:cNvSpPr>
            <a:spLocks noChangeArrowheads="1"/>
          </p:cNvSpPr>
          <p:nvPr/>
        </p:nvSpPr>
        <p:spPr bwMode="auto">
          <a:xfrm>
            <a:off x="7137400" y="4278313"/>
            <a:ext cx="6667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Management</a:t>
            </a:r>
            <a:endParaRPr lang="en-US" altLang="zh-CN" sz="4000">
              <a:solidFill>
                <a:schemeClr val="tx2"/>
              </a:solidFill>
              <a:latin typeface="Futura Hv" pitchFamily="34" charset="0"/>
            </a:endParaRPr>
          </a:p>
        </p:txBody>
      </p:sp>
      <p:sp>
        <p:nvSpPr>
          <p:cNvPr id="87312" name="Rectangle 272"/>
          <p:cNvSpPr>
            <a:spLocks noChangeArrowheads="1"/>
          </p:cNvSpPr>
          <p:nvPr/>
        </p:nvSpPr>
        <p:spPr bwMode="auto">
          <a:xfrm>
            <a:off x="7124700" y="3816350"/>
            <a:ext cx="666750" cy="635000"/>
          </a:xfrm>
          <a:prstGeom prst="rect">
            <a:avLst/>
          </a:prstGeom>
          <a:noFill/>
          <a:ln w="6350">
            <a:solidFill>
              <a:srgbClr val="808080"/>
            </a:solidFill>
            <a:miter lim="800000"/>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313" name="Rectangle 273"/>
          <p:cNvSpPr>
            <a:spLocks noChangeArrowheads="1"/>
          </p:cNvSpPr>
          <p:nvPr/>
        </p:nvSpPr>
        <p:spPr bwMode="auto">
          <a:xfrm>
            <a:off x="7124700" y="4518025"/>
            <a:ext cx="666750" cy="636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314" name="Rectangle 274"/>
          <p:cNvSpPr>
            <a:spLocks noChangeArrowheads="1"/>
          </p:cNvSpPr>
          <p:nvPr/>
        </p:nvSpPr>
        <p:spPr bwMode="auto">
          <a:xfrm>
            <a:off x="7296150" y="4559300"/>
            <a:ext cx="4254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1.4.5.3</a:t>
            </a:r>
            <a:endParaRPr lang="en-US" altLang="zh-CN" sz="4000">
              <a:solidFill>
                <a:schemeClr val="tx2"/>
              </a:solidFill>
              <a:latin typeface="Futura Hv" pitchFamily="34" charset="0"/>
            </a:endParaRPr>
          </a:p>
        </p:txBody>
      </p:sp>
      <p:sp>
        <p:nvSpPr>
          <p:cNvPr id="87315" name="Rectangle 275"/>
          <p:cNvSpPr>
            <a:spLocks noChangeArrowheads="1"/>
          </p:cNvSpPr>
          <p:nvPr/>
        </p:nvSpPr>
        <p:spPr bwMode="auto">
          <a:xfrm>
            <a:off x="7069138" y="4699000"/>
            <a:ext cx="8001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Conduct Polling</a:t>
            </a:r>
            <a:endParaRPr lang="en-US" altLang="zh-CN" sz="4000">
              <a:solidFill>
                <a:schemeClr val="tx2"/>
              </a:solidFill>
              <a:latin typeface="Futura Hv" pitchFamily="34" charset="0"/>
            </a:endParaRPr>
          </a:p>
        </p:txBody>
      </p:sp>
      <p:sp>
        <p:nvSpPr>
          <p:cNvPr id="87316" name="Rectangle 276"/>
          <p:cNvSpPr>
            <a:spLocks noChangeArrowheads="1"/>
          </p:cNvSpPr>
          <p:nvPr/>
        </p:nvSpPr>
        <p:spPr bwMode="auto">
          <a:xfrm>
            <a:off x="7094538" y="4840288"/>
            <a:ext cx="7493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&amp; Event Mgmt.</a:t>
            </a:r>
            <a:endParaRPr lang="en-US" altLang="zh-CN" sz="4000">
              <a:solidFill>
                <a:schemeClr val="tx2"/>
              </a:solidFill>
              <a:latin typeface="Futura Hv" pitchFamily="34" charset="0"/>
            </a:endParaRPr>
          </a:p>
        </p:txBody>
      </p:sp>
      <p:sp>
        <p:nvSpPr>
          <p:cNvPr id="87317" name="Rectangle 277"/>
          <p:cNvSpPr>
            <a:spLocks noChangeArrowheads="1"/>
          </p:cNvSpPr>
          <p:nvPr/>
        </p:nvSpPr>
        <p:spPr bwMode="auto">
          <a:xfrm>
            <a:off x="7077075" y="4979988"/>
            <a:ext cx="7810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Demo and Acc.</a:t>
            </a:r>
            <a:endParaRPr lang="en-US" altLang="zh-CN" sz="4000">
              <a:solidFill>
                <a:schemeClr val="tx2"/>
              </a:solidFill>
              <a:latin typeface="Futura Hv" pitchFamily="34" charset="0"/>
            </a:endParaRPr>
          </a:p>
        </p:txBody>
      </p:sp>
      <p:sp>
        <p:nvSpPr>
          <p:cNvPr id="87318" name="Rectangle 278"/>
          <p:cNvSpPr>
            <a:spLocks noChangeArrowheads="1"/>
          </p:cNvSpPr>
          <p:nvPr/>
        </p:nvSpPr>
        <p:spPr bwMode="auto">
          <a:xfrm>
            <a:off x="7124700" y="4518025"/>
            <a:ext cx="666750" cy="636588"/>
          </a:xfrm>
          <a:prstGeom prst="rect">
            <a:avLst/>
          </a:prstGeom>
          <a:noFill/>
          <a:ln w="6350">
            <a:solidFill>
              <a:srgbClr val="808080"/>
            </a:solidFill>
            <a:miter lim="800000"/>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319" name="Rectangle 279"/>
          <p:cNvSpPr>
            <a:spLocks noChangeArrowheads="1"/>
          </p:cNvSpPr>
          <p:nvPr/>
        </p:nvSpPr>
        <p:spPr bwMode="auto">
          <a:xfrm>
            <a:off x="6977063" y="2287588"/>
            <a:ext cx="663575" cy="6365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320" name="Rectangle 280"/>
          <p:cNvSpPr>
            <a:spLocks noChangeArrowheads="1"/>
          </p:cNvSpPr>
          <p:nvPr/>
        </p:nvSpPr>
        <p:spPr bwMode="auto">
          <a:xfrm>
            <a:off x="7196138" y="2328863"/>
            <a:ext cx="2540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1.4.5</a:t>
            </a:r>
            <a:endParaRPr lang="en-US" altLang="zh-CN" sz="4000">
              <a:solidFill>
                <a:schemeClr val="tx2"/>
              </a:solidFill>
              <a:latin typeface="Futura Hv" pitchFamily="34" charset="0"/>
            </a:endParaRPr>
          </a:p>
        </p:txBody>
      </p:sp>
      <p:sp>
        <p:nvSpPr>
          <p:cNvPr id="87321" name="Rectangle 281"/>
          <p:cNvSpPr>
            <a:spLocks noChangeArrowheads="1"/>
          </p:cNvSpPr>
          <p:nvPr/>
        </p:nvSpPr>
        <p:spPr bwMode="auto">
          <a:xfrm>
            <a:off x="7040563" y="2468563"/>
            <a:ext cx="5651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Polling and</a:t>
            </a:r>
            <a:endParaRPr lang="en-US" altLang="zh-CN" sz="4000">
              <a:solidFill>
                <a:schemeClr val="tx2"/>
              </a:solidFill>
              <a:latin typeface="Futura Hv" pitchFamily="34" charset="0"/>
            </a:endParaRPr>
          </a:p>
        </p:txBody>
      </p:sp>
      <p:sp>
        <p:nvSpPr>
          <p:cNvPr id="87322" name="Rectangle 282"/>
          <p:cNvSpPr>
            <a:spLocks noChangeArrowheads="1"/>
          </p:cNvSpPr>
          <p:nvPr/>
        </p:nvSpPr>
        <p:spPr bwMode="auto">
          <a:xfrm>
            <a:off x="6999288" y="2609850"/>
            <a:ext cx="6413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Event Mgmt.</a:t>
            </a:r>
            <a:endParaRPr lang="en-US" altLang="zh-CN" sz="4000">
              <a:solidFill>
                <a:schemeClr val="tx2"/>
              </a:solidFill>
              <a:latin typeface="Futura Hv" pitchFamily="34" charset="0"/>
            </a:endParaRPr>
          </a:p>
        </p:txBody>
      </p:sp>
      <p:sp>
        <p:nvSpPr>
          <p:cNvPr id="87323" name="Rectangle 283"/>
          <p:cNvSpPr>
            <a:spLocks noChangeArrowheads="1"/>
          </p:cNvSpPr>
          <p:nvPr/>
        </p:nvSpPr>
        <p:spPr bwMode="auto">
          <a:xfrm>
            <a:off x="6983413" y="2751138"/>
            <a:ext cx="6794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Configuration</a:t>
            </a:r>
            <a:endParaRPr lang="en-US" altLang="zh-CN" sz="4000">
              <a:solidFill>
                <a:schemeClr val="tx2"/>
              </a:solidFill>
              <a:latin typeface="Futura Hv" pitchFamily="34" charset="0"/>
            </a:endParaRPr>
          </a:p>
        </p:txBody>
      </p:sp>
      <p:sp>
        <p:nvSpPr>
          <p:cNvPr id="87324" name="Rectangle 284"/>
          <p:cNvSpPr>
            <a:spLocks noChangeArrowheads="1"/>
          </p:cNvSpPr>
          <p:nvPr/>
        </p:nvSpPr>
        <p:spPr bwMode="auto">
          <a:xfrm>
            <a:off x="6977063" y="2287588"/>
            <a:ext cx="663575" cy="636587"/>
          </a:xfrm>
          <a:prstGeom prst="rect">
            <a:avLst/>
          </a:prstGeom>
          <a:noFill/>
          <a:ln w="6350">
            <a:solidFill>
              <a:srgbClr val="808080"/>
            </a:solidFill>
            <a:miter lim="800000"/>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325" name="Rectangle 285"/>
          <p:cNvSpPr>
            <a:spLocks noChangeArrowheads="1"/>
          </p:cNvSpPr>
          <p:nvPr/>
        </p:nvSpPr>
        <p:spPr bwMode="auto">
          <a:xfrm>
            <a:off x="7713663" y="2287588"/>
            <a:ext cx="665162" cy="6365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326" name="Rectangle 286"/>
          <p:cNvSpPr>
            <a:spLocks noChangeArrowheads="1"/>
          </p:cNvSpPr>
          <p:nvPr/>
        </p:nvSpPr>
        <p:spPr bwMode="auto">
          <a:xfrm>
            <a:off x="7932738" y="2328863"/>
            <a:ext cx="2540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1.4.6</a:t>
            </a:r>
            <a:endParaRPr lang="en-US" altLang="zh-CN" sz="4000">
              <a:solidFill>
                <a:schemeClr val="tx2"/>
              </a:solidFill>
              <a:latin typeface="Futura Hv" pitchFamily="34" charset="0"/>
            </a:endParaRPr>
          </a:p>
        </p:txBody>
      </p:sp>
      <p:sp>
        <p:nvSpPr>
          <p:cNvPr id="87327" name="Rectangle 287"/>
          <p:cNvSpPr>
            <a:spLocks noChangeArrowheads="1"/>
          </p:cNvSpPr>
          <p:nvPr/>
        </p:nvSpPr>
        <p:spPr bwMode="auto">
          <a:xfrm>
            <a:off x="7772400" y="2468563"/>
            <a:ext cx="5778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NNM Menu</a:t>
            </a:r>
            <a:endParaRPr lang="en-US" altLang="zh-CN" sz="4000">
              <a:solidFill>
                <a:schemeClr val="tx2"/>
              </a:solidFill>
              <a:latin typeface="Futura Hv" pitchFamily="34" charset="0"/>
            </a:endParaRPr>
          </a:p>
        </p:txBody>
      </p:sp>
      <p:sp>
        <p:nvSpPr>
          <p:cNvPr id="87328" name="Rectangle 288"/>
          <p:cNvSpPr>
            <a:spLocks noChangeArrowheads="1"/>
          </p:cNvSpPr>
          <p:nvPr/>
        </p:nvSpPr>
        <p:spPr bwMode="auto">
          <a:xfrm>
            <a:off x="7758113" y="2609850"/>
            <a:ext cx="6032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Bar Product</a:t>
            </a:r>
            <a:endParaRPr lang="en-US" altLang="zh-CN" sz="4000">
              <a:solidFill>
                <a:schemeClr val="tx2"/>
              </a:solidFill>
              <a:latin typeface="Futura Hv" pitchFamily="34" charset="0"/>
            </a:endParaRPr>
          </a:p>
        </p:txBody>
      </p:sp>
      <p:sp>
        <p:nvSpPr>
          <p:cNvPr id="87329" name="Rectangle 289"/>
          <p:cNvSpPr>
            <a:spLocks noChangeArrowheads="1"/>
          </p:cNvSpPr>
          <p:nvPr/>
        </p:nvSpPr>
        <p:spPr bwMode="auto">
          <a:xfrm>
            <a:off x="7791450" y="2751138"/>
            <a:ext cx="538163"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Integration</a:t>
            </a:r>
            <a:endParaRPr lang="en-US" altLang="zh-CN" sz="4000">
              <a:solidFill>
                <a:schemeClr val="tx2"/>
              </a:solidFill>
              <a:latin typeface="Futura Hv" pitchFamily="34" charset="0"/>
            </a:endParaRPr>
          </a:p>
        </p:txBody>
      </p:sp>
      <p:sp>
        <p:nvSpPr>
          <p:cNvPr id="87330" name="Rectangle 290"/>
          <p:cNvSpPr>
            <a:spLocks noChangeArrowheads="1"/>
          </p:cNvSpPr>
          <p:nvPr/>
        </p:nvSpPr>
        <p:spPr bwMode="auto">
          <a:xfrm>
            <a:off x="7713663" y="2287588"/>
            <a:ext cx="665162" cy="636587"/>
          </a:xfrm>
          <a:prstGeom prst="rect">
            <a:avLst/>
          </a:prstGeom>
          <a:noFill/>
          <a:ln w="6350">
            <a:solidFill>
              <a:srgbClr val="808080"/>
            </a:solidFill>
            <a:miter lim="800000"/>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331" name="Line 291"/>
          <p:cNvSpPr>
            <a:spLocks noChangeShapeType="1"/>
          </p:cNvSpPr>
          <p:nvPr/>
        </p:nvSpPr>
        <p:spPr bwMode="auto">
          <a:xfrm flipH="1">
            <a:off x="8534400" y="2162175"/>
            <a:ext cx="9525" cy="1270000"/>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332" name="Line 292"/>
          <p:cNvSpPr>
            <a:spLocks noChangeShapeType="1"/>
          </p:cNvSpPr>
          <p:nvPr/>
        </p:nvSpPr>
        <p:spPr bwMode="auto">
          <a:xfrm>
            <a:off x="8531225" y="3432175"/>
            <a:ext cx="69850" cy="1588"/>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333" name="Line 293"/>
          <p:cNvSpPr>
            <a:spLocks noChangeShapeType="1"/>
          </p:cNvSpPr>
          <p:nvPr/>
        </p:nvSpPr>
        <p:spPr bwMode="auto">
          <a:xfrm>
            <a:off x="8531225" y="4133850"/>
            <a:ext cx="69850" cy="1588"/>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334" name="Line 294"/>
          <p:cNvSpPr>
            <a:spLocks noChangeShapeType="1"/>
          </p:cNvSpPr>
          <p:nvPr/>
        </p:nvSpPr>
        <p:spPr bwMode="auto">
          <a:xfrm>
            <a:off x="8531225" y="4835525"/>
            <a:ext cx="69850" cy="1588"/>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335" name="Freeform 295"/>
          <p:cNvSpPr/>
          <p:nvPr/>
        </p:nvSpPr>
        <p:spPr bwMode="auto">
          <a:xfrm>
            <a:off x="8531225" y="3432175"/>
            <a:ext cx="3175" cy="1403350"/>
          </a:xfrm>
          <a:custGeom>
            <a:avLst/>
            <a:gdLst>
              <a:gd name="T0" fmla="*/ 0 w 3175"/>
              <a:gd name="T1" fmla="*/ 0 h 878"/>
              <a:gd name="T2" fmla="*/ 0 w 3175"/>
              <a:gd name="T3" fmla="*/ 2147483646 h 878"/>
              <a:gd name="T4" fmla="*/ 0 w 3175"/>
              <a:gd name="T5" fmla="*/ 2147483646 h 878"/>
              <a:gd name="T6" fmla="*/ 0 60000 65536"/>
              <a:gd name="T7" fmla="*/ 0 60000 65536"/>
              <a:gd name="T8" fmla="*/ 0 60000 65536"/>
            </a:gdLst>
            <a:ahLst/>
            <a:cxnLst>
              <a:cxn ang="T6">
                <a:pos x="T0" y="T1"/>
              </a:cxn>
              <a:cxn ang="T7">
                <a:pos x="T2" y="T3"/>
              </a:cxn>
              <a:cxn ang="T8">
                <a:pos x="T4" y="T5"/>
              </a:cxn>
            </a:cxnLst>
            <a:rect l="0" t="0" r="r" b="b"/>
            <a:pathLst>
              <a:path w="3175" h="878">
                <a:moveTo>
                  <a:pt x="0" y="0"/>
                </a:moveTo>
                <a:lnTo>
                  <a:pt x="0" y="439"/>
                </a:lnTo>
                <a:lnTo>
                  <a:pt x="0" y="878"/>
                </a:lnTo>
              </a:path>
            </a:pathLst>
          </a:custGeom>
          <a:noFill/>
          <a:ln w="6350">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7336" name="Rectangle 296"/>
          <p:cNvSpPr>
            <a:spLocks noChangeArrowheads="1"/>
          </p:cNvSpPr>
          <p:nvPr/>
        </p:nvSpPr>
        <p:spPr bwMode="auto">
          <a:xfrm>
            <a:off x="8786813" y="3154363"/>
            <a:ext cx="3175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1.11.1</a:t>
            </a:r>
            <a:endParaRPr lang="en-US" altLang="zh-CN" sz="4000">
              <a:solidFill>
                <a:schemeClr val="tx2"/>
              </a:solidFill>
              <a:latin typeface="Futura Hv" pitchFamily="34" charset="0"/>
            </a:endParaRPr>
          </a:p>
        </p:txBody>
      </p:sp>
      <p:sp>
        <p:nvSpPr>
          <p:cNvPr id="87337" name="Rectangle 297"/>
          <p:cNvSpPr>
            <a:spLocks noChangeArrowheads="1"/>
          </p:cNvSpPr>
          <p:nvPr/>
        </p:nvSpPr>
        <p:spPr bwMode="auto">
          <a:xfrm>
            <a:off x="8716963" y="3295650"/>
            <a:ext cx="4635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Establish</a:t>
            </a:r>
            <a:endParaRPr lang="en-US" altLang="zh-CN" sz="4000">
              <a:solidFill>
                <a:schemeClr val="tx2"/>
              </a:solidFill>
              <a:latin typeface="Futura Hv" pitchFamily="34" charset="0"/>
            </a:endParaRPr>
          </a:p>
        </p:txBody>
      </p:sp>
      <p:sp>
        <p:nvSpPr>
          <p:cNvPr id="87338" name="Rectangle 298"/>
          <p:cNvSpPr>
            <a:spLocks noChangeArrowheads="1"/>
          </p:cNvSpPr>
          <p:nvPr/>
        </p:nvSpPr>
        <p:spPr bwMode="auto">
          <a:xfrm>
            <a:off x="8540750" y="3436938"/>
            <a:ext cx="8128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Backup/Restore</a:t>
            </a:r>
            <a:endParaRPr lang="en-US" altLang="zh-CN" sz="4000">
              <a:solidFill>
                <a:schemeClr val="tx2"/>
              </a:solidFill>
              <a:latin typeface="Futura Hv" pitchFamily="34" charset="0"/>
            </a:endParaRPr>
          </a:p>
        </p:txBody>
      </p:sp>
      <p:sp>
        <p:nvSpPr>
          <p:cNvPr id="87339" name="Rectangle 299"/>
          <p:cNvSpPr>
            <a:spLocks noChangeArrowheads="1"/>
          </p:cNvSpPr>
          <p:nvPr/>
        </p:nvSpPr>
        <p:spPr bwMode="auto">
          <a:xfrm>
            <a:off x="8737600" y="3575050"/>
            <a:ext cx="4254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Strategy</a:t>
            </a:r>
            <a:endParaRPr lang="en-US" altLang="zh-CN" sz="4000">
              <a:solidFill>
                <a:schemeClr val="tx2"/>
              </a:solidFill>
              <a:latin typeface="Futura Hv" pitchFamily="34" charset="0"/>
            </a:endParaRPr>
          </a:p>
        </p:txBody>
      </p:sp>
      <p:sp>
        <p:nvSpPr>
          <p:cNvPr id="87340" name="Rectangle 300"/>
          <p:cNvSpPr>
            <a:spLocks noChangeArrowheads="1"/>
          </p:cNvSpPr>
          <p:nvPr/>
        </p:nvSpPr>
        <p:spPr bwMode="auto">
          <a:xfrm>
            <a:off x="8786813" y="3856038"/>
            <a:ext cx="3175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1.11.2</a:t>
            </a:r>
            <a:endParaRPr lang="en-US" altLang="zh-CN" sz="4000">
              <a:solidFill>
                <a:schemeClr val="tx2"/>
              </a:solidFill>
              <a:latin typeface="Futura Hv" pitchFamily="34" charset="0"/>
            </a:endParaRPr>
          </a:p>
        </p:txBody>
      </p:sp>
      <p:sp>
        <p:nvSpPr>
          <p:cNvPr id="87341" name="Rectangle 301"/>
          <p:cNvSpPr>
            <a:spLocks noChangeArrowheads="1"/>
          </p:cNvSpPr>
          <p:nvPr/>
        </p:nvSpPr>
        <p:spPr bwMode="auto">
          <a:xfrm>
            <a:off x="8736013" y="3997325"/>
            <a:ext cx="4254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Produce</a:t>
            </a:r>
            <a:endParaRPr lang="en-US" altLang="zh-CN" sz="4000">
              <a:solidFill>
                <a:schemeClr val="tx2"/>
              </a:solidFill>
              <a:latin typeface="Futura Hv" pitchFamily="34" charset="0"/>
            </a:endParaRPr>
          </a:p>
        </p:txBody>
      </p:sp>
      <p:sp>
        <p:nvSpPr>
          <p:cNvPr id="87342" name="Rectangle 302"/>
          <p:cNvSpPr>
            <a:spLocks noChangeArrowheads="1"/>
          </p:cNvSpPr>
          <p:nvPr/>
        </p:nvSpPr>
        <p:spPr bwMode="auto">
          <a:xfrm>
            <a:off x="8540750" y="4138613"/>
            <a:ext cx="8128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Backup/Restore</a:t>
            </a:r>
            <a:endParaRPr lang="en-US" altLang="zh-CN" sz="4000">
              <a:solidFill>
                <a:schemeClr val="tx2"/>
              </a:solidFill>
              <a:latin typeface="Futura Hv" pitchFamily="34" charset="0"/>
            </a:endParaRPr>
          </a:p>
        </p:txBody>
      </p:sp>
      <p:sp>
        <p:nvSpPr>
          <p:cNvPr id="87343" name="Rectangle 303"/>
          <p:cNvSpPr>
            <a:spLocks noChangeArrowheads="1"/>
          </p:cNvSpPr>
          <p:nvPr/>
        </p:nvSpPr>
        <p:spPr bwMode="auto">
          <a:xfrm>
            <a:off x="8774113" y="4278313"/>
            <a:ext cx="3492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Scripts</a:t>
            </a:r>
            <a:endParaRPr lang="en-US" altLang="zh-CN" sz="4000">
              <a:solidFill>
                <a:schemeClr val="tx2"/>
              </a:solidFill>
              <a:latin typeface="Futura Hv" pitchFamily="34" charset="0"/>
            </a:endParaRPr>
          </a:p>
        </p:txBody>
      </p:sp>
      <p:sp>
        <p:nvSpPr>
          <p:cNvPr id="87344" name="Rectangle 304"/>
          <p:cNvSpPr>
            <a:spLocks noChangeArrowheads="1"/>
          </p:cNvSpPr>
          <p:nvPr/>
        </p:nvSpPr>
        <p:spPr bwMode="auto">
          <a:xfrm>
            <a:off x="8786813" y="4559300"/>
            <a:ext cx="3175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1.11.3</a:t>
            </a:r>
            <a:endParaRPr lang="en-US" altLang="zh-CN" sz="4000">
              <a:solidFill>
                <a:schemeClr val="tx2"/>
              </a:solidFill>
              <a:latin typeface="Futura Hv" pitchFamily="34" charset="0"/>
            </a:endParaRPr>
          </a:p>
        </p:txBody>
      </p:sp>
      <p:sp>
        <p:nvSpPr>
          <p:cNvPr id="87345" name="Rectangle 305"/>
          <p:cNvSpPr>
            <a:spLocks noChangeArrowheads="1"/>
          </p:cNvSpPr>
          <p:nvPr/>
        </p:nvSpPr>
        <p:spPr bwMode="auto">
          <a:xfrm>
            <a:off x="8736013" y="4699000"/>
            <a:ext cx="4254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Produce</a:t>
            </a:r>
            <a:endParaRPr lang="en-US" altLang="zh-CN" sz="4000">
              <a:solidFill>
                <a:schemeClr val="tx2"/>
              </a:solidFill>
              <a:latin typeface="Futura Hv" pitchFamily="34" charset="0"/>
            </a:endParaRPr>
          </a:p>
        </p:txBody>
      </p:sp>
      <p:sp>
        <p:nvSpPr>
          <p:cNvPr id="87346" name="Rectangle 306"/>
          <p:cNvSpPr>
            <a:spLocks noChangeArrowheads="1"/>
          </p:cNvSpPr>
          <p:nvPr/>
        </p:nvSpPr>
        <p:spPr bwMode="auto">
          <a:xfrm>
            <a:off x="8540750" y="4840288"/>
            <a:ext cx="8128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Backup/Restore</a:t>
            </a:r>
            <a:endParaRPr lang="en-US" altLang="zh-CN" sz="4000">
              <a:solidFill>
                <a:schemeClr val="tx2"/>
              </a:solidFill>
              <a:latin typeface="Futura Hv" pitchFamily="34" charset="0"/>
            </a:endParaRPr>
          </a:p>
        </p:txBody>
      </p:sp>
      <p:sp>
        <p:nvSpPr>
          <p:cNvPr id="87347" name="Rectangle 307"/>
          <p:cNvSpPr>
            <a:spLocks noChangeArrowheads="1"/>
          </p:cNvSpPr>
          <p:nvPr/>
        </p:nvSpPr>
        <p:spPr bwMode="auto">
          <a:xfrm>
            <a:off x="8658225" y="4979988"/>
            <a:ext cx="5842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900">
                <a:solidFill>
                  <a:srgbClr val="000000"/>
                </a:solidFill>
                <a:latin typeface="Arial" panose="020B0604020202020204" pitchFamily="34" charset="0"/>
              </a:rPr>
              <a:t>Procedures</a:t>
            </a:r>
            <a:endParaRPr lang="en-US" altLang="zh-CN" sz="4000">
              <a:solidFill>
                <a:schemeClr val="tx2"/>
              </a:solidFill>
              <a:latin typeface="Futura Hv" pitchFamily="34" charset="0"/>
            </a:endParaRPr>
          </a:p>
        </p:txBody>
      </p:sp>
      <p:sp>
        <p:nvSpPr>
          <p:cNvPr id="87348" name="Rectangle 308"/>
          <p:cNvSpPr>
            <a:spLocks noChangeArrowheads="1"/>
          </p:cNvSpPr>
          <p:nvPr/>
        </p:nvSpPr>
        <p:spPr bwMode="auto">
          <a:xfrm>
            <a:off x="4448175" y="598488"/>
            <a:ext cx="1123950" cy="4953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r>
              <a:rPr lang="en-US" altLang="zh-CN" sz="1000">
                <a:solidFill>
                  <a:srgbClr val="000000"/>
                </a:solidFill>
                <a:latin typeface="Futura Hv" pitchFamily="34" charset="0"/>
              </a:rPr>
              <a:t>        1.0</a:t>
            </a:r>
            <a:endParaRPr lang="en-US" altLang="zh-CN" sz="1000">
              <a:solidFill>
                <a:srgbClr val="000000"/>
              </a:solidFill>
              <a:latin typeface="Futura Hv" pitchFamily="34" charset="0"/>
            </a:endParaRPr>
          </a:p>
          <a:p>
            <a:r>
              <a:rPr lang="en-US" altLang="zh-CN" sz="1000">
                <a:solidFill>
                  <a:srgbClr val="000000"/>
                </a:solidFill>
                <a:latin typeface="Futura Hv" pitchFamily="34" charset="0"/>
              </a:rPr>
              <a:t>Enterprise NW management</a:t>
            </a:r>
            <a:endParaRPr lang="en-US" altLang="zh-CN" sz="1000">
              <a:solidFill>
                <a:srgbClr val="000000"/>
              </a:solidFill>
              <a:latin typeface="Futura Hv" pitchFamily="34" charset="0"/>
            </a:endParaRPr>
          </a:p>
        </p:txBody>
      </p:sp>
      <p:sp>
        <p:nvSpPr>
          <p:cNvPr id="87350" name="Rectangle 311"/>
          <p:cNvSpPr>
            <a:spLocks noChangeArrowheads="1"/>
          </p:cNvSpPr>
          <p:nvPr/>
        </p:nvSpPr>
        <p:spPr bwMode="auto">
          <a:xfrm>
            <a:off x="2613025" y="1487488"/>
            <a:ext cx="666750" cy="636587"/>
          </a:xfrm>
          <a:prstGeom prst="rect">
            <a:avLst/>
          </a:prstGeom>
          <a:noFill/>
          <a:ln w="6350">
            <a:solidFill>
              <a:srgbClr val="808080"/>
            </a:solidFill>
            <a:miter lim="800000"/>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endParaRPr lang="en-US" altLang="zh-CN" sz="1000">
              <a:solidFill>
                <a:schemeClr val="tx2"/>
              </a:solidFill>
              <a:latin typeface="Futura Hv" pitchFamily="34" charset="0"/>
            </a:endParaRPr>
          </a:p>
        </p:txBody>
      </p:sp>
      <p:sp>
        <p:nvSpPr>
          <p:cNvPr id="87351" name="Text Box 312"/>
          <p:cNvSpPr txBox="1">
            <a:spLocks noChangeArrowheads="1"/>
          </p:cNvSpPr>
          <p:nvPr/>
        </p:nvSpPr>
        <p:spPr bwMode="gray">
          <a:xfrm>
            <a:off x="1331913" y="1481138"/>
            <a:ext cx="1047750" cy="701675"/>
          </a:xfrm>
          <a:prstGeom prst="rect">
            <a:avLst/>
          </a:prstGeom>
          <a:noFill/>
          <a:ln>
            <a:noFill/>
          </a:ln>
          <a:effectLst/>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1000">
                <a:solidFill>
                  <a:srgbClr val="000000"/>
                </a:solidFill>
                <a:latin typeface="Futura Hv" pitchFamily="34" charset="0"/>
              </a:rPr>
              <a:t>1.2</a:t>
            </a:r>
            <a:endParaRPr lang="en-US" altLang="zh-CN" sz="1000">
              <a:solidFill>
                <a:srgbClr val="000000"/>
              </a:solidFill>
              <a:latin typeface="Futura Hv" pitchFamily="34" charset="0"/>
            </a:endParaRPr>
          </a:p>
          <a:p>
            <a:r>
              <a:rPr lang="en-US" altLang="zh-CN" sz="1000">
                <a:solidFill>
                  <a:srgbClr val="000000"/>
                </a:solidFill>
                <a:latin typeface="Futura Hv" pitchFamily="34" charset="0"/>
              </a:rPr>
              <a:t>Network Mgmt Architecture Design</a:t>
            </a:r>
            <a:endParaRPr lang="en-US" altLang="zh-CN" sz="1000">
              <a:solidFill>
                <a:srgbClr val="000000"/>
              </a:solidFill>
              <a:latin typeface="Futura Hv" pitchFamily="34" charset="0"/>
            </a:endParaRPr>
          </a:p>
        </p:txBody>
      </p:sp>
      <p:sp>
        <p:nvSpPr>
          <p:cNvPr id="87352" name="Rectangle 313"/>
          <p:cNvSpPr>
            <a:spLocks noChangeArrowheads="1"/>
          </p:cNvSpPr>
          <p:nvPr/>
        </p:nvSpPr>
        <p:spPr bwMode="auto">
          <a:xfrm>
            <a:off x="5153025" y="1474788"/>
            <a:ext cx="666750" cy="636587"/>
          </a:xfrm>
          <a:prstGeom prst="rect">
            <a:avLst/>
          </a:prstGeom>
          <a:noFill/>
          <a:ln w="6350">
            <a:solidFill>
              <a:srgbClr val="808080"/>
            </a:solidFill>
            <a:miter lim="800000"/>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353" name="Freeform 314"/>
          <p:cNvSpPr/>
          <p:nvPr/>
        </p:nvSpPr>
        <p:spPr bwMode="auto">
          <a:xfrm flipV="1">
            <a:off x="2514600" y="2144713"/>
            <a:ext cx="795338" cy="42862"/>
          </a:xfrm>
          <a:custGeom>
            <a:avLst/>
            <a:gdLst>
              <a:gd name="T0" fmla="*/ 0 w 4097"/>
              <a:gd name="T1" fmla="*/ 0 h 42862"/>
              <a:gd name="T2" fmla="*/ 2147483646 w 4097"/>
              <a:gd name="T3" fmla="*/ 0 h 42862"/>
              <a:gd name="T4" fmla="*/ 2147483646 w 4097"/>
              <a:gd name="T5" fmla="*/ 0 h 42862"/>
              <a:gd name="T6" fmla="*/ 2147483646 w 4097"/>
              <a:gd name="T7" fmla="*/ 0 h 42862"/>
              <a:gd name="T8" fmla="*/ 2147483646 w 4097"/>
              <a:gd name="T9" fmla="*/ 0 h 42862"/>
              <a:gd name="T10" fmla="*/ 2147483646 w 4097"/>
              <a:gd name="T11" fmla="*/ 0 h 42862"/>
              <a:gd name="T12" fmla="*/ 2147483646 w 4097"/>
              <a:gd name="T13" fmla="*/ 0 h 42862"/>
              <a:gd name="T14" fmla="*/ 2147483646 w 4097"/>
              <a:gd name="T15" fmla="*/ 0 h 42862"/>
              <a:gd name="T16" fmla="*/ 2147483646 w 4097"/>
              <a:gd name="T17" fmla="*/ 0 h 42862"/>
              <a:gd name="T18" fmla="*/ 2147483646 w 4097"/>
              <a:gd name="T19" fmla="*/ 0 h 42862"/>
              <a:gd name="T20" fmla="*/ 2147483646 w 4097"/>
              <a:gd name="T21" fmla="*/ 0 h 42862"/>
              <a:gd name="T22" fmla="*/ 2147483646 w 4097"/>
              <a:gd name="T23" fmla="*/ 0 h 4286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097" h="42862">
                <a:moveTo>
                  <a:pt x="0" y="0"/>
                </a:moveTo>
                <a:lnTo>
                  <a:pt x="420" y="0"/>
                </a:lnTo>
                <a:lnTo>
                  <a:pt x="840" y="0"/>
                </a:lnTo>
                <a:lnTo>
                  <a:pt x="1260" y="0"/>
                </a:lnTo>
                <a:lnTo>
                  <a:pt x="1680" y="0"/>
                </a:lnTo>
                <a:lnTo>
                  <a:pt x="2088" y="0"/>
                </a:lnTo>
                <a:lnTo>
                  <a:pt x="2142" y="0"/>
                </a:lnTo>
                <a:lnTo>
                  <a:pt x="2526" y="0"/>
                </a:lnTo>
                <a:lnTo>
                  <a:pt x="2909" y="0"/>
                </a:lnTo>
                <a:lnTo>
                  <a:pt x="3330" y="0"/>
                </a:lnTo>
                <a:lnTo>
                  <a:pt x="3714" y="0"/>
                </a:lnTo>
                <a:lnTo>
                  <a:pt x="4097" y="0"/>
                </a:lnTo>
              </a:path>
            </a:pathLst>
          </a:custGeom>
          <a:noFill/>
          <a:ln w="6350">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7354" name="Text Box 315"/>
          <p:cNvSpPr txBox="1">
            <a:spLocks noChangeArrowheads="1"/>
          </p:cNvSpPr>
          <p:nvPr/>
        </p:nvSpPr>
        <p:spPr bwMode="gray">
          <a:xfrm>
            <a:off x="2513013" y="1493838"/>
            <a:ext cx="1047750" cy="701675"/>
          </a:xfrm>
          <a:prstGeom prst="rect">
            <a:avLst/>
          </a:prstGeom>
          <a:noFill/>
          <a:ln>
            <a:noFill/>
          </a:ln>
          <a:effectLst/>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1000">
                <a:solidFill>
                  <a:srgbClr val="000000"/>
                </a:solidFill>
                <a:latin typeface="Futura Hv" pitchFamily="34" charset="0"/>
              </a:rPr>
              <a:t>1.3</a:t>
            </a:r>
            <a:endParaRPr lang="en-US" altLang="zh-CN" sz="1000">
              <a:solidFill>
                <a:srgbClr val="000000"/>
              </a:solidFill>
              <a:latin typeface="Futura Hv" pitchFamily="34" charset="0"/>
            </a:endParaRPr>
          </a:p>
          <a:p>
            <a:r>
              <a:rPr lang="en-US" altLang="zh-CN" sz="1000">
                <a:solidFill>
                  <a:srgbClr val="000000"/>
                </a:solidFill>
                <a:latin typeface="Futura Hv" pitchFamily="34" charset="0"/>
              </a:rPr>
              <a:t>HW&amp;SW Proc. &amp; Install EXTERNAL</a:t>
            </a:r>
            <a:endParaRPr lang="en-US" altLang="zh-CN" sz="1000">
              <a:solidFill>
                <a:srgbClr val="000000"/>
              </a:solidFill>
              <a:latin typeface="Futura Hv" pitchFamily="34" charset="0"/>
            </a:endParaRPr>
          </a:p>
        </p:txBody>
      </p:sp>
      <p:sp>
        <p:nvSpPr>
          <p:cNvPr id="87355" name="Line 316"/>
          <p:cNvSpPr>
            <a:spLocks noChangeShapeType="1"/>
          </p:cNvSpPr>
          <p:nvPr/>
        </p:nvSpPr>
        <p:spPr bwMode="gray">
          <a:xfrm>
            <a:off x="2908300" y="2108200"/>
            <a:ext cx="0" cy="6350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87356" name="Freeform 317"/>
          <p:cNvSpPr/>
          <p:nvPr/>
        </p:nvSpPr>
        <p:spPr bwMode="auto">
          <a:xfrm>
            <a:off x="4127500" y="2178050"/>
            <a:ext cx="3919538" cy="42863"/>
          </a:xfrm>
          <a:custGeom>
            <a:avLst/>
            <a:gdLst>
              <a:gd name="T0" fmla="*/ 0 w 4097"/>
              <a:gd name="T1" fmla="*/ 0 h 42863"/>
              <a:gd name="T2" fmla="*/ 2147483646 w 4097"/>
              <a:gd name="T3" fmla="*/ 0 h 42863"/>
              <a:gd name="T4" fmla="*/ 2147483646 w 4097"/>
              <a:gd name="T5" fmla="*/ 0 h 42863"/>
              <a:gd name="T6" fmla="*/ 2147483646 w 4097"/>
              <a:gd name="T7" fmla="*/ 0 h 42863"/>
              <a:gd name="T8" fmla="*/ 2147483646 w 4097"/>
              <a:gd name="T9" fmla="*/ 0 h 42863"/>
              <a:gd name="T10" fmla="*/ 2147483646 w 4097"/>
              <a:gd name="T11" fmla="*/ 0 h 42863"/>
              <a:gd name="T12" fmla="*/ 2147483646 w 4097"/>
              <a:gd name="T13" fmla="*/ 0 h 42863"/>
              <a:gd name="T14" fmla="*/ 2147483646 w 4097"/>
              <a:gd name="T15" fmla="*/ 0 h 42863"/>
              <a:gd name="T16" fmla="*/ 2147483646 w 4097"/>
              <a:gd name="T17" fmla="*/ 0 h 42863"/>
              <a:gd name="T18" fmla="*/ 2147483646 w 4097"/>
              <a:gd name="T19" fmla="*/ 0 h 42863"/>
              <a:gd name="T20" fmla="*/ 2147483646 w 4097"/>
              <a:gd name="T21" fmla="*/ 0 h 42863"/>
              <a:gd name="T22" fmla="*/ 2147483646 w 4097"/>
              <a:gd name="T23" fmla="*/ 0 h 4286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097" h="42863">
                <a:moveTo>
                  <a:pt x="0" y="0"/>
                </a:moveTo>
                <a:lnTo>
                  <a:pt x="420" y="0"/>
                </a:lnTo>
                <a:lnTo>
                  <a:pt x="840" y="0"/>
                </a:lnTo>
                <a:lnTo>
                  <a:pt x="1260" y="0"/>
                </a:lnTo>
                <a:lnTo>
                  <a:pt x="1680" y="0"/>
                </a:lnTo>
                <a:lnTo>
                  <a:pt x="2088" y="0"/>
                </a:lnTo>
                <a:lnTo>
                  <a:pt x="2142" y="0"/>
                </a:lnTo>
                <a:lnTo>
                  <a:pt x="2526" y="0"/>
                </a:lnTo>
                <a:lnTo>
                  <a:pt x="2909" y="0"/>
                </a:lnTo>
                <a:lnTo>
                  <a:pt x="3330" y="0"/>
                </a:lnTo>
                <a:lnTo>
                  <a:pt x="3714" y="0"/>
                </a:lnTo>
                <a:lnTo>
                  <a:pt x="4097" y="0"/>
                </a:lnTo>
              </a:path>
            </a:pathLst>
          </a:custGeom>
          <a:noFill/>
          <a:ln w="6350">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7357" name="Rectangle 318"/>
          <p:cNvSpPr>
            <a:spLocks noChangeArrowheads="1"/>
          </p:cNvSpPr>
          <p:nvPr/>
        </p:nvSpPr>
        <p:spPr bwMode="auto">
          <a:xfrm>
            <a:off x="8404225" y="1538288"/>
            <a:ext cx="666750" cy="636587"/>
          </a:xfrm>
          <a:prstGeom prst="rect">
            <a:avLst/>
          </a:prstGeom>
          <a:noFill/>
          <a:ln w="6350">
            <a:solidFill>
              <a:srgbClr val="808080"/>
            </a:solidFill>
            <a:miter lim="800000"/>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358" name="Text Box 319"/>
          <p:cNvSpPr txBox="1">
            <a:spLocks noChangeArrowheads="1"/>
          </p:cNvSpPr>
          <p:nvPr/>
        </p:nvSpPr>
        <p:spPr bwMode="gray">
          <a:xfrm>
            <a:off x="5027613" y="1443038"/>
            <a:ext cx="1047750" cy="549275"/>
          </a:xfrm>
          <a:prstGeom prst="rect">
            <a:avLst/>
          </a:prstGeom>
          <a:noFill/>
          <a:ln>
            <a:noFill/>
          </a:ln>
          <a:effectLst/>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1000">
                <a:solidFill>
                  <a:srgbClr val="000000"/>
                </a:solidFill>
                <a:latin typeface="Futura Hv" pitchFamily="34" charset="0"/>
              </a:rPr>
              <a:t>1.4</a:t>
            </a:r>
            <a:endParaRPr lang="en-US" altLang="zh-CN" sz="1000">
              <a:solidFill>
                <a:srgbClr val="000000"/>
              </a:solidFill>
              <a:latin typeface="Futura Hv" pitchFamily="34" charset="0"/>
            </a:endParaRPr>
          </a:p>
          <a:p>
            <a:r>
              <a:rPr lang="en-US" altLang="zh-CN" sz="1000">
                <a:solidFill>
                  <a:srgbClr val="000000"/>
                </a:solidFill>
                <a:latin typeface="Futura Hv" pitchFamily="34" charset="0"/>
              </a:rPr>
              <a:t>Install &amp; Configuration</a:t>
            </a:r>
            <a:endParaRPr lang="en-US" altLang="zh-CN" sz="1000">
              <a:solidFill>
                <a:srgbClr val="000000"/>
              </a:solidFill>
              <a:latin typeface="Futura Hv" pitchFamily="34" charset="0"/>
            </a:endParaRPr>
          </a:p>
        </p:txBody>
      </p:sp>
      <p:sp>
        <p:nvSpPr>
          <p:cNvPr id="87359" name="Text Box 320"/>
          <p:cNvSpPr txBox="1">
            <a:spLocks noChangeArrowheads="1"/>
          </p:cNvSpPr>
          <p:nvPr/>
        </p:nvSpPr>
        <p:spPr bwMode="gray">
          <a:xfrm>
            <a:off x="8291513" y="1531938"/>
            <a:ext cx="1123950" cy="701675"/>
          </a:xfrm>
          <a:prstGeom prst="rect">
            <a:avLst/>
          </a:prstGeom>
          <a:noFill/>
          <a:ln>
            <a:noFill/>
          </a:ln>
          <a:effectLst/>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1000">
                <a:solidFill>
                  <a:srgbClr val="000000"/>
                </a:solidFill>
                <a:latin typeface="Futura Hv" pitchFamily="34" charset="0"/>
              </a:rPr>
              <a:t>1.5</a:t>
            </a:r>
            <a:endParaRPr lang="en-US" altLang="zh-CN" sz="1000">
              <a:solidFill>
                <a:srgbClr val="000000"/>
              </a:solidFill>
              <a:latin typeface="Futura Hv" pitchFamily="34" charset="0"/>
            </a:endParaRPr>
          </a:p>
          <a:p>
            <a:r>
              <a:rPr lang="en-US" altLang="zh-CN" sz="1000">
                <a:solidFill>
                  <a:srgbClr val="000000"/>
                </a:solidFill>
                <a:latin typeface="Futura Hv" pitchFamily="34" charset="0"/>
              </a:rPr>
              <a:t>Backup/Restore Strategy&amp; Procedures</a:t>
            </a:r>
            <a:endParaRPr lang="en-US" altLang="zh-CN" sz="1000">
              <a:solidFill>
                <a:srgbClr val="000000"/>
              </a:solidFill>
              <a:latin typeface="Futura Hv" pitchFamily="34" charset="0"/>
            </a:endParaRPr>
          </a:p>
        </p:txBody>
      </p:sp>
      <p:sp>
        <p:nvSpPr>
          <p:cNvPr id="87360" name="Line 321"/>
          <p:cNvSpPr>
            <a:spLocks noChangeShapeType="1"/>
          </p:cNvSpPr>
          <p:nvPr/>
        </p:nvSpPr>
        <p:spPr bwMode="auto">
          <a:xfrm>
            <a:off x="846138" y="1393825"/>
            <a:ext cx="1587" cy="90488"/>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361" name="Line 322"/>
          <p:cNvSpPr>
            <a:spLocks noChangeShapeType="1"/>
          </p:cNvSpPr>
          <p:nvPr/>
        </p:nvSpPr>
        <p:spPr bwMode="auto">
          <a:xfrm>
            <a:off x="1824038" y="1419225"/>
            <a:ext cx="3175" cy="90488"/>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362" name="Line 323"/>
          <p:cNvSpPr>
            <a:spLocks noChangeShapeType="1"/>
          </p:cNvSpPr>
          <p:nvPr/>
        </p:nvSpPr>
        <p:spPr bwMode="auto">
          <a:xfrm>
            <a:off x="2979738" y="1393825"/>
            <a:ext cx="3175" cy="90488"/>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363" name="Line 324"/>
          <p:cNvSpPr>
            <a:spLocks noChangeShapeType="1"/>
          </p:cNvSpPr>
          <p:nvPr/>
        </p:nvSpPr>
        <p:spPr bwMode="auto">
          <a:xfrm>
            <a:off x="5494338" y="1419225"/>
            <a:ext cx="1587" cy="90488"/>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364" name="Line 325"/>
          <p:cNvSpPr>
            <a:spLocks noChangeShapeType="1"/>
          </p:cNvSpPr>
          <p:nvPr/>
        </p:nvSpPr>
        <p:spPr bwMode="auto">
          <a:xfrm>
            <a:off x="8732838" y="1406525"/>
            <a:ext cx="1587" cy="115888"/>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365" name="Line 326"/>
          <p:cNvSpPr>
            <a:spLocks noChangeShapeType="1"/>
          </p:cNvSpPr>
          <p:nvPr/>
        </p:nvSpPr>
        <p:spPr bwMode="auto">
          <a:xfrm flipH="1">
            <a:off x="4899025" y="1139825"/>
            <a:ext cx="11113" cy="242888"/>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366" name="Oval 327"/>
          <p:cNvSpPr>
            <a:spLocks noChangeArrowheads="1"/>
          </p:cNvSpPr>
          <p:nvPr/>
        </p:nvSpPr>
        <p:spPr bwMode="gray">
          <a:xfrm>
            <a:off x="217488" y="1231900"/>
            <a:ext cx="9245600" cy="952500"/>
          </a:xfrm>
          <a:prstGeom prst="ellipse">
            <a:avLst/>
          </a:prstGeom>
          <a:noFill/>
          <a:ln w="9525" algn="ctr">
            <a:solidFill>
              <a:schemeClr val="accent1"/>
            </a:solidFill>
            <a:prstDash val="dash"/>
            <a:round/>
          </a:ln>
          <a:effectLst/>
          <a:extLst>
            <a:ext uri="{909E8E84-426E-40DD-AFC4-6F175D3DCCD1}">
              <a14:hiddenFill xmlns:a14="http://schemas.microsoft.com/office/drawing/2010/main">
                <a:solidFill>
                  <a:srgbClr val="D1EC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7367" name="Text Box 328"/>
          <p:cNvSpPr txBox="1">
            <a:spLocks noChangeArrowheads="1"/>
          </p:cNvSpPr>
          <p:nvPr/>
        </p:nvSpPr>
        <p:spPr bwMode="gray">
          <a:xfrm>
            <a:off x="8823325" y="2409825"/>
            <a:ext cx="869950" cy="366713"/>
          </a:xfrm>
          <a:prstGeom prst="rect">
            <a:avLst/>
          </a:prstGeom>
          <a:noFill/>
          <a:ln>
            <a:noFill/>
          </a:ln>
          <a:effectLst/>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zh-CN" altLang="en-US" sz="1800">
                <a:solidFill>
                  <a:srgbClr val="000000"/>
                </a:solidFill>
                <a:latin typeface="Futura Hv" pitchFamily="34" charset="0"/>
              </a:rPr>
              <a:t>子项目</a:t>
            </a:r>
            <a:endParaRPr lang="zh-CN" altLang="en-US" sz="1800">
              <a:solidFill>
                <a:srgbClr val="000000"/>
              </a:solidFill>
              <a:latin typeface="Futura Hv" pitchFamily="34" charset="0"/>
            </a:endParaRPr>
          </a:p>
        </p:txBody>
      </p:sp>
      <p:sp>
        <p:nvSpPr>
          <p:cNvPr id="87368" name="Line 329"/>
          <p:cNvSpPr>
            <a:spLocks noChangeShapeType="1"/>
          </p:cNvSpPr>
          <p:nvPr/>
        </p:nvSpPr>
        <p:spPr bwMode="gray">
          <a:xfrm flipH="1" flipV="1">
            <a:off x="8864600" y="2222500"/>
            <a:ext cx="266700" cy="215900"/>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87369" name="Rectangle 330"/>
          <p:cNvSpPr>
            <a:spLocks noGrp="1" noChangeArrowheads="1"/>
          </p:cNvSpPr>
          <p:nvPr>
            <p:ph type="title"/>
          </p:nvPr>
        </p:nvSpPr>
        <p:spPr/>
        <p:txBody>
          <a:bodyPr/>
          <a:lstStyle/>
          <a:p>
            <a:pPr eaLnBrk="1" hangingPunct="1"/>
            <a:r>
              <a:rPr lang="zh-CN" altLang="en-US"/>
              <a:t>子项目</a:t>
            </a:r>
            <a:r>
              <a:rPr lang="en-US" altLang="zh-CN"/>
              <a:t>WBS</a:t>
            </a:r>
            <a:r>
              <a:rPr lang="zh-CN" altLang="en-US"/>
              <a:t>样例</a:t>
            </a:r>
            <a:endParaRPr lang="zh-CN" altLang="en-US"/>
          </a:p>
        </p:txBody>
      </p:sp>
      <p:sp>
        <p:nvSpPr>
          <p:cNvPr id="3" name="灯片编号占位符 2"/>
          <p:cNvSpPr>
            <a:spLocks noGrp="1"/>
          </p:cNvSpPr>
          <p:nvPr>
            <p:ph type="sldNum" sz="quarter" idx="10"/>
          </p:nvPr>
        </p:nvSpPr>
        <p:spPr/>
        <p:txBody>
          <a:bodyPr/>
          <a:lstStyle/>
          <a:p>
            <a:pPr>
              <a:defRPr/>
            </a:pPr>
            <a:fld id="{A6A0D67D-9B30-457F-9874-1F92730590A0}" type="slidenum">
              <a:rPr lang="en-US" altLang="zh-CN" smtClean="0"/>
            </a:fld>
            <a:endParaRPr lang="en-US" altLang="zh-CN"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pSp>
        <p:nvGrpSpPr>
          <p:cNvPr id="89091" name="Group 2"/>
          <p:cNvGrpSpPr/>
          <p:nvPr/>
        </p:nvGrpSpPr>
        <p:grpSpPr bwMode="auto">
          <a:xfrm>
            <a:off x="996950" y="2185988"/>
            <a:ext cx="2173288" cy="3303587"/>
            <a:chOff x="580" y="1005"/>
            <a:chExt cx="1369" cy="2081"/>
          </a:xfrm>
        </p:grpSpPr>
        <p:sp>
          <p:nvSpPr>
            <p:cNvPr id="89096" name="Rectangle 3"/>
            <p:cNvSpPr>
              <a:spLocks noChangeArrowheads="1"/>
            </p:cNvSpPr>
            <p:nvPr/>
          </p:nvSpPr>
          <p:spPr bwMode="auto">
            <a:xfrm>
              <a:off x="580" y="1005"/>
              <a:ext cx="1369" cy="2081"/>
            </a:xfrm>
            <a:prstGeom prst="rect">
              <a:avLst/>
            </a:prstGeom>
            <a:solidFill>
              <a:srgbClr val="FF0000"/>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89097" name="Text Box 4"/>
            <p:cNvSpPr txBox="1">
              <a:spLocks noChangeArrowheads="1"/>
            </p:cNvSpPr>
            <p:nvPr/>
          </p:nvSpPr>
          <p:spPr bwMode="auto">
            <a:xfrm>
              <a:off x="767" y="1137"/>
              <a:ext cx="957" cy="28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r>
                <a:rPr lang="zh-CN" altLang="en-US" b="1" u="sng" dirty="0">
                  <a:solidFill>
                    <a:schemeClr val="tx2"/>
                  </a:solidFill>
                  <a:latin typeface="黑体" panose="02010609060101010101" pitchFamily="49" charset="-122"/>
                  <a:ea typeface="黑体" panose="02010609060101010101" pitchFamily="49" charset="-122"/>
                </a:rPr>
                <a:t>启动阶段</a:t>
              </a:r>
              <a:endParaRPr lang="zh-CN" altLang="en-US" b="1" u="sng" dirty="0">
                <a:solidFill>
                  <a:schemeClr val="tx2"/>
                </a:solidFill>
                <a:latin typeface="黑体" panose="02010609060101010101" pitchFamily="49" charset="-122"/>
                <a:ea typeface="黑体" panose="02010609060101010101" pitchFamily="49" charset="-122"/>
              </a:endParaRPr>
            </a:p>
          </p:txBody>
        </p:sp>
        <p:sp>
          <p:nvSpPr>
            <p:cNvPr id="89098" name="Text Box 5"/>
            <p:cNvSpPr txBox="1">
              <a:spLocks noChangeArrowheads="1"/>
            </p:cNvSpPr>
            <p:nvPr/>
          </p:nvSpPr>
          <p:spPr bwMode="auto">
            <a:xfrm>
              <a:off x="634" y="1631"/>
              <a:ext cx="1265" cy="122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lang="zh-CN" altLang="en-US" sz="2200" b="1" dirty="0">
                  <a:solidFill>
                    <a:schemeClr val="tx2"/>
                  </a:solidFill>
                  <a:latin typeface="黑体" panose="02010609060101010101" pitchFamily="49" charset="-122"/>
                  <a:ea typeface="黑体" panose="02010609060101010101" pitchFamily="49" charset="-122"/>
                </a:rPr>
                <a:t>定义项目</a:t>
              </a:r>
              <a:endParaRPr lang="zh-CN" altLang="en-US" sz="2200" b="1" dirty="0">
                <a:solidFill>
                  <a:srgbClr val="000000"/>
                </a:solidFill>
                <a:latin typeface="黑体" panose="02010609060101010101" pitchFamily="49" charset="-122"/>
                <a:ea typeface="黑体" panose="02010609060101010101" pitchFamily="49" charset="-122"/>
              </a:endParaRPr>
            </a:p>
            <a:p>
              <a:pPr algn="ctr" eaLnBrk="1" hangingPunct="1">
                <a:spcBef>
                  <a:spcPct val="50000"/>
                </a:spcBef>
              </a:pPr>
              <a:r>
                <a:rPr lang="zh-CN" altLang="en-US" sz="2200" b="1" dirty="0">
                  <a:solidFill>
                    <a:schemeClr val="tx2"/>
                  </a:solidFill>
                  <a:latin typeface="黑体" panose="02010609060101010101" pitchFamily="49" charset="-122"/>
                  <a:ea typeface="黑体" panose="02010609060101010101" pitchFamily="49" charset="-122"/>
                </a:rPr>
                <a:t>制定项目目标</a:t>
              </a:r>
              <a:endParaRPr lang="zh-CN" altLang="en-US" sz="2200" b="1" dirty="0">
                <a:solidFill>
                  <a:schemeClr val="tx2"/>
                </a:solidFill>
                <a:latin typeface="黑体" panose="02010609060101010101" pitchFamily="49" charset="-122"/>
                <a:ea typeface="黑体" panose="02010609060101010101" pitchFamily="49" charset="-122"/>
              </a:endParaRPr>
            </a:p>
            <a:p>
              <a:pPr algn="ctr" eaLnBrk="1" hangingPunct="1">
                <a:spcBef>
                  <a:spcPct val="50000"/>
                </a:spcBef>
              </a:pPr>
              <a:r>
                <a:rPr lang="zh-CN" altLang="en-US" sz="2200" b="1" dirty="0">
                  <a:solidFill>
                    <a:schemeClr val="tx2"/>
                  </a:solidFill>
                  <a:latin typeface="黑体" panose="02010609060101010101" pitchFamily="49" charset="-122"/>
                  <a:ea typeface="黑体" panose="02010609060101010101" pitchFamily="49" charset="-122"/>
                </a:rPr>
                <a:t>工作分解结构</a:t>
              </a:r>
              <a:endParaRPr lang="zh-CN" altLang="en-US" sz="2200" b="1" dirty="0">
                <a:solidFill>
                  <a:schemeClr val="tx2"/>
                </a:solidFill>
                <a:latin typeface="黑体" panose="02010609060101010101" pitchFamily="49" charset="-122"/>
                <a:ea typeface="黑体" panose="02010609060101010101" pitchFamily="49" charset="-122"/>
              </a:endParaRPr>
            </a:p>
            <a:p>
              <a:pPr algn="ctr" eaLnBrk="1" hangingPunct="1">
                <a:spcBef>
                  <a:spcPct val="50000"/>
                </a:spcBef>
              </a:pPr>
              <a:r>
                <a:rPr lang="zh-CN" altLang="en-US" sz="2200" b="1" dirty="0">
                  <a:solidFill>
                    <a:srgbClr val="000000"/>
                  </a:solidFill>
                  <a:latin typeface="黑体" panose="02010609060101010101" pitchFamily="49" charset="-122"/>
                  <a:ea typeface="黑体" panose="02010609060101010101" pitchFamily="49" charset="-122"/>
                </a:rPr>
                <a:t>核算资源成本</a:t>
              </a:r>
              <a:endParaRPr lang="zh-CN" altLang="en-US" sz="2000" b="1" dirty="0">
                <a:solidFill>
                  <a:srgbClr val="000000"/>
                </a:solidFill>
                <a:latin typeface="黑体" panose="02010609060101010101" pitchFamily="49" charset="-122"/>
                <a:ea typeface="黑体" panose="02010609060101010101" pitchFamily="49" charset="-122"/>
              </a:endParaRPr>
            </a:p>
          </p:txBody>
        </p:sp>
      </p:grpSp>
      <p:sp>
        <p:nvSpPr>
          <p:cNvPr id="502793" name="Text Box 9"/>
          <p:cNvSpPr txBox="1">
            <a:spLocks noChangeArrowheads="1"/>
          </p:cNvSpPr>
          <p:nvPr/>
        </p:nvSpPr>
        <p:spPr bwMode="auto">
          <a:xfrm>
            <a:off x="6669088" y="3871913"/>
            <a:ext cx="2308225" cy="366712"/>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endParaRPr lang="zh-CN" altLang="en-US" sz="1800">
              <a:solidFill>
                <a:srgbClr val="000000"/>
              </a:solidFill>
              <a:latin typeface="黑体" panose="02010609060101010101" pitchFamily="49" charset="-122"/>
              <a:ea typeface="黑体" panose="02010609060101010101" pitchFamily="49" charset="-122"/>
            </a:endParaRPr>
          </a:p>
        </p:txBody>
      </p:sp>
      <p:sp>
        <p:nvSpPr>
          <p:cNvPr id="502794" name="Text Box 10"/>
          <p:cNvSpPr txBox="1">
            <a:spLocks noChangeArrowheads="1"/>
          </p:cNvSpPr>
          <p:nvPr/>
        </p:nvSpPr>
        <p:spPr bwMode="auto">
          <a:xfrm>
            <a:off x="6154738" y="2300288"/>
            <a:ext cx="3081337" cy="1917700"/>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r"/>
            <a:r>
              <a:rPr lang="zh-CN" altLang="en-US">
                <a:solidFill>
                  <a:srgbClr val="000000"/>
                </a:solidFill>
                <a:latin typeface="黑体" panose="02010609060101010101" pitchFamily="49" charset="-122"/>
                <a:ea typeface="黑体" panose="02010609060101010101" pitchFamily="49" charset="-122"/>
              </a:rPr>
              <a:t>需要什么知识和技能?</a:t>
            </a:r>
            <a:endParaRPr lang="zh-CN" altLang="en-US">
              <a:solidFill>
                <a:srgbClr val="000000"/>
              </a:solidFill>
              <a:latin typeface="黑体" panose="02010609060101010101" pitchFamily="49" charset="-122"/>
              <a:ea typeface="黑体" panose="02010609060101010101" pitchFamily="49" charset="-122"/>
            </a:endParaRPr>
          </a:p>
          <a:p>
            <a:pPr algn="r"/>
            <a:r>
              <a:rPr lang="zh-CN" altLang="en-US">
                <a:solidFill>
                  <a:srgbClr val="000000"/>
                </a:solidFill>
                <a:latin typeface="黑体" panose="02010609060101010101" pitchFamily="49" charset="-122"/>
                <a:ea typeface="黑体" panose="02010609060101010101" pitchFamily="49" charset="-122"/>
              </a:rPr>
              <a:t>需要什么设施?</a:t>
            </a:r>
            <a:endParaRPr lang="zh-CN" altLang="en-US">
              <a:solidFill>
                <a:srgbClr val="000000"/>
              </a:solidFill>
              <a:latin typeface="黑体" panose="02010609060101010101" pitchFamily="49" charset="-122"/>
              <a:ea typeface="黑体" panose="02010609060101010101" pitchFamily="49" charset="-122"/>
            </a:endParaRPr>
          </a:p>
          <a:p>
            <a:pPr algn="r"/>
            <a:r>
              <a:rPr lang="zh-CN" altLang="en-US">
                <a:solidFill>
                  <a:srgbClr val="000000"/>
                </a:solidFill>
                <a:latin typeface="黑体" panose="02010609060101010101" pitchFamily="49" charset="-122"/>
                <a:ea typeface="黑体" panose="02010609060101010101" pitchFamily="49" charset="-122"/>
              </a:rPr>
              <a:t>需要什么设备?</a:t>
            </a:r>
            <a:endParaRPr lang="zh-CN" altLang="en-US">
              <a:solidFill>
                <a:srgbClr val="000000"/>
              </a:solidFill>
              <a:latin typeface="黑体" panose="02010609060101010101" pitchFamily="49" charset="-122"/>
              <a:ea typeface="黑体" panose="02010609060101010101" pitchFamily="49" charset="-122"/>
            </a:endParaRPr>
          </a:p>
          <a:p>
            <a:pPr algn="r"/>
            <a:r>
              <a:rPr lang="zh-CN" altLang="en-US">
                <a:solidFill>
                  <a:srgbClr val="000000"/>
                </a:solidFill>
                <a:latin typeface="黑体" panose="02010609060101010101" pitchFamily="49" charset="-122"/>
                <a:ea typeface="黑体" panose="02010609060101010101" pitchFamily="49" charset="-122"/>
              </a:rPr>
              <a:t>应有什么材料?</a:t>
            </a:r>
            <a:endParaRPr lang="zh-CN" altLang="en-US">
              <a:solidFill>
                <a:srgbClr val="000000"/>
              </a:solidFill>
              <a:latin typeface="黑体" panose="02010609060101010101" pitchFamily="49" charset="-122"/>
              <a:ea typeface="黑体" panose="02010609060101010101" pitchFamily="49" charset="-122"/>
            </a:endParaRPr>
          </a:p>
          <a:p>
            <a:pPr algn="r"/>
            <a:r>
              <a:rPr lang="zh-CN" altLang="en-US">
                <a:solidFill>
                  <a:srgbClr val="000000"/>
                </a:solidFill>
                <a:latin typeface="黑体" panose="02010609060101010101" pitchFamily="49" charset="-122"/>
                <a:ea typeface="黑体" panose="02010609060101010101" pitchFamily="49" charset="-122"/>
              </a:rPr>
              <a:t>需要什么特殊资源?</a:t>
            </a:r>
            <a:endParaRPr lang="zh-CN" altLang="en-US">
              <a:solidFill>
                <a:srgbClr val="000000"/>
              </a:solidFill>
              <a:latin typeface="黑体" panose="02010609060101010101" pitchFamily="49" charset="-122"/>
              <a:ea typeface="黑体" panose="02010609060101010101" pitchFamily="49" charset="-122"/>
            </a:endParaRPr>
          </a:p>
        </p:txBody>
      </p:sp>
      <p:sp>
        <p:nvSpPr>
          <p:cNvPr id="502795" name="Text Box 11"/>
          <p:cNvSpPr txBox="1">
            <a:spLocks noChangeArrowheads="1"/>
          </p:cNvSpPr>
          <p:nvPr/>
        </p:nvSpPr>
        <p:spPr bwMode="auto">
          <a:xfrm>
            <a:off x="3794125" y="4846638"/>
            <a:ext cx="4321175" cy="366712"/>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nSpc>
                <a:spcPct val="75000"/>
              </a:lnSpc>
              <a:spcBef>
                <a:spcPct val="50000"/>
              </a:spcBef>
            </a:pPr>
            <a:r>
              <a:rPr lang="zh-CN" altLang="en-US" b="1">
                <a:solidFill>
                  <a:srgbClr val="000000"/>
                </a:solidFill>
                <a:latin typeface="黑体" panose="02010609060101010101" pitchFamily="49" charset="-122"/>
                <a:ea typeface="黑体" panose="02010609060101010101" pitchFamily="49" charset="-122"/>
              </a:rPr>
              <a:t>确认资源类型,计算总数和费用</a:t>
            </a:r>
            <a:endParaRPr lang="zh-CN" altLang="en-US" b="1">
              <a:solidFill>
                <a:srgbClr val="000000"/>
              </a:solidFill>
              <a:latin typeface="黑体" panose="02010609060101010101" pitchFamily="49" charset="-122"/>
              <a:ea typeface="黑体" panose="02010609060101010101" pitchFamily="49" charset="-122"/>
            </a:endParaRPr>
          </a:p>
        </p:txBody>
      </p:sp>
      <p:sp>
        <p:nvSpPr>
          <p:cNvPr id="89095" name="Rectangle 13"/>
          <p:cNvSpPr>
            <a:spLocks noGrp="1" noChangeArrowheads="1"/>
          </p:cNvSpPr>
          <p:nvPr>
            <p:ph type="title"/>
          </p:nvPr>
        </p:nvSpPr>
        <p:spPr/>
        <p:txBody>
          <a:bodyPr/>
          <a:lstStyle/>
          <a:p>
            <a:pPr eaLnBrk="1" hangingPunct="1"/>
            <a:r>
              <a:rPr lang="zh-CN" altLang="en-US" sz="3200"/>
              <a:t>核算资源成本</a:t>
            </a:r>
            <a:br>
              <a:rPr lang="zh-CN" altLang="en-US" sz="3200"/>
            </a:br>
            <a:r>
              <a:rPr lang="en-US" altLang="zh-CN" sz="2400">
                <a:latin typeface="Arial" panose="020B0604020202020204" pitchFamily="34" charset="0"/>
              </a:rPr>
              <a:t>——</a:t>
            </a:r>
            <a:r>
              <a:rPr lang="zh-CN" altLang="en-US" sz="2400"/>
              <a:t>确定资源需求，帮助今后分配职责</a:t>
            </a:r>
            <a:endParaRPr lang="zh-CN" altLang="en-US" sz="2400"/>
          </a:p>
        </p:txBody>
      </p:sp>
      <p:sp>
        <p:nvSpPr>
          <p:cNvPr id="3" name="灯片编号占位符 2"/>
          <p:cNvSpPr>
            <a:spLocks noGrp="1"/>
          </p:cNvSpPr>
          <p:nvPr>
            <p:ph type="sldNum" sz="quarter" idx="10"/>
          </p:nvPr>
        </p:nvSpPr>
        <p:spPr/>
        <p:txBody>
          <a:bodyPr/>
          <a:lstStyle/>
          <a:p>
            <a:pPr>
              <a:defRPr/>
            </a:pPr>
            <a:fld id="{A6A0D67D-9B30-457F-9874-1F92730590A0}" type="slidenum">
              <a:rPr lang="en-US" altLang="zh-CN" smtClean="0"/>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02794"/>
                                        </p:tgtEl>
                                        <p:attrNameLst>
                                          <p:attrName>style.visibility</p:attrName>
                                        </p:attrNameLst>
                                      </p:cBhvr>
                                      <p:to>
                                        <p:strVal val="visible"/>
                                      </p:to>
                                    </p:set>
                                    <p:anim calcmode="lin" valueType="num">
                                      <p:cBhvr additive="base">
                                        <p:cTn id="7" dur="500" fill="hold"/>
                                        <p:tgtEl>
                                          <p:spTgt spid="502794"/>
                                        </p:tgtEl>
                                        <p:attrNameLst>
                                          <p:attrName>ppt_x</p:attrName>
                                        </p:attrNameLst>
                                      </p:cBhvr>
                                      <p:tavLst>
                                        <p:tav tm="0">
                                          <p:val>
                                            <p:strVal val="0-#ppt_w/2"/>
                                          </p:val>
                                        </p:tav>
                                        <p:tav tm="100000">
                                          <p:val>
                                            <p:strVal val="#ppt_x"/>
                                          </p:val>
                                        </p:tav>
                                      </p:tavLst>
                                    </p:anim>
                                    <p:anim calcmode="lin" valueType="num">
                                      <p:cBhvr additive="base">
                                        <p:cTn id="8" dur="500" fill="hold"/>
                                        <p:tgtEl>
                                          <p:spTgt spid="50279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02793"/>
                                        </p:tgtEl>
                                        <p:attrNameLst>
                                          <p:attrName>style.visibility</p:attrName>
                                        </p:attrNameLst>
                                      </p:cBhvr>
                                      <p:to>
                                        <p:strVal val="visible"/>
                                      </p:to>
                                    </p:set>
                                    <p:anim calcmode="lin" valueType="num">
                                      <p:cBhvr additive="base">
                                        <p:cTn id="13" dur="500" fill="hold"/>
                                        <p:tgtEl>
                                          <p:spTgt spid="502793"/>
                                        </p:tgtEl>
                                        <p:attrNameLst>
                                          <p:attrName>ppt_x</p:attrName>
                                        </p:attrNameLst>
                                      </p:cBhvr>
                                      <p:tavLst>
                                        <p:tav tm="0">
                                          <p:val>
                                            <p:strVal val="0-#ppt_w/2"/>
                                          </p:val>
                                        </p:tav>
                                        <p:tav tm="100000">
                                          <p:val>
                                            <p:strVal val="#ppt_x"/>
                                          </p:val>
                                        </p:tav>
                                      </p:tavLst>
                                    </p:anim>
                                    <p:anim calcmode="lin" valueType="num">
                                      <p:cBhvr additive="base">
                                        <p:cTn id="14" dur="500" fill="hold"/>
                                        <p:tgtEl>
                                          <p:spTgt spid="50279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502795"/>
                                        </p:tgtEl>
                                        <p:attrNameLst>
                                          <p:attrName>style.visibility</p:attrName>
                                        </p:attrNameLst>
                                      </p:cBhvr>
                                      <p:to>
                                        <p:strVal val="visible"/>
                                      </p:to>
                                    </p:set>
                                    <p:anim calcmode="lin" valueType="num">
                                      <p:cBhvr additive="base">
                                        <p:cTn id="19" dur="500" fill="hold"/>
                                        <p:tgtEl>
                                          <p:spTgt spid="502795"/>
                                        </p:tgtEl>
                                        <p:attrNameLst>
                                          <p:attrName>ppt_x</p:attrName>
                                        </p:attrNameLst>
                                      </p:cBhvr>
                                      <p:tavLst>
                                        <p:tav tm="0">
                                          <p:val>
                                            <p:strVal val="0-#ppt_w/2"/>
                                          </p:val>
                                        </p:tav>
                                        <p:tav tm="100000">
                                          <p:val>
                                            <p:strVal val="#ppt_x"/>
                                          </p:val>
                                        </p:tav>
                                      </p:tavLst>
                                    </p:anim>
                                    <p:anim calcmode="lin" valueType="num">
                                      <p:cBhvr additive="base">
                                        <p:cTn id="20" dur="500" fill="hold"/>
                                        <p:tgtEl>
                                          <p:spTgt spid="50279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2793" grpId="0" autoUpdateAnimBg="0"/>
      <p:bldP spid="502794" grpId="0" autoUpdateAnimBg="0"/>
      <p:bldP spid="502795" grpId="0"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CCFF99"/>
        </a:solidFill>
        <a:effectLst/>
      </p:bgPr>
    </p:bg>
    <p:spTree>
      <p:nvGrpSpPr>
        <p:cNvPr id="1" name=""/>
        <p:cNvGrpSpPr/>
        <p:nvPr/>
      </p:nvGrpSpPr>
      <p:grpSpPr>
        <a:xfrm>
          <a:off x="0" y="0"/>
          <a:ext cx="0" cy="0"/>
          <a:chOff x="0" y="0"/>
          <a:chExt cx="0" cy="0"/>
        </a:xfrm>
      </p:grpSpPr>
      <p:sp>
        <p:nvSpPr>
          <p:cNvPr id="91139" name="Rectangle 63"/>
          <p:cNvSpPr>
            <a:spLocks noGrp="1" noChangeArrowheads="1"/>
          </p:cNvSpPr>
          <p:nvPr>
            <p:ph type="title"/>
          </p:nvPr>
        </p:nvSpPr>
        <p:spPr/>
        <p:txBody>
          <a:bodyPr/>
          <a:lstStyle/>
          <a:p>
            <a:pPr eaLnBrk="1" hangingPunct="1"/>
            <a:r>
              <a:rPr lang="zh-CN" altLang="en-US" sz="3200"/>
              <a:t>资源成本核算</a:t>
            </a:r>
            <a:br>
              <a:rPr lang="zh-CN" altLang="en-US" sz="3200"/>
            </a:br>
            <a:endParaRPr lang="zh-CN" altLang="en-US" sz="3200"/>
          </a:p>
        </p:txBody>
      </p:sp>
      <p:sp>
        <p:nvSpPr>
          <p:cNvPr id="91140" name="Line 3"/>
          <p:cNvSpPr>
            <a:spLocks noChangeShapeType="1"/>
          </p:cNvSpPr>
          <p:nvPr/>
        </p:nvSpPr>
        <p:spPr bwMode="auto">
          <a:xfrm>
            <a:off x="220663" y="1208088"/>
            <a:ext cx="9464675" cy="0"/>
          </a:xfrm>
          <a:prstGeom prst="line">
            <a:avLst/>
          </a:prstGeom>
          <a:noFill/>
          <a:ln w="9525">
            <a:solidFill>
              <a:srgbClr val="33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91141" name="Line 4"/>
          <p:cNvSpPr>
            <a:spLocks noChangeShapeType="1"/>
          </p:cNvSpPr>
          <p:nvPr/>
        </p:nvSpPr>
        <p:spPr bwMode="auto">
          <a:xfrm>
            <a:off x="212725" y="1822450"/>
            <a:ext cx="9466263" cy="0"/>
          </a:xfrm>
          <a:prstGeom prst="line">
            <a:avLst/>
          </a:prstGeom>
          <a:noFill/>
          <a:ln w="9525">
            <a:solidFill>
              <a:srgbClr val="336600"/>
            </a:solidFill>
            <a:prstDash val="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91142" name="Line 5"/>
          <p:cNvSpPr>
            <a:spLocks noChangeShapeType="1"/>
          </p:cNvSpPr>
          <p:nvPr/>
        </p:nvSpPr>
        <p:spPr bwMode="auto">
          <a:xfrm>
            <a:off x="192088" y="2679700"/>
            <a:ext cx="9466262" cy="0"/>
          </a:xfrm>
          <a:prstGeom prst="line">
            <a:avLst/>
          </a:prstGeom>
          <a:noFill/>
          <a:ln w="9525">
            <a:solidFill>
              <a:srgbClr val="336600"/>
            </a:solidFill>
            <a:prstDash val="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91143" name="Line 6"/>
          <p:cNvSpPr>
            <a:spLocks noChangeShapeType="1"/>
          </p:cNvSpPr>
          <p:nvPr/>
        </p:nvSpPr>
        <p:spPr bwMode="auto">
          <a:xfrm>
            <a:off x="233363" y="3365500"/>
            <a:ext cx="9466262" cy="0"/>
          </a:xfrm>
          <a:prstGeom prst="line">
            <a:avLst/>
          </a:prstGeom>
          <a:noFill/>
          <a:ln w="9525">
            <a:solidFill>
              <a:srgbClr val="336600"/>
            </a:solidFill>
            <a:prstDash val="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91144" name="Line 7"/>
          <p:cNvSpPr>
            <a:spLocks noChangeShapeType="1"/>
          </p:cNvSpPr>
          <p:nvPr/>
        </p:nvSpPr>
        <p:spPr bwMode="auto">
          <a:xfrm>
            <a:off x="220663" y="4508500"/>
            <a:ext cx="9464675" cy="0"/>
          </a:xfrm>
          <a:prstGeom prst="line">
            <a:avLst/>
          </a:prstGeom>
          <a:noFill/>
          <a:ln w="9525">
            <a:solidFill>
              <a:srgbClr val="336600"/>
            </a:solidFill>
            <a:prstDash val="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91145" name="Line 8"/>
          <p:cNvSpPr>
            <a:spLocks noChangeShapeType="1"/>
          </p:cNvSpPr>
          <p:nvPr/>
        </p:nvSpPr>
        <p:spPr bwMode="auto">
          <a:xfrm>
            <a:off x="220663" y="5499100"/>
            <a:ext cx="9464675" cy="0"/>
          </a:xfrm>
          <a:prstGeom prst="line">
            <a:avLst/>
          </a:prstGeom>
          <a:noFill/>
          <a:ln w="9525">
            <a:solidFill>
              <a:srgbClr val="336600"/>
            </a:solidFill>
            <a:prstDash val="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91146" name="Line 9"/>
          <p:cNvSpPr>
            <a:spLocks noChangeShapeType="1"/>
          </p:cNvSpPr>
          <p:nvPr/>
        </p:nvSpPr>
        <p:spPr bwMode="auto">
          <a:xfrm>
            <a:off x="990600" y="774700"/>
            <a:ext cx="0" cy="5472113"/>
          </a:xfrm>
          <a:prstGeom prst="line">
            <a:avLst/>
          </a:prstGeom>
          <a:noFill/>
          <a:ln w="9525">
            <a:solidFill>
              <a:srgbClr val="33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91147" name="Line 10"/>
          <p:cNvSpPr>
            <a:spLocks noChangeShapeType="1"/>
          </p:cNvSpPr>
          <p:nvPr/>
        </p:nvSpPr>
        <p:spPr bwMode="auto">
          <a:xfrm>
            <a:off x="2846388" y="869950"/>
            <a:ext cx="0" cy="5486400"/>
          </a:xfrm>
          <a:prstGeom prst="line">
            <a:avLst/>
          </a:prstGeom>
          <a:noFill/>
          <a:ln w="9525">
            <a:solidFill>
              <a:srgbClr val="33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91148" name="Line 11"/>
          <p:cNvSpPr>
            <a:spLocks noChangeShapeType="1"/>
          </p:cNvSpPr>
          <p:nvPr/>
        </p:nvSpPr>
        <p:spPr bwMode="auto">
          <a:xfrm>
            <a:off x="3860800" y="869950"/>
            <a:ext cx="0" cy="5486400"/>
          </a:xfrm>
          <a:prstGeom prst="line">
            <a:avLst/>
          </a:prstGeom>
          <a:noFill/>
          <a:ln w="9525">
            <a:solidFill>
              <a:srgbClr val="33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91149" name="Rectangle 12"/>
          <p:cNvSpPr>
            <a:spLocks noChangeArrowheads="1"/>
          </p:cNvSpPr>
          <p:nvPr/>
        </p:nvSpPr>
        <p:spPr bwMode="auto">
          <a:xfrm>
            <a:off x="295275" y="801688"/>
            <a:ext cx="5651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kumimoji="1" lang="en-US" altLang="zh-CN" sz="1600" b="1">
                <a:solidFill>
                  <a:srgbClr val="CCFF66"/>
                </a:solidFill>
                <a:latin typeface="宋体" panose="02010600030101010101" pitchFamily="2" charset="-122"/>
              </a:rPr>
              <a:t>WBS</a:t>
            </a:r>
            <a:endParaRPr kumimoji="1" lang="en-US" altLang="zh-CN" sz="1600" b="1">
              <a:solidFill>
                <a:srgbClr val="CCFF66"/>
              </a:solidFill>
              <a:latin typeface="宋体" panose="02010600030101010101" pitchFamily="2" charset="-122"/>
            </a:endParaRPr>
          </a:p>
        </p:txBody>
      </p:sp>
      <p:grpSp>
        <p:nvGrpSpPr>
          <p:cNvPr id="91150" name="Group 13"/>
          <p:cNvGrpSpPr/>
          <p:nvPr/>
        </p:nvGrpSpPr>
        <p:grpSpPr bwMode="auto">
          <a:xfrm>
            <a:off x="363538" y="1500188"/>
            <a:ext cx="479425" cy="4591050"/>
            <a:chOff x="567" y="853"/>
            <a:chExt cx="278" cy="2892"/>
          </a:xfrm>
        </p:grpSpPr>
        <p:sp>
          <p:nvSpPr>
            <p:cNvPr id="91194" name="Rectangle 14"/>
            <p:cNvSpPr>
              <a:spLocks noChangeArrowheads="1"/>
            </p:cNvSpPr>
            <p:nvPr/>
          </p:nvSpPr>
          <p:spPr bwMode="auto">
            <a:xfrm>
              <a:off x="616" y="853"/>
              <a:ext cx="15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kumimoji="1" lang="en-US" altLang="zh-CN" sz="1400" b="1">
                  <a:solidFill>
                    <a:schemeClr val="bg2"/>
                  </a:solidFill>
                  <a:latin typeface="宋体" panose="02010600030101010101" pitchFamily="2" charset="-122"/>
                </a:rPr>
                <a:t>1</a:t>
              </a:r>
              <a:endParaRPr kumimoji="1" lang="en-US" altLang="zh-CN" sz="1400" b="1">
                <a:solidFill>
                  <a:schemeClr val="bg2"/>
                </a:solidFill>
                <a:latin typeface="宋体" panose="02010600030101010101" pitchFamily="2" charset="-122"/>
              </a:endParaRPr>
            </a:p>
          </p:txBody>
        </p:sp>
        <p:sp>
          <p:nvSpPr>
            <p:cNvPr id="91195" name="Rectangle 15"/>
            <p:cNvSpPr>
              <a:spLocks noChangeArrowheads="1"/>
            </p:cNvSpPr>
            <p:nvPr/>
          </p:nvSpPr>
          <p:spPr bwMode="auto">
            <a:xfrm>
              <a:off x="631" y="1249"/>
              <a:ext cx="15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kumimoji="1" lang="en-US" altLang="zh-CN" sz="1400" b="1">
                  <a:solidFill>
                    <a:schemeClr val="bg2"/>
                  </a:solidFill>
                  <a:latin typeface="宋体" panose="02010600030101010101" pitchFamily="2" charset="-122"/>
                </a:rPr>
                <a:t>2</a:t>
              </a:r>
              <a:endParaRPr kumimoji="1" lang="en-US" altLang="zh-CN" sz="1400" b="1">
                <a:solidFill>
                  <a:schemeClr val="bg2"/>
                </a:solidFill>
                <a:latin typeface="宋体" panose="02010600030101010101" pitchFamily="2" charset="-122"/>
              </a:endParaRPr>
            </a:p>
          </p:txBody>
        </p:sp>
        <p:sp>
          <p:nvSpPr>
            <p:cNvPr id="91196" name="Rectangle 16"/>
            <p:cNvSpPr>
              <a:spLocks noChangeArrowheads="1"/>
            </p:cNvSpPr>
            <p:nvPr/>
          </p:nvSpPr>
          <p:spPr bwMode="auto">
            <a:xfrm>
              <a:off x="573" y="1634"/>
              <a:ext cx="26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kumimoji="1" lang="en-US" altLang="zh-CN" sz="1400" b="1">
                  <a:solidFill>
                    <a:schemeClr val="bg2"/>
                  </a:solidFill>
                  <a:latin typeface="宋体" panose="02010600030101010101" pitchFamily="2" charset="-122"/>
                </a:rPr>
                <a:t>3.1</a:t>
              </a:r>
              <a:endParaRPr kumimoji="1" lang="en-US" altLang="zh-CN" sz="1400" b="1">
                <a:solidFill>
                  <a:schemeClr val="bg2"/>
                </a:solidFill>
                <a:latin typeface="宋体" panose="02010600030101010101" pitchFamily="2" charset="-122"/>
              </a:endParaRPr>
            </a:p>
          </p:txBody>
        </p:sp>
        <p:sp>
          <p:nvSpPr>
            <p:cNvPr id="91197" name="Rectangle 17"/>
            <p:cNvSpPr>
              <a:spLocks noChangeArrowheads="1"/>
            </p:cNvSpPr>
            <p:nvPr/>
          </p:nvSpPr>
          <p:spPr bwMode="auto">
            <a:xfrm>
              <a:off x="567" y="2131"/>
              <a:ext cx="26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kumimoji="1" lang="en-US" altLang="zh-CN" sz="1400" b="1">
                  <a:solidFill>
                    <a:schemeClr val="bg2"/>
                  </a:solidFill>
                  <a:latin typeface="宋体" panose="02010600030101010101" pitchFamily="2" charset="-122"/>
                </a:rPr>
                <a:t>3.2</a:t>
              </a:r>
              <a:endParaRPr kumimoji="1" lang="en-US" altLang="zh-CN" sz="1400" b="1">
                <a:solidFill>
                  <a:schemeClr val="bg2"/>
                </a:solidFill>
                <a:latin typeface="宋体" panose="02010600030101010101" pitchFamily="2" charset="-122"/>
              </a:endParaRPr>
            </a:p>
          </p:txBody>
        </p:sp>
        <p:sp>
          <p:nvSpPr>
            <p:cNvPr id="91198" name="Rectangle 18"/>
            <p:cNvSpPr>
              <a:spLocks noChangeArrowheads="1"/>
            </p:cNvSpPr>
            <p:nvPr/>
          </p:nvSpPr>
          <p:spPr bwMode="auto">
            <a:xfrm>
              <a:off x="583" y="2817"/>
              <a:ext cx="26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kumimoji="1" lang="en-US" altLang="zh-CN" sz="1400" b="1">
                  <a:solidFill>
                    <a:schemeClr val="bg2"/>
                  </a:solidFill>
                  <a:latin typeface="宋体" panose="02010600030101010101" pitchFamily="2" charset="-122"/>
                </a:rPr>
                <a:t>3.3</a:t>
              </a:r>
              <a:endParaRPr kumimoji="1" lang="en-US" altLang="zh-CN" sz="1400" b="1">
                <a:solidFill>
                  <a:schemeClr val="bg2"/>
                </a:solidFill>
                <a:latin typeface="宋体" panose="02010600030101010101" pitchFamily="2" charset="-122"/>
              </a:endParaRPr>
            </a:p>
          </p:txBody>
        </p:sp>
        <p:sp>
          <p:nvSpPr>
            <p:cNvPr id="91199" name="Rectangle 19"/>
            <p:cNvSpPr>
              <a:spLocks noChangeArrowheads="1"/>
            </p:cNvSpPr>
            <p:nvPr/>
          </p:nvSpPr>
          <p:spPr bwMode="auto">
            <a:xfrm>
              <a:off x="634" y="3553"/>
              <a:ext cx="15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kumimoji="1" lang="en-US" altLang="zh-CN" sz="1400" b="1">
                  <a:solidFill>
                    <a:schemeClr val="bg2"/>
                  </a:solidFill>
                  <a:latin typeface="宋体" panose="02010600030101010101" pitchFamily="2" charset="-122"/>
                </a:rPr>
                <a:t>4</a:t>
              </a:r>
              <a:endParaRPr kumimoji="1" lang="en-US" altLang="zh-CN" sz="1400" b="1">
                <a:solidFill>
                  <a:schemeClr val="bg2"/>
                </a:solidFill>
                <a:latin typeface="宋体" panose="02010600030101010101" pitchFamily="2" charset="-122"/>
              </a:endParaRPr>
            </a:p>
          </p:txBody>
        </p:sp>
      </p:grpSp>
      <p:sp>
        <p:nvSpPr>
          <p:cNvPr id="91151" name="Rectangle 20"/>
          <p:cNvSpPr>
            <a:spLocks noChangeArrowheads="1"/>
          </p:cNvSpPr>
          <p:nvPr/>
        </p:nvSpPr>
        <p:spPr bwMode="auto">
          <a:xfrm>
            <a:off x="985838" y="771525"/>
            <a:ext cx="1835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r>
              <a:rPr kumimoji="1" lang="zh-CN" altLang="en-US" sz="1800" b="1">
                <a:solidFill>
                  <a:srgbClr val="CCFF66"/>
                </a:solidFill>
                <a:latin typeface="宋体" panose="02010600030101010101" pitchFamily="2" charset="-122"/>
              </a:rPr>
              <a:t>人员和知识技能</a:t>
            </a:r>
            <a:endParaRPr kumimoji="1" lang="zh-CN" altLang="en-US" sz="1800" b="1">
              <a:solidFill>
                <a:srgbClr val="CCFF66"/>
              </a:solidFill>
              <a:latin typeface="宋体" panose="02010600030101010101" pitchFamily="2" charset="-122"/>
            </a:endParaRPr>
          </a:p>
        </p:txBody>
      </p:sp>
      <p:sp>
        <p:nvSpPr>
          <p:cNvPr id="91152" name="Rectangle 21"/>
          <p:cNvSpPr>
            <a:spLocks noChangeArrowheads="1"/>
          </p:cNvSpPr>
          <p:nvPr/>
        </p:nvSpPr>
        <p:spPr bwMode="auto">
          <a:xfrm>
            <a:off x="2806700" y="777875"/>
            <a:ext cx="1123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kumimoji="1" lang="zh-CN" altLang="en-US" sz="1800" b="1">
                <a:solidFill>
                  <a:srgbClr val="CCFF66"/>
                </a:solidFill>
                <a:latin typeface="宋体" panose="02010600030101010101" pitchFamily="2" charset="-122"/>
              </a:rPr>
              <a:t>场地设施</a:t>
            </a:r>
            <a:endParaRPr kumimoji="1" lang="zh-CN" altLang="en-US" sz="1800" b="1">
              <a:solidFill>
                <a:srgbClr val="CCFF66"/>
              </a:solidFill>
              <a:latin typeface="宋体" panose="02010600030101010101" pitchFamily="2" charset="-122"/>
            </a:endParaRPr>
          </a:p>
        </p:txBody>
      </p:sp>
      <p:sp>
        <p:nvSpPr>
          <p:cNvPr id="91153" name="Rectangle 22"/>
          <p:cNvSpPr>
            <a:spLocks noChangeArrowheads="1"/>
          </p:cNvSpPr>
          <p:nvPr/>
        </p:nvSpPr>
        <p:spPr bwMode="auto">
          <a:xfrm>
            <a:off x="990600" y="1184275"/>
            <a:ext cx="18161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r>
              <a:rPr kumimoji="1" lang="zh-CN" altLang="en-US" sz="1600" b="1">
                <a:solidFill>
                  <a:schemeClr val="bg2"/>
                </a:solidFill>
                <a:latin typeface="宋体" panose="02010600030101010101" pitchFamily="2" charset="-122"/>
              </a:rPr>
              <a:t>收货和验货</a:t>
            </a:r>
            <a:endParaRPr kumimoji="1" lang="zh-CN" altLang="en-US" sz="1600" b="1">
              <a:solidFill>
                <a:schemeClr val="bg2"/>
              </a:solidFill>
              <a:latin typeface="宋体" panose="02010600030101010101" pitchFamily="2" charset="-122"/>
            </a:endParaRPr>
          </a:p>
          <a:p>
            <a:pPr eaLnBrk="1" hangingPunct="1"/>
            <a:r>
              <a:rPr kumimoji="1" lang="zh-CN" altLang="en-US" sz="1600" b="1">
                <a:solidFill>
                  <a:schemeClr val="bg2"/>
                </a:solidFill>
                <a:latin typeface="宋体" panose="02010600030101010101" pitchFamily="2" charset="-122"/>
              </a:rPr>
              <a:t>的技能</a:t>
            </a:r>
            <a:r>
              <a:rPr kumimoji="1" lang="zh-CN" altLang="en-US" sz="1600">
                <a:solidFill>
                  <a:schemeClr val="bg2"/>
                </a:solidFill>
                <a:latin typeface="宋体" panose="02010600030101010101" pitchFamily="2" charset="-122"/>
              </a:rPr>
              <a:t> </a:t>
            </a:r>
            <a:r>
              <a:rPr kumimoji="1" lang="en-US" altLang="zh-CN" sz="1600">
                <a:solidFill>
                  <a:schemeClr val="bg2"/>
                </a:solidFill>
                <a:latin typeface="宋体" panose="02010600030101010101" pitchFamily="2" charset="-122"/>
              </a:rPr>
              <a:t>(1</a:t>
            </a:r>
            <a:r>
              <a:rPr kumimoji="1" lang="zh-CN" altLang="en-US" sz="1600">
                <a:solidFill>
                  <a:schemeClr val="bg2"/>
                </a:solidFill>
                <a:latin typeface="宋体" panose="02010600030101010101" pitchFamily="2" charset="-122"/>
              </a:rPr>
              <a:t>人</a:t>
            </a:r>
            <a:r>
              <a:rPr kumimoji="1" lang="en-US" altLang="zh-CN" sz="1600">
                <a:solidFill>
                  <a:schemeClr val="bg2"/>
                </a:solidFill>
                <a:latin typeface="宋体" panose="02010600030101010101" pitchFamily="2" charset="-122"/>
              </a:rPr>
              <a:t>-</a:t>
            </a:r>
            <a:r>
              <a:rPr kumimoji="1" lang="zh-CN" altLang="en-US" sz="1600">
                <a:solidFill>
                  <a:schemeClr val="bg2"/>
                </a:solidFill>
                <a:latin typeface="宋体" panose="02010600030101010101" pitchFamily="2" charset="-122"/>
              </a:rPr>
              <a:t>天</a:t>
            </a:r>
            <a:r>
              <a:rPr kumimoji="1" lang="en-US" altLang="zh-CN" sz="1600">
                <a:solidFill>
                  <a:schemeClr val="bg2"/>
                </a:solidFill>
                <a:latin typeface="宋体" panose="02010600030101010101" pitchFamily="2" charset="-122"/>
              </a:rPr>
              <a:t>)</a:t>
            </a:r>
            <a:endParaRPr kumimoji="1" lang="en-US" altLang="zh-CN" sz="1600">
              <a:solidFill>
                <a:schemeClr val="bg2"/>
              </a:solidFill>
              <a:latin typeface="宋体" panose="02010600030101010101" pitchFamily="2" charset="-122"/>
            </a:endParaRPr>
          </a:p>
        </p:txBody>
      </p:sp>
      <p:sp>
        <p:nvSpPr>
          <p:cNvPr id="91154" name="Rectangle 23"/>
          <p:cNvSpPr>
            <a:spLocks noChangeArrowheads="1"/>
          </p:cNvSpPr>
          <p:nvPr/>
        </p:nvSpPr>
        <p:spPr bwMode="auto">
          <a:xfrm>
            <a:off x="2971800" y="1231900"/>
            <a:ext cx="7493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kumimoji="1" lang="zh-CN" altLang="en-US" sz="1600" b="1">
                <a:solidFill>
                  <a:schemeClr val="bg2"/>
                </a:solidFill>
                <a:latin typeface="宋体" panose="02010600030101010101" pitchFamily="2" charset="-122"/>
              </a:rPr>
              <a:t>收货平台</a:t>
            </a:r>
            <a:endParaRPr kumimoji="1" lang="zh-CN" altLang="en-US" sz="1600" b="1">
              <a:solidFill>
                <a:schemeClr val="bg2"/>
              </a:solidFill>
              <a:latin typeface="宋体" panose="02010600030101010101" pitchFamily="2" charset="-122"/>
            </a:endParaRPr>
          </a:p>
        </p:txBody>
      </p:sp>
      <p:sp>
        <p:nvSpPr>
          <p:cNvPr id="91155" name="Rectangle 24"/>
          <p:cNvSpPr>
            <a:spLocks noChangeArrowheads="1"/>
          </p:cNvSpPr>
          <p:nvPr/>
        </p:nvSpPr>
        <p:spPr bwMode="auto">
          <a:xfrm>
            <a:off x="990600" y="1946275"/>
            <a:ext cx="18986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r>
              <a:rPr kumimoji="1" lang="zh-CN" altLang="en-US" sz="1600">
                <a:solidFill>
                  <a:schemeClr val="bg2"/>
                </a:solidFill>
                <a:latin typeface="宋体" panose="02010600030101010101" pitchFamily="2" charset="-122"/>
              </a:rPr>
              <a:t>教学如何使用</a:t>
            </a:r>
            <a:endParaRPr kumimoji="1" lang="zh-CN" altLang="en-US" sz="1600">
              <a:solidFill>
                <a:schemeClr val="bg2"/>
              </a:solidFill>
              <a:latin typeface="宋体" panose="02010600030101010101" pitchFamily="2" charset="-122"/>
            </a:endParaRPr>
          </a:p>
          <a:p>
            <a:pPr eaLnBrk="1" hangingPunct="1"/>
            <a:r>
              <a:rPr kumimoji="1" lang="zh-CN" altLang="en-US" sz="1600">
                <a:solidFill>
                  <a:schemeClr val="bg2"/>
                </a:solidFill>
                <a:latin typeface="宋体" panose="02010600030101010101" pitchFamily="2" charset="-122"/>
              </a:rPr>
              <a:t>数控机床</a:t>
            </a:r>
            <a:r>
              <a:rPr kumimoji="1" lang="en-US" altLang="zh-CN" sz="1400">
                <a:solidFill>
                  <a:schemeClr val="bg2"/>
                </a:solidFill>
                <a:latin typeface="宋体" panose="02010600030101010101" pitchFamily="2" charset="-122"/>
              </a:rPr>
              <a:t>( 3</a:t>
            </a:r>
            <a:r>
              <a:rPr kumimoji="1" lang="zh-CN" altLang="en-US" sz="1400">
                <a:solidFill>
                  <a:schemeClr val="bg2"/>
                </a:solidFill>
                <a:latin typeface="宋体" panose="02010600030101010101" pitchFamily="2" charset="-122"/>
              </a:rPr>
              <a:t>人</a:t>
            </a:r>
            <a:r>
              <a:rPr kumimoji="1" lang="en-US" altLang="zh-CN" sz="1400">
                <a:solidFill>
                  <a:schemeClr val="bg2"/>
                </a:solidFill>
                <a:latin typeface="宋体" panose="02010600030101010101" pitchFamily="2" charset="-122"/>
              </a:rPr>
              <a:t>-</a:t>
            </a:r>
            <a:r>
              <a:rPr kumimoji="1" lang="zh-CN" altLang="en-US" sz="1400">
                <a:solidFill>
                  <a:schemeClr val="bg2"/>
                </a:solidFill>
                <a:latin typeface="宋体" panose="02010600030101010101" pitchFamily="2" charset="-122"/>
              </a:rPr>
              <a:t>天 </a:t>
            </a:r>
            <a:r>
              <a:rPr kumimoji="1" lang="en-US" altLang="zh-CN" sz="1400">
                <a:solidFill>
                  <a:schemeClr val="bg2"/>
                </a:solidFill>
                <a:latin typeface="宋体" panose="02010600030101010101" pitchFamily="2" charset="-122"/>
              </a:rPr>
              <a:t>)</a:t>
            </a:r>
            <a:endParaRPr kumimoji="1" lang="en-US" altLang="zh-CN" sz="1600">
              <a:solidFill>
                <a:schemeClr val="bg2"/>
              </a:solidFill>
              <a:latin typeface="宋体" panose="02010600030101010101" pitchFamily="2" charset="-122"/>
            </a:endParaRPr>
          </a:p>
        </p:txBody>
      </p:sp>
      <p:sp>
        <p:nvSpPr>
          <p:cNvPr id="91156" name="Rectangle 25"/>
          <p:cNvSpPr>
            <a:spLocks noChangeArrowheads="1"/>
          </p:cNvSpPr>
          <p:nvPr/>
        </p:nvSpPr>
        <p:spPr bwMode="auto">
          <a:xfrm>
            <a:off x="2889250" y="1946275"/>
            <a:ext cx="990600"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kumimoji="1" lang="zh-CN" altLang="en-US" sz="1600">
                <a:solidFill>
                  <a:schemeClr val="bg2"/>
                </a:solidFill>
                <a:latin typeface="宋体" panose="02010600030101010101" pitchFamily="2" charset="-122"/>
              </a:rPr>
              <a:t>数控机床实验室</a:t>
            </a:r>
            <a:endParaRPr kumimoji="1" lang="zh-CN" altLang="en-US" sz="1600">
              <a:solidFill>
                <a:schemeClr val="bg2"/>
              </a:solidFill>
              <a:latin typeface="宋体" panose="02010600030101010101" pitchFamily="2" charset="-122"/>
            </a:endParaRPr>
          </a:p>
        </p:txBody>
      </p:sp>
      <p:sp>
        <p:nvSpPr>
          <p:cNvPr id="91157" name="Rectangle 26"/>
          <p:cNvSpPr>
            <a:spLocks noChangeArrowheads="1"/>
          </p:cNvSpPr>
          <p:nvPr/>
        </p:nvSpPr>
        <p:spPr bwMode="auto">
          <a:xfrm>
            <a:off x="1073150" y="2755900"/>
            <a:ext cx="18161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r>
              <a:rPr kumimoji="1" lang="zh-CN" altLang="en-US" sz="1600">
                <a:solidFill>
                  <a:schemeClr val="bg2"/>
                </a:solidFill>
                <a:latin typeface="宋体" panose="02010600030101010101" pitchFamily="2" charset="-122"/>
              </a:rPr>
              <a:t>擅于观察和发现</a:t>
            </a:r>
            <a:endParaRPr kumimoji="1" lang="zh-CN" altLang="en-US" sz="1600">
              <a:solidFill>
                <a:schemeClr val="bg2"/>
              </a:solidFill>
              <a:latin typeface="宋体" panose="02010600030101010101" pitchFamily="2" charset="-122"/>
            </a:endParaRPr>
          </a:p>
          <a:p>
            <a:pPr eaLnBrk="1" hangingPunct="1"/>
            <a:r>
              <a:rPr kumimoji="1" lang="zh-CN" altLang="en-US" sz="1600">
                <a:solidFill>
                  <a:schemeClr val="bg2"/>
                </a:solidFill>
                <a:latin typeface="宋体" panose="02010600030101010101" pitchFamily="2" charset="-122"/>
              </a:rPr>
              <a:t>问题 </a:t>
            </a:r>
            <a:r>
              <a:rPr kumimoji="1" lang="en-US" altLang="zh-CN" sz="1600">
                <a:solidFill>
                  <a:schemeClr val="bg2"/>
                </a:solidFill>
                <a:latin typeface="宋体" panose="02010600030101010101" pitchFamily="2" charset="-122"/>
              </a:rPr>
              <a:t>(3</a:t>
            </a:r>
            <a:r>
              <a:rPr kumimoji="1" lang="zh-CN" altLang="en-US" sz="1600">
                <a:solidFill>
                  <a:schemeClr val="bg2"/>
                </a:solidFill>
                <a:latin typeface="宋体" panose="02010600030101010101" pitchFamily="2" charset="-122"/>
              </a:rPr>
              <a:t>人天</a:t>
            </a:r>
            <a:r>
              <a:rPr kumimoji="1" lang="en-US" altLang="zh-CN" sz="1600">
                <a:solidFill>
                  <a:schemeClr val="bg2"/>
                </a:solidFill>
                <a:latin typeface="宋体" panose="02010600030101010101" pitchFamily="2" charset="-122"/>
              </a:rPr>
              <a:t>)</a:t>
            </a:r>
            <a:endParaRPr kumimoji="1" lang="en-US" altLang="zh-CN" sz="1600">
              <a:solidFill>
                <a:schemeClr val="bg2"/>
              </a:solidFill>
              <a:latin typeface="宋体" panose="02010600030101010101" pitchFamily="2" charset="-122"/>
            </a:endParaRPr>
          </a:p>
        </p:txBody>
      </p:sp>
      <p:sp>
        <p:nvSpPr>
          <p:cNvPr id="91158" name="Rectangle 27"/>
          <p:cNvSpPr>
            <a:spLocks noChangeArrowheads="1"/>
          </p:cNvSpPr>
          <p:nvPr/>
        </p:nvSpPr>
        <p:spPr bwMode="auto">
          <a:xfrm>
            <a:off x="5283200" y="2527300"/>
            <a:ext cx="21463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r>
              <a:rPr kumimoji="1" lang="zh-CN" altLang="en-US" sz="1400">
                <a:solidFill>
                  <a:schemeClr val="bg2"/>
                </a:solidFill>
                <a:latin typeface="宋体" panose="02010600030101010101" pitchFamily="2" charset="-122"/>
              </a:rPr>
              <a:t> </a:t>
            </a:r>
            <a:endParaRPr kumimoji="1" lang="zh-CN" altLang="en-US" sz="1400">
              <a:solidFill>
                <a:schemeClr val="bg2"/>
              </a:solidFill>
              <a:latin typeface="宋体" panose="02010600030101010101" pitchFamily="2" charset="-122"/>
            </a:endParaRPr>
          </a:p>
        </p:txBody>
      </p:sp>
      <p:sp>
        <p:nvSpPr>
          <p:cNvPr id="91159" name="Rectangle 28"/>
          <p:cNvSpPr>
            <a:spLocks noChangeArrowheads="1"/>
          </p:cNvSpPr>
          <p:nvPr/>
        </p:nvSpPr>
        <p:spPr bwMode="auto">
          <a:xfrm>
            <a:off x="742950" y="3457575"/>
            <a:ext cx="181610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r>
              <a:rPr kumimoji="1" lang="zh-CN" altLang="en-US" sz="1400">
                <a:solidFill>
                  <a:schemeClr val="bg2"/>
                </a:solidFill>
                <a:latin typeface="宋体" panose="02010600030101010101" pitchFamily="2" charset="-122"/>
              </a:rPr>
              <a:t>    电工 </a:t>
            </a:r>
            <a:r>
              <a:rPr kumimoji="1" lang="en-US" altLang="zh-CN" sz="1400">
                <a:solidFill>
                  <a:schemeClr val="bg2"/>
                </a:solidFill>
                <a:latin typeface="宋体" panose="02010600030101010101" pitchFamily="2" charset="-122"/>
              </a:rPr>
              <a:t>(6 </a:t>
            </a:r>
            <a:r>
              <a:rPr kumimoji="1" lang="zh-CN" altLang="en-US" sz="1400">
                <a:solidFill>
                  <a:schemeClr val="bg2"/>
                </a:solidFill>
                <a:latin typeface="宋体" panose="02010600030101010101" pitchFamily="2" charset="-122"/>
              </a:rPr>
              <a:t>人天</a:t>
            </a:r>
            <a:r>
              <a:rPr kumimoji="1" lang="en-US" altLang="zh-CN" sz="1400">
                <a:solidFill>
                  <a:schemeClr val="bg2"/>
                </a:solidFill>
                <a:latin typeface="宋体" panose="02010600030101010101" pitchFamily="2" charset="-122"/>
              </a:rPr>
              <a:t>) </a:t>
            </a:r>
            <a:endParaRPr kumimoji="1" lang="en-US" altLang="zh-CN" sz="1400">
              <a:solidFill>
                <a:schemeClr val="bg2"/>
              </a:solidFill>
              <a:latin typeface="宋体" panose="02010600030101010101" pitchFamily="2" charset="-122"/>
            </a:endParaRPr>
          </a:p>
          <a:p>
            <a:pPr eaLnBrk="1" hangingPunct="1"/>
            <a:r>
              <a:rPr kumimoji="1" lang="en-US" altLang="zh-CN" sz="1400">
                <a:solidFill>
                  <a:schemeClr val="bg2"/>
                </a:solidFill>
                <a:latin typeface="宋体" panose="02010600030101010101" pitchFamily="2" charset="-122"/>
              </a:rPr>
              <a:t>    </a:t>
            </a:r>
            <a:r>
              <a:rPr kumimoji="1" lang="zh-CN" altLang="en-US" sz="1400">
                <a:solidFill>
                  <a:schemeClr val="bg2"/>
                </a:solidFill>
                <a:latin typeface="宋体" panose="02010600030101010101" pitchFamily="2" charset="-122"/>
              </a:rPr>
              <a:t>技工 </a:t>
            </a:r>
            <a:r>
              <a:rPr kumimoji="1" lang="en-US" altLang="zh-CN" sz="1400">
                <a:solidFill>
                  <a:schemeClr val="bg2"/>
                </a:solidFill>
                <a:latin typeface="宋体" panose="02010600030101010101" pitchFamily="2" charset="-122"/>
              </a:rPr>
              <a:t>(6 </a:t>
            </a:r>
            <a:r>
              <a:rPr kumimoji="1" lang="zh-CN" altLang="en-US" sz="1400">
                <a:solidFill>
                  <a:schemeClr val="bg2"/>
                </a:solidFill>
                <a:latin typeface="宋体" panose="02010600030101010101" pitchFamily="2" charset="-122"/>
              </a:rPr>
              <a:t>人天</a:t>
            </a:r>
            <a:r>
              <a:rPr kumimoji="1" lang="en-US" altLang="zh-CN" sz="1400">
                <a:solidFill>
                  <a:schemeClr val="bg2"/>
                </a:solidFill>
                <a:latin typeface="宋体" panose="02010600030101010101" pitchFamily="2" charset="-122"/>
              </a:rPr>
              <a:t>)</a:t>
            </a:r>
            <a:endParaRPr kumimoji="1" lang="en-US" altLang="zh-CN" sz="1400">
              <a:solidFill>
                <a:schemeClr val="bg2"/>
              </a:solidFill>
              <a:latin typeface="宋体" panose="02010600030101010101" pitchFamily="2" charset="-122"/>
            </a:endParaRPr>
          </a:p>
        </p:txBody>
      </p:sp>
      <p:sp>
        <p:nvSpPr>
          <p:cNvPr id="91160" name="Rectangle 29"/>
          <p:cNvSpPr>
            <a:spLocks noChangeArrowheads="1"/>
          </p:cNvSpPr>
          <p:nvPr/>
        </p:nvSpPr>
        <p:spPr bwMode="auto">
          <a:xfrm>
            <a:off x="2967038" y="3441700"/>
            <a:ext cx="7175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kumimoji="1" lang="zh-CN" altLang="en-US" sz="1400">
                <a:solidFill>
                  <a:schemeClr val="bg2"/>
                </a:solidFill>
                <a:latin typeface="宋体" panose="02010600030101010101" pitchFamily="2" charset="-122"/>
              </a:rPr>
              <a:t>生产线</a:t>
            </a:r>
            <a:endParaRPr kumimoji="1" lang="zh-CN" altLang="en-US" sz="1400">
              <a:solidFill>
                <a:schemeClr val="bg2"/>
              </a:solidFill>
              <a:latin typeface="宋体" panose="02010600030101010101" pitchFamily="2" charset="-122"/>
            </a:endParaRPr>
          </a:p>
        </p:txBody>
      </p:sp>
      <p:sp>
        <p:nvSpPr>
          <p:cNvPr id="91161" name="Rectangle 30"/>
          <p:cNvSpPr>
            <a:spLocks noChangeArrowheads="1"/>
          </p:cNvSpPr>
          <p:nvPr/>
        </p:nvSpPr>
        <p:spPr bwMode="auto">
          <a:xfrm>
            <a:off x="742950" y="4616450"/>
            <a:ext cx="2027238" cy="73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r>
              <a:rPr kumimoji="1" lang="zh-CN" altLang="en-US" sz="1400">
                <a:solidFill>
                  <a:schemeClr val="bg2"/>
                </a:solidFill>
                <a:latin typeface="宋体" panose="02010600030101010101" pitchFamily="2" charset="-122"/>
              </a:rPr>
              <a:t>    电工 </a:t>
            </a:r>
            <a:r>
              <a:rPr kumimoji="1" lang="en-US" altLang="zh-CN" sz="1400">
                <a:solidFill>
                  <a:schemeClr val="bg2"/>
                </a:solidFill>
                <a:latin typeface="宋体" panose="02010600030101010101" pitchFamily="2" charset="-122"/>
              </a:rPr>
              <a:t>(2 </a:t>
            </a:r>
            <a:r>
              <a:rPr kumimoji="1" lang="zh-CN" altLang="en-US" sz="1400">
                <a:solidFill>
                  <a:schemeClr val="bg2"/>
                </a:solidFill>
                <a:latin typeface="宋体" panose="02010600030101010101" pitchFamily="2" charset="-122"/>
              </a:rPr>
              <a:t>人天</a:t>
            </a:r>
            <a:r>
              <a:rPr kumimoji="1" lang="en-US" altLang="zh-CN" sz="1400">
                <a:solidFill>
                  <a:schemeClr val="bg2"/>
                </a:solidFill>
                <a:latin typeface="宋体" panose="02010600030101010101" pitchFamily="2" charset="-122"/>
              </a:rPr>
              <a:t>)  </a:t>
            </a:r>
            <a:endParaRPr kumimoji="1" lang="en-US" altLang="zh-CN" sz="1400">
              <a:solidFill>
                <a:schemeClr val="bg2"/>
              </a:solidFill>
              <a:latin typeface="宋体" panose="02010600030101010101" pitchFamily="2" charset="-122"/>
            </a:endParaRPr>
          </a:p>
          <a:p>
            <a:pPr eaLnBrk="1" hangingPunct="1"/>
            <a:r>
              <a:rPr kumimoji="1" lang="en-US" altLang="zh-CN" sz="1400">
                <a:solidFill>
                  <a:schemeClr val="bg2"/>
                </a:solidFill>
                <a:latin typeface="宋体" panose="02010600030101010101" pitchFamily="2" charset="-122"/>
              </a:rPr>
              <a:t>    </a:t>
            </a:r>
            <a:r>
              <a:rPr kumimoji="1" lang="zh-CN" altLang="en-US" sz="1400">
                <a:solidFill>
                  <a:schemeClr val="bg2"/>
                </a:solidFill>
                <a:latin typeface="宋体" panose="02010600030101010101" pitchFamily="2" charset="-122"/>
              </a:rPr>
              <a:t>技工 </a:t>
            </a:r>
            <a:r>
              <a:rPr kumimoji="1" lang="en-US" altLang="zh-CN" sz="1400">
                <a:solidFill>
                  <a:schemeClr val="bg2"/>
                </a:solidFill>
                <a:latin typeface="宋体" panose="02010600030101010101" pitchFamily="2" charset="-122"/>
              </a:rPr>
              <a:t>(2 </a:t>
            </a:r>
            <a:r>
              <a:rPr kumimoji="1" lang="zh-CN" altLang="en-US" sz="1400">
                <a:solidFill>
                  <a:schemeClr val="bg2"/>
                </a:solidFill>
                <a:latin typeface="宋体" panose="02010600030101010101" pitchFamily="2" charset="-122"/>
              </a:rPr>
              <a:t>人天</a:t>
            </a:r>
            <a:r>
              <a:rPr kumimoji="1" lang="en-US" altLang="zh-CN" sz="1400">
                <a:solidFill>
                  <a:schemeClr val="bg2"/>
                </a:solidFill>
                <a:latin typeface="宋体" panose="02010600030101010101" pitchFamily="2" charset="-122"/>
              </a:rPr>
              <a:t>) </a:t>
            </a:r>
            <a:endParaRPr kumimoji="1" lang="en-US" altLang="zh-CN" sz="1400">
              <a:solidFill>
                <a:schemeClr val="bg2"/>
              </a:solidFill>
              <a:latin typeface="宋体" panose="02010600030101010101" pitchFamily="2" charset="-122"/>
            </a:endParaRPr>
          </a:p>
          <a:p>
            <a:pPr eaLnBrk="1" hangingPunct="1"/>
            <a:r>
              <a:rPr kumimoji="1" lang="en-US" altLang="zh-CN" sz="1400">
                <a:solidFill>
                  <a:schemeClr val="bg2"/>
                </a:solidFill>
                <a:latin typeface="宋体" panose="02010600030101010101" pitchFamily="2" charset="-122"/>
              </a:rPr>
              <a:t>    </a:t>
            </a:r>
            <a:r>
              <a:rPr kumimoji="1" lang="zh-CN" altLang="en-US" sz="1400">
                <a:solidFill>
                  <a:schemeClr val="bg2"/>
                </a:solidFill>
                <a:latin typeface="宋体" panose="02010600030101010101" pitchFamily="2" charset="-122"/>
              </a:rPr>
              <a:t>工程师 </a:t>
            </a:r>
            <a:r>
              <a:rPr kumimoji="1" lang="en-US" altLang="zh-CN" sz="1400">
                <a:solidFill>
                  <a:schemeClr val="bg2"/>
                </a:solidFill>
                <a:latin typeface="宋体" panose="02010600030101010101" pitchFamily="2" charset="-122"/>
              </a:rPr>
              <a:t>(1</a:t>
            </a:r>
            <a:r>
              <a:rPr kumimoji="1" lang="zh-CN" altLang="en-US" sz="1400">
                <a:solidFill>
                  <a:schemeClr val="bg2"/>
                </a:solidFill>
                <a:latin typeface="宋体" panose="02010600030101010101" pitchFamily="2" charset="-122"/>
              </a:rPr>
              <a:t>人天</a:t>
            </a:r>
            <a:r>
              <a:rPr kumimoji="1" lang="en-US" altLang="zh-CN" sz="1400">
                <a:solidFill>
                  <a:schemeClr val="bg2"/>
                </a:solidFill>
                <a:latin typeface="宋体" panose="02010600030101010101" pitchFamily="2" charset="-122"/>
              </a:rPr>
              <a:t>)</a:t>
            </a:r>
            <a:endParaRPr kumimoji="1" lang="en-US" altLang="zh-CN" sz="1400">
              <a:solidFill>
                <a:schemeClr val="bg2"/>
              </a:solidFill>
              <a:latin typeface="宋体" panose="02010600030101010101" pitchFamily="2" charset="-122"/>
            </a:endParaRPr>
          </a:p>
        </p:txBody>
      </p:sp>
      <p:sp>
        <p:nvSpPr>
          <p:cNvPr id="91162" name="Rectangle 31"/>
          <p:cNvSpPr>
            <a:spLocks noChangeArrowheads="1"/>
          </p:cNvSpPr>
          <p:nvPr/>
        </p:nvSpPr>
        <p:spPr bwMode="auto">
          <a:xfrm>
            <a:off x="2967038" y="4660900"/>
            <a:ext cx="7175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kumimoji="1" lang="zh-CN" altLang="en-US" sz="1400">
                <a:solidFill>
                  <a:schemeClr val="bg2"/>
                </a:solidFill>
                <a:latin typeface="宋体" panose="02010600030101010101" pitchFamily="2" charset="-122"/>
              </a:rPr>
              <a:t>生产线</a:t>
            </a:r>
            <a:endParaRPr kumimoji="1" lang="zh-CN" altLang="en-US" sz="1400">
              <a:solidFill>
                <a:schemeClr val="bg2"/>
              </a:solidFill>
              <a:latin typeface="宋体" panose="02010600030101010101" pitchFamily="2" charset="-122"/>
            </a:endParaRPr>
          </a:p>
        </p:txBody>
      </p:sp>
      <p:sp>
        <p:nvSpPr>
          <p:cNvPr id="91163" name="Rectangle 32"/>
          <p:cNvSpPr>
            <a:spLocks noChangeArrowheads="1"/>
          </p:cNvSpPr>
          <p:nvPr/>
        </p:nvSpPr>
        <p:spPr bwMode="auto">
          <a:xfrm>
            <a:off x="3973513" y="774700"/>
            <a:ext cx="717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kumimoji="1" lang="zh-CN" altLang="en-US" sz="1800" b="1">
                <a:solidFill>
                  <a:srgbClr val="CCFF66"/>
                </a:solidFill>
                <a:latin typeface="宋体" panose="02010600030101010101" pitchFamily="2" charset="-122"/>
              </a:rPr>
              <a:t>设备</a:t>
            </a:r>
            <a:endParaRPr kumimoji="1" lang="zh-CN" altLang="en-US" sz="1800" b="1">
              <a:solidFill>
                <a:srgbClr val="CCFF66"/>
              </a:solidFill>
              <a:latin typeface="宋体" panose="02010600030101010101" pitchFamily="2" charset="-122"/>
            </a:endParaRPr>
          </a:p>
        </p:txBody>
      </p:sp>
      <p:sp>
        <p:nvSpPr>
          <p:cNvPr id="91164" name="Rectangle 33"/>
          <p:cNvSpPr>
            <a:spLocks noChangeArrowheads="1"/>
          </p:cNvSpPr>
          <p:nvPr/>
        </p:nvSpPr>
        <p:spPr bwMode="auto">
          <a:xfrm>
            <a:off x="3797300" y="1308100"/>
            <a:ext cx="86995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kumimoji="1" lang="zh-CN" altLang="en-US" sz="1400" b="1">
                <a:solidFill>
                  <a:schemeClr val="bg2"/>
                </a:solidFill>
                <a:latin typeface="宋体" panose="02010600030101010101" pitchFamily="2" charset="-122"/>
              </a:rPr>
              <a:t>叉式升降机</a:t>
            </a:r>
            <a:endParaRPr kumimoji="1" lang="zh-CN" altLang="en-US" sz="1400" b="1">
              <a:solidFill>
                <a:schemeClr val="bg2"/>
              </a:solidFill>
              <a:latin typeface="宋体" panose="02010600030101010101" pitchFamily="2" charset="-122"/>
            </a:endParaRPr>
          </a:p>
        </p:txBody>
      </p:sp>
      <p:sp>
        <p:nvSpPr>
          <p:cNvPr id="91165" name="Rectangle 34"/>
          <p:cNvSpPr>
            <a:spLocks noChangeArrowheads="1"/>
          </p:cNvSpPr>
          <p:nvPr/>
        </p:nvSpPr>
        <p:spPr bwMode="auto">
          <a:xfrm>
            <a:off x="3844925" y="1995488"/>
            <a:ext cx="777875"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kumimoji="1" lang="zh-CN" altLang="en-US" sz="1400">
                <a:solidFill>
                  <a:schemeClr val="bg2"/>
                </a:solidFill>
                <a:latin typeface="宋体" panose="02010600030101010101" pitchFamily="2" charset="-122"/>
              </a:rPr>
              <a:t>数控机床</a:t>
            </a:r>
            <a:endParaRPr kumimoji="1" lang="zh-CN" altLang="en-US" sz="1400">
              <a:solidFill>
                <a:schemeClr val="bg2"/>
              </a:solidFill>
              <a:latin typeface="宋体" panose="02010600030101010101" pitchFamily="2" charset="-122"/>
            </a:endParaRPr>
          </a:p>
        </p:txBody>
      </p:sp>
      <p:sp>
        <p:nvSpPr>
          <p:cNvPr id="91166" name="Rectangle 35"/>
          <p:cNvSpPr>
            <a:spLocks noChangeArrowheads="1"/>
          </p:cNvSpPr>
          <p:nvPr/>
        </p:nvSpPr>
        <p:spPr bwMode="auto">
          <a:xfrm>
            <a:off x="3879850" y="2771775"/>
            <a:ext cx="74295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kumimoji="1" lang="zh-CN" altLang="en-US" sz="1400">
                <a:solidFill>
                  <a:schemeClr val="bg2"/>
                </a:solidFill>
                <a:latin typeface="宋体" panose="02010600030101010101" pitchFamily="2" charset="-122"/>
              </a:rPr>
              <a:t>运输设备</a:t>
            </a:r>
            <a:endParaRPr kumimoji="1" lang="zh-CN" altLang="en-US" sz="1400">
              <a:solidFill>
                <a:schemeClr val="bg2"/>
              </a:solidFill>
              <a:latin typeface="宋体" panose="02010600030101010101" pitchFamily="2" charset="-122"/>
            </a:endParaRPr>
          </a:p>
        </p:txBody>
      </p:sp>
      <p:sp>
        <p:nvSpPr>
          <p:cNvPr id="91167" name="Rectangle 36"/>
          <p:cNvSpPr>
            <a:spLocks noChangeArrowheads="1"/>
          </p:cNvSpPr>
          <p:nvPr/>
        </p:nvSpPr>
        <p:spPr bwMode="auto">
          <a:xfrm>
            <a:off x="3714750" y="3473450"/>
            <a:ext cx="1179513" cy="73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r>
              <a:rPr kumimoji="1" lang="zh-CN" altLang="en-US" sz="1400">
                <a:solidFill>
                  <a:schemeClr val="bg2"/>
                </a:solidFill>
                <a:latin typeface="宋体" panose="02010600030101010101" pitchFamily="2" charset="-122"/>
              </a:rPr>
              <a:t>叉车，</a:t>
            </a:r>
            <a:r>
              <a:rPr kumimoji="1" lang="en-US" altLang="zh-CN" sz="1400">
                <a:solidFill>
                  <a:schemeClr val="bg2"/>
                </a:solidFill>
                <a:latin typeface="宋体" panose="02010600030101010101" pitchFamily="2" charset="-122"/>
              </a:rPr>
              <a:t>1</a:t>
            </a:r>
            <a:r>
              <a:rPr kumimoji="1" lang="zh-CN" altLang="en-US" sz="1400">
                <a:solidFill>
                  <a:schemeClr val="bg2"/>
                </a:solidFill>
                <a:latin typeface="宋体" panose="02010600030101010101" pitchFamily="2" charset="-122"/>
              </a:rPr>
              <a:t>天  </a:t>
            </a:r>
            <a:endParaRPr kumimoji="1" lang="zh-CN" altLang="en-US" sz="1400">
              <a:solidFill>
                <a:schemeClr val="bg2"/>
              </a:solidFill>
              <a:latin typeface="宋体" panose="02010600030101010101" pitchFamily="2" charset="-122"/>
            </a:endParaRPr>
          </a:p>
          <a:p>
            <a:pPr algn="ctr" eaLnBrk="1" hangingPunct="1"/>
            <a:r>
              <a:rPr kumimoji="1" lang="en-US" altLang="zh-CN" sz="1400">
                <a:solidFill>
                  <a:schemeClr val="bg2"/>
                </a:solidFill>
                <a:latin typeface="宋体" panose="02010600030101010101" pitchFamily="2" charset="-122"/>
              </a:rPr>
              <a:t>(900</a:t>
            </a:r>
            <a:r>
              <a:rPr kumimoji="1" lang="zh-CN" altLang="en-US" sz="1400">
                <a:solidFill>
                  <a:schemeClr val="bg2"/>
                </a:solidFill>
                <a:latin typeface="宋体" panose="02010600030101010101" pitchFamily="2" charset="-122"/>
              </a:rPr>
              <a:t>元</a:t>
            </a:r>
            <a:endParaRPr kumimoji="1" lang="zh-CN" altLang="en-US" sz="1400">
              <a:solidFill>
                <a:schemeClr val="bg2"/>
              </a:solidFill>
              <a:latin typeface="宋体" panose="02010600030101010101" pitchFamily="2" charset="-122"/>
            </a:endParaRPr>
          </a:p>
          <a:p>
            <a:pPr algn="ctr" eaLnBrk="1" hangingPunct="1"/>
            <a:r>
              <a:rPr kumimoji="1" lang="en-US" altLang="zh-CN" sz="1400">
                <a:solidFill>
                  <a:schemeClr val="bg2"/>
                </a:solidFill>
                <a:latin typeface="宋体" panose="02010600030101010101" pitchFamily="2" charset="-122"/>
              </a:rPr>
              <a:t>/</a:t>
            </a:r>
            <a:r>
              <a:rPr kumimoji="1" lang="zh-CN" altLang="en-US" sz="1400">
                <a:solidFill>
                  <a:schemeClr val="bg2"/>
                </a:solidFill>
                <a:latin typeface="宋体" panose="02010600030101010101" pitchFamily="2" charset="-122"/>
              </a:rPr>
              <a:t>天</a:t>
            </a:r>
            <a:r>
              <a:rPr kumimoji="1" lang="en-US" altLang="zh-CN" sz="1400">
                <a:solidFill>
                  <a:schemeClr val="bg2"/>
                </a:solidFill>
                <a:latin typeface="宋体" panose="02010600030101010101" pitchFamily="2" charset="-122"/>
              </a:rPr>
              <a:t>)</a:t>
            </a:r>
            <a:endParaRPr kumimoji="1" lang="en-US" altLang="zh-CN" sz="1400">
              <a:solidFill>
                <a:schemeClr val="bg2"/>
              </a:solidFill>
              <a:latin typeface="宋体" panose="02010600030101010101" pitchFamily="2" charset="-122"/>
            </a:endParaRPr>
          </a:p>
        </p:txBody>
      </p:sp>
      <p:sp>
        <p:nvSpPr>
          <p:cNvPr id="91168" name="Rectangle 37"/>
          <p:cNvSpPr>
            <a:spLocks noChangeArrowheads="1"/>
          </p:cNvSpPr>
          <p:nvPr/>
        </p:nvSpPr>
        <p:spPr bwMode="auto">
          <a:xfrm>
            <a:off x="3879850" y="4659313"/>
            <a:ext cx="71755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r>
              <a:rPr kumimoji="1" lang="zh-CN" altLang="en-US" sz="1400">
                <a:solidFill>
                  <a:schemeClr val="bg2"/>
                </a:solidFill>
                <a:latin typeface="宋体" panose="02010600030101010101" pitchFamily="2" charset="-122"/>
              </a:rPr>
              <a:t>电表  </a:t>
            </a:r>
            <a:endParaRPr kumimoji="1" lang="zh-CN" altLang="en-US" sz="1400">
              <a:solidFill>
                <a:schemeClr val="bg2"/>
              </a:solidFill>
              <a:latin typeface="宋体" panose="02010600030101010101" pitchFamily="2" charset="-122"/>
            </a:endParaRPr>
          </a:p>
          <a:p>
            <a:pPr eaLnBrk="1" hangingPunct="1"/>
            <a:r>
              <a:rPr kumimoji="1" lang="zh-CN" altLang="en-US" sz="1400">
                <a:solidFill>
                  <a:schemeClr val="bg2"/>
                </a:solidFill>
                <a:latin typeface="宋体" panose="02010600030101010101" pitchFamily="2" charset="-122"/>
              </a:rPr>
              <a:t> </a:t>
            </a:r>
            <a:r>
              <a:rPr kumimoji="1" lang="en-US" altLang="zh-CN" sz="1400">
                <a:solidFill>
                  <a:schemeClr val="bg2"/>
                </a:solidFill>
                <a:latin typeface="宋体" panose="02010600030101010101" pitchFamily="2" charset="-122"/>
              </a:rPr>
              <a:t>(2)</a:t>
            </a:r>
            <a:endParaRPr kumimoji="1" lang="en-US" altLang="zh-CN" sz="1400">
              <a:solidFill>
                <a:schemeClr val="bg2"/>
              </a:solidFill>
              <a:latin typeface="宋体" panose="02010600030101010101" pitchFamily="2" charset="-122"/>
            </a:endParaRPr>
          </a:p>
        </p:txBody>
      </p:sp>
      <p:sp>
        <p:nvSpPr>
          <p:cNvPr id="91169" name="Rectangle 38"/>
          <p:cNvSpPr>
            <a:spLocks noChangeArrowheads="1"/>
          </p:cNvSpPr>
          <p:nvPr/>
        </p:nvSpPr>
        <p:spPr bwMode="auto">
          <a:xfrm>
            <a:off x="990600" y="5575300"/>
            <a:ext cx="1606550" cy="73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r>
              <a:rPr kumimoji="1" lang="zh-CN" altLang="en-US" sz="1400">
                <a:solidFill>
                  <a:schemeClr val="bg2"/>
                </a:solidFill>
                <a:latin typeface="宋体" panose="02010600030101010101" pitchFamily="2" charset="-122"/>
              </a:rPr>
              <a:t>数控机床操作技能</a:t>
            </a:r>
            <a:endParaRPr kumimoji="1" lang="zh-CN" altLang="en-US" sz="1400">
              <a:solidFill>
                <a:schemeClr val="bg2"/>
              </a:solidFill>
              <a:latin typeface="宋体" panose="02010600030101010101" pitchFamily="2" charset="-122"/>
            </a:endParaRPr>
          </a:p>
          <a:p>
            <a:pPr eaLnBrk="1" hangingPunct="1"/>
            <a:r>
              <a:rPr kumimoji="1" lang="zh-CN" altLang="en-US" sz="1400">
                <a:solidFill>
                  <a:schemeClr val="bg2"/>
                </a:solidFill>
                <a:latin typeface="宋体" panose="02010600030101010101" pitchFamily="2" charset="-122"/>
              </a:rPr>
              <a:t> </a:t>
            </a:r>
            <a:r>
              <a:rPr kumimoji="1" lang="en-US" altLang="zh-CN" sz="1400">
                <a:solidFill>
                  <a:schemeClr val="bg2"/>
                </a:solidFill>
                <a:latin typeface="宋体" panose="02010600030101010101" pitchFamily="2" charset="-122"/>
              </a:rPr>
              <a:t>(6 </a:t>
            </a:r>
            <a:r>
              <a:rPr kumimoji="1" lang="zh-CN" altLang="en-US" sz="1400">
                <a:solidFill>
                  <a:schemeClr val="bg2"/>
                </a:solidFill>
                <a:latin typeface="宋体" panose="02010600030101010101" pitchFamily="2" charset="-122"/>
              </a:rPr>
              <a:t>人天</a:t>
            </a:r>
            <a:r>
              <a:rPr kumimoji="1" lang="en-US" altLang="zh-CN" sz="1400">
                <a:solidFill>
                  <a:schemeClr val="bg2"/>
                </a:solidFill>
                <a:latin typeface="宋体" panose="02010600030101010101" pitchFamily="2" charset="-122"/>
              </a:rPr>
              <a:t>)  </a:t>
            </a:r>
            <a:endParaRPr kumimoji="1" lang="en-US" altLang="zh-CN" sz="1400">
              <a:solidFill>
                <a:schemeClr val="bg2"/>
              </a:solidFill>
              <a:latin typeface="宋体" panose="02010600030101010101" pitchFamily="2" charset="-122"/>
            </a:endParaRPr>
          </a:p>
          <a:p>
            <a:pPr eaLnBrk="1" hangingPunct="1"/>
            <a:r>
              <a:rPr kumimoji="1" lang="zh-CN" altLang="en-US" sz="1400">
                <a:solidFill>
                  <a:schemeClr val="bg2"/>
                </a:solidFill>
                <a:latin typeface="宋体" panose="02010600030101010101" pitchFamily="2" charset="-122"/>
              </a:rPr>
              <a:t>工程师</a:t>
            </a:r>
            <a:r>
              <a:rPr kumimoji="1" lang="en-US" altLang="zh-CN" sz="1400">
                <a:solidFill>
                  <a:schemeClr val="bg2"/>
                </a:solidFill>
                <a:latin typeface="宋体" panose="02010600030101010101" pitchFamily="2" charset="-122"/>
              </a:rPr>
              <a:t>(2 </a:t>
            </a:r>
            <a:r>
              <a:rPr kumimoji="1" lang="zh-CN" altLang="en-US" sz="1400">
                <a:solidFill>
                  <a:schemeClr val="bg2"/>
                </a:solidFill>
                <a:latin typeface="宋体" panose="02010600030101010101" pitchFamily="2" charset="-122"/>
              </a:rPr>
              <a:t>人天</a:t>
            </a:r>
            <a:r>
              <a:rPr kumimoji="1" lang="en-US" altLang="zh-CN" sz="1400">
                <a:solidFill>
                  <a:schemeClr val="bg2"/>
                </a:solidFill>
                <a:latin typeface="宋体" panose="02010600030101010101" pitchFamily="2" charset="-122"/>
              </a:rPr>
              <a:t>)</a:t>
            </a:r>
            <a:endParaRPr kumimoji="1" lang="en-US" altLang="zh-CN" sz="1400">
              <a:solidFill>
                <a:schemeClr val="bg2"/>
              </a:solidFill>
              <a:latin typeface="宋体" panose="02010600030101010101" pitchFamily="2" charset="-122"/>
            </a:endParaRPr>
          </a:p>
        </p:txBody>
      </p:sp>
      <p:sp>
        <p:nvSpPr>
          <p:cNvPr id="91170" name="Rectangle 39"/>
          <p:cNvSpPr>
            <a:spLocks noChangeArrowheads="1"/>
          </p:cNvSpPr>
          <p:nvPr/>
        </p:nvSpPr>
        <p:spPr bwMode="auto">
          <a:xfrm>
            <a:off x="2967038" y="5803900"/>
            <a:ext cx="7175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kumimoji="1" lang="zh-CN" altLang="en-US" sz="1400">
                <a:solidFill>
                  <a:schemeClr val="bg2"/>
                </a:solidFill>
                <a:latin typeface="宋体" panose="02010600030101010101" pitchFamily="2" charset="-122"/>
              </a:rPr>
              <a:t>生产线</a:t>
            </a:r>
            <a:endParaRPr kumimoji="1" lang="zh-CN" altLang="en-US" sz="1400">
              <a:solidFill>
                <a:schemeClr val="bg2"/>
              </a:solidFill>
              <a:latin typeface="宋体" panose="02010600030101010101" pitchFamily="2" charset="-122"/>
            </a:endParaRPr>
          </a:p>
        </p:txBody>
      </p:sp>
      <p:sp>
        <p:nvSpPr>
          <p:cNvPr id="91171" name="Line 40"/>
          <p:cNvSpPr>
            <a:spLocks noChangeShapeType="1"/>
          </p:cNvSpPr>
          <p:nvPr/>
        </p:nvSpPr>
        <p:spPr bwMode="auto">
          <a:xfrm>
            <a:off x="4787900" y="850900"/>
            <a:ext cx="0" cy="5486400"/>
          </a:xfrm>
          <a:prstGeom prst="line">
            <a:avLst/>
          </a:prstGeom>
          <a:noFill/>
          <a:ln w="9525">
            <a:solidFill>
              <a:srgbClr val="33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91172" name="Rectangle 41"/>
          <p:cNvSpPr>
            <a:spLocks noChangeArrowheads="1"/>
          </p:cNvSpPr>
          <p:nvPr/>
        </p:nvSpPr>
        <p:spPr bwMode="auto">
          <a:xfrm>
            <a:off x="4897438" y="771525"/>
            <a:ext cx="730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r>
              <a:rPr kumimoji="1" lang="zh-CN" altLang="en-US" sz="1800" b="1">
                <a:solidFill>
                  <a:srgbClr val="CCFF66"/>
                </a:solidFill>
                <a:latin typeface="宋体" panose="02010600030101010101" pitchFamily="2" charset="-122"/>
              </a:rPr>
              <a:t>材料</a:t>
            </a:r>
            <a:endParaRPr kumimoji="1" lang="zh-CN" altLang="en-US" sz="1800" b="1">
              <a:solidFill>
                <a:srgbClr val="CCFF66"/>
              </a:solidFill>
              <a:latin typeface="宋体" panose="02010600030101010101" pitchFamily="2" charset="-122"/>
            </a:endParaRPr>
          </a:p>
        </p:txBody>
      </p:sp>
      <p:sp>
        <p:nvSpPr>
          <p:cNvPr id="91173" name="Rectangle 42"/>
          <p:cNvSpPr>
            <a:spLocks noChangeArrowheads="1"/>
          </p:cNvSpPr>
          <p:nvPr/>
        </p:nvSpPr>
        <p:spPr bwMode="auto">
          <a:xfrm>
            <a:off x="4821238" y="1946275"/>
            <a:ext cx="8953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r>
              <a:rPr kumimoji="1" lang="zh-CN" altLang="en-US" sz="1600">
                <a:solidFill>
                  <a:schemeClr val="bg2"/>
                </a:solidFill>
                <a:latin typeface="宋体" panose="02010600030101010101" pitchFamily="2" charset="-122"/>
              </a:rPr>
              <a:t>操作</a:t>
            </a:r>
            <a:endParaRPr kumimoji="1" lang="zh-CN" altLang="en-US" sz="1600">
              <a:solidFill>
                <a:schemeClr val="bg2"/>
              </a:solidFill>
              <a:latin typeface="宋体" panose="02010600030101010101" pitchFamily="2" charset="-122"/>
            </a:endParaRPr>
          </a:p>
          <a:p>
            <a:pPr eaLnBrk="1" hangingPunct="1"/>
            <a:r>
              <a:rPr kumimoji="1" lang="zh-CN" altLang="en-US" sz="1600">
                <a:solidFill>
                  <a:schemeClr val="bg2"/>
                </a:solidFill>
                <a:latin typeface="宋体" panose="02010600030101010101" pitchFamily="2" charset="-122"/>
              </a:rPr>
              <a:t>指南</a:t>
            </a:r>
            <a:r>
              <a:rPr kumimoji="1" lang="en-US" altLang="zh-CN" sz="1600">
                <a:solidFill>
                  <a:schemeClr val="bg2"/>
                </a:solidFill>
                <a:latin typeface="宋体" panose="02010600030101010101" pitchFamily="2" charset="-122"/>
              </a:rPr>
              <a:t>(3)</a:t>
            </a:r>
            <a:endParaRPr kumimoji="1" lang="en-US" altLang="zh-CN" sz="1600">
              <a:solidFill>
                <a:schemeClr val="bg2"/>
              </a:solidFill>
              <a:latin typeface="宋体" panose="02010600030101010101" pitchFamily="2" charset="-122"/>
            </a:endParaRPr>
          </a:p>
        </p:txBody>
      </p:sp>
      <p:sp>
        <p:nvSpPr>
          <p:cNvPr id="91174" name="Rectangle 43"/>
          <p:cNvSpPr>
            <a:spLocks noChangeArrowheads="1"/>
          </p:cNvSpPr>
          <p:nvPr/>
        </p:nvSpPr>
        <p:spPr bwMode="auto">
          <a:xfrm>
            <a:off x="4829175" y="3441700"/>
            <a:ext cx="949325"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r>
              <a:rPr kumimoji="1" lang="zh-CN" altLang="en-US" sz="1600">
                <a:solidFill>
                  <a:schemeClr val="bg2"/>
                </a:solidFill>
                <a:latin typeface="宋体" panose="02010600030101010101" pitchFamily="2" charset="-122"/>
              </a:rPr>
              <a:t>电工，</a:t>
            </a:r>
            <a:endParaRPr kumimoji="1" lang="zh-CN" altLang="en-US" sz="1600">
              <a:solidFill>
                <a:schemeClr val="bg2"/>
              </a:solidFill>
              <a:latin typeface="宋体" panose="02010600030101010101" pitchFamily="2" charset="-122"/>
            </a:endParaRPr>
          </a:p>
          <a:p>
            <a:pPr eaLnBrk="1" hangingPunct="1"/>
            <a:r>
              <a:rPr kumimoji="1" lang="zh-CN" altLang="en-US" sz="1600">
                <a:solidFill>
                  <a:schemeClr val="bg2"/>
                </a:solidFill>
                <a:latin typeface="宋体" panose="02010600030101010101" pitchFamily="2" charset="-122"/>
              </a:rPr>
              <a:t>技工所</a:t>
            </a:r>
            <a:endParaRPr kumimoji="1" lang="zh-CN" altLang="en-US" sz="1600">
              <a:solidFill>
                <a:schemeClr val="bg2"/>
              </a:solidFill>
              <a:latin typeface="宋体" panose="02010600030101010101" pitchFamily="2" charset="-122"/>
            </a:endParaRPr>
          </a:p>
          <a:p>
            <a:pPr eaLnBrk="1" hangingPunct="1"/>
            <a:r>
              <a:rPr kumimoji="1" lang="zh-CN" altLang="en-US" sz="1600">
                <a:solidFill>
                  <a:schemeClr val="bg2"/>
                </a:solidFill>
                <a:latin typeface="宋体" panose="02010600030101010101" pitchFamily="2" charset="-122"/>
              </a:rPr>
              <a:t>用辅料</a:t>
            </a:r>
            <a:endParaRPr kumimoji="1" lang="zh-CN" altLang="en-US" sz="1600">
              <a:solidFill>
                <a:schemeClr val="bg2"/>
              </a:solidFill>
              <a:latin typeface="宋体" panose="02010600030101010101" pitchFamily="2" charset="-122"/>
            </a:endParaRPr>
          </a:p>
        </p:txBody>
      </p:sp>
      <p:sp>
        <p:nvSpPr>
          <p:cNvPr id="91175" name="Rectangle 44"/>
          <p:cNvSpPr>
            <a:spLocks noChangeArrowheads="1"/>
          </p:cNvSpPr>
          <p:nvPr/>
        </p:nvSpPr>
        <p:spPr bwMode="auto">
          <a:xfrm>
            <a:off x="4870450" y="5651500"/>
            <a:ext cx="5905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r>
              <a:rPr kumimoji="1" lang="zh-CN" altLang="en-US" sz="1600">
                <a:solidFill>
                  <a:schemeClr val="bg2"/>
                </a:solidFill>
                <a:latin typeface="宋体" panose="02010600030101010101" pitchFamily="2" charset="-122"/>
              </a:rPr>
              <a:t>生产</a:t>
            </a:r>
            <a:endParaRPr kumimoji="1" lang="zh-CN" altLang="en-US" sz="1600">
              <a:solidFill>
                <a:schemeClr val="bg2"/>
              </a:solidFill>
              <a:latin typeface="宋体" panose="02010600030101010101" pitchFamily="2" charset="-122"/>
            </a:endParaRPr>
          </a:p>
          <a:p>
            <a:pPr eaLnBrk="1" hangingPunct="1"/>
            <a:r>
              <a:rPr kumimoji="1" lang="zh-CN" altLang="en-US" sz="1600">
                <a:solidFill>
                  <a:schemeClr val="bg2"/>
                </a:solidFill>
                <a:latin typeface="宋体" panose="02010600030101010101" pitchFamily="2" charset="-122"/>
              </a:rPr>
              <a:t>原料</a:t>
            </a:r>
            <a:endParaRPr kumimoji="1" lang="zh-CN" altLang="en-US" sz="1600">
              <a:solidFill>
                <a:schemeClr val="bg2"/>
              </a:solidFill>
              <a:latin typeface="宋体" panose="02010600030101010101" pitchFamily="2" charset="-122"/>
            </a:endParaRPr>
          </a:p>
        </p:txBody>
      </p:sp>
      <p:sp>
        <p:nvSpPr>
          <p:cNvPr id="91176" name="Rectangle 45"/>
          <p:cNvSpPr>
            <a:spLocks noChangeArrowheads="1"/>
          </p:cNvSpPr>
          <p:nvPr/>
        </p:nvSpPr>
        <p:spPr bwMode="auto">
          <a:xfrm>
            <a:off x="5613400" y="771525"/>
            <a:ext cx="1403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r>
              <a:rPr kumimoji="1" lang="zh-CN" altLang="en-US" sz="1800" b="1">
                <a:solidFill>
                  <a:srgbClr val="CCFF66"/>
                </a:solidFill>
                <a:latin typeface="宋体" panose="02010600030101010101" pitchFamily="2" charset="-122"/>
              </a:rPr>
              <a:t>特殊材料</a:t>
            </a:r>
            <a:endParaRPr kumimoji="1" lang="zh-CN" altLang="en-US" sz="1800" b="1">
              <a:solidFill>
                <a:srgbClr val="CCFF66"/>
              </a:solidFill>
              <a:latin typeface="宋体" panose="02010600030101010101" pitchFamily="2" charset="-122"/>
            </a:endParaRPr>
          </a:p>
        </p:txBody>
      </p:sp>
      <p:sp>
        <p:nvSpPr>
          <p:cNvPr id="91177" name="Rectangle 46"/>
          <p:cNvSpPr>
            <a:spLocks noChangeArrowheads="1"/>
          </p:cNvSpPr>
          <p:nvPr/>
        </p:nvSpPr>
        <p:spPr bwMode="auto">
          <a:xfrm>
            <a:off x="5695950" y="1974850"/>
            <a:ext cx="12001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r>
              <a:rPr kumimoji="1" lang="en-US" altLang="zh-CN" sz="1600">
                <a:solidFill>
                  <a:schemeClr val="bg2"/>
                </a:solidFill>
                <a:latin typeface="宋体" panose="02010600030101010101" pitchFamily="2" charset="-122"/>
              </a:rPr>
              <a:t>3</a:t>
            </a:r>
            <a:r>
              <a:rPr kumimoji="1" lang="zh-CN" altLang="en-US" sz="1600">
                <a:solidFill>
                  <a:schemeClr val="bg2"/>
                </a:solidFill>
                <a:latin typeface="宋体" panose="02010600030101010101" pitchFamily="2" charset="-122"/>
              </a:rPr>
              <a:t>个操作员 </a:t>
            </a:r>
            <a:endParaRPr kumimoji="1" lang="zh-CN" altLang="en-US" sz="1600">
              <a:solidFill>
                <a:schemeClr val="bg2"/>
              </a:solidFill>
              <a:latin typeface="宋体" panose="02010600030101010101" pitchFamily="2" charset="-122"/>
            </a:endParaRPr>
          </a:p>
          <a:p>
            <a:pPr eaLnBrk="1" hangingPunct="1"/>
            <a:r>
              <a:rPr kumimoji="1" lang="en-US" altLang="zh-CN" sz="1600">
                <a:solidFill>
                  <a:schemeClr val="bg2"/>
                </a:solidFill>
                <a:latin typeface="宋体" panose="02010600030101010101" pitchFamily="2" charset="-122"/>
              </a:rPr>
              <a:t>(9 </a:t>
            </a:r>
            <a:r>
              <a:rPr kumimoji="1" lang="zh-CN" altLang="en-US" sz="1600">
                <a:solidFill>
                  <a:schemeClr val="bg2"/>
                </a:solidFill>
                <a:latin typeface="宋体" panose="02010600030101010101" pitchFamily="2" charset="-122"/>
              </a:rPr>
              <a:t>人天</a:t>
            </a:r>
            <a:r>
              <a:rPr kumimoji="1" lang="en-US" altLang="zh-CN" sz="1600">
                <a:solidFill>
                  <a:schemeClr val="bg2"/>
                </a:solidFill>
                <a:latin typeface="宋体" panose="02010600030101010101" pitchFamily="2" charset="-122"/>
              </a:rPr>
              <a:t>)</a:t>
            </a:r>
            <a:endParaRPr kumimoji="1" lang="en-US" altLang="zh-CN" sz="1600">
              <a:solidFill>
                <a:schemeClr val="bg2"/>
              </a:solidFill>
              <a:latin typeface="宋体" panose="02010600030101010101" pitchFamily="2" charset="-122"/>
            </a:endParaRPr>
          </a:p>
        </p:txBody>
      </p:sp>
      <p:sp>
        <p:nvSpPr>
          <p:cNvPr id="91178" name="Rectangle 47"/>
          <p:cNvSpPr>
            <a:spLocks noChangeArrowheads="1"/>
          </p:cNvSpPr>
          <p:nvPr/>
        </p:nvSpPr>
        <p:spPr bwMode="auto">
          <a:xfrm>
            <a:off x="5695950" y="3454400"/>
            <a:ext cx="1238250"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r>
              <a:rPr kumimoji="1" lang="zh-CN" altLang="en-US" sz="1600">
                <a:solidFill>
                  <a:schemeClr val="bg2"/>
                </a:solidFill>
                <a:latin typeface="宋体" panose="02010600030101010101" pitchFamily="2" charset="-122"/>
              </a:rPr>
              <a:t>操作指南</a:t>
            </a:r>
            <a:endParaRPr kumimoji="1" lang="zh-CN" altLang="en-US" sz="1600">
              <a:solidFill>
                <a:schemeClr val="bg2"/>
              </a:solidFill>
              <a:latin typeface="宋体" panose="02010600030101010101" pitchFamily="2" charset="-122"/>
            </a:endParaRPr>
          </a:p>
          <a:p>
            <a:pPr eaLnBrk="1" hangingPunct="1"/>
            <a:r>
              <a:rPr kumimoji="1" lang="zh-CN" altLang="en-US" sz="1600">
                <a:solidFill>
                  <a:schemeClr val="bg2"/>
                </a:solidFill>
                <a:latin typeface="宋体" panose="02010600030101010101" pitchFamily="2" charset="-122"/>
              </a:rPr>
              <a:t>设备安装</a:t>
            </a:r>
            <a:endParaRPr kumimoji="1" lang="zh-CN" altLang="en-US" sz="1600">
              <a:solidFill>
                <a:schemeClr val="bg2"/>
              </a:solidFill>
              <a:latin typeface="宋体" panose="02010600030101010101" pitchFamily="2" charset="-122"/>
            </a:endParaRPr>
          </a:p>
          <a:p>
            <a:pPr eaLnBrk="1" hangingPunct="1"/>
            <a:r>
              <a:rPr kumimoji="1" lang="zh-CN" altLang="en-US" sz="1600">
                <a:solidFill>
                  <a:schemeClr val="bg2"/>
                </a:solidFill>
                <a:latin typeface="宋体" panose="02010600030101010101" pitchFamily="2" charset="-122"/>
              </a:rPr>
              <a:t>工具</a:t>
            </a:r>
            <a:endParaRPr kumimoji="1" lang="zh-CN" altLang="en-US" sz="1600">
              <a:solidFill>
                <a:schemeClr val="bg2"/>
              </a:solidFill>
              <a:latin typeface="宋体" panose="02010600030101010101" pitchFamily="2" charset="-122"/>
            </a:endParaRPr>
          </a:p>
        </p:txBody>
      </p:sp>
      <p:sp>
        <p:nvSpPr>
          <p:cNvPr id="91179" name="Rectangle 48"/>
          <p:cNvSpPr>
            <a:spLocks noChangeArrowheads="1"/>
          </p:cNvSpPr>
          <p:nvPr/>
        </p:nvSpPr>
        <p:spPr bwMode="auto">
          <a:xfrm>
            <a:off x="5689600" y="4660900"/>
            <a:ext cx="9969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r>
              <a:rPr kumimoji="1" lang="zh-CN" altLang="en-US" sz="1600">
                <a:solidFill>
                  <a:schemeClr val="bg2"/>
                </a:solidFill>
                <a:latin typeface="宋体" panose="02010600030101010101" pitchFamily="2" charset="-122"/>
              </a:rPr>
              <a:t>操作指南</a:t>
            </a:r>
            <a:endParaRPr kumimoji="1" lang="zh-CN" altLang="en-US" sz="1600">
              <a:solidFill>
                <a:schemeClr val="bg2"/>
              </a:solidFill>
              <a:latin typeface="宋体" panose="02010600030101010101" pitchFamily="2" charset="-122"/>
            </a:endParaRPr>
          </a:p>
        </p:txBody>
      </p:sp>
      <p:sp>
        <p:nvSpPr>
          <p:cNvPr id="91180" name="Line 49"/>
          <p:cNvSpPr>
            <a:spLocks noChangeShapeType="1"/>
          </p:cNvSpPr>
          <p:nvPr/>
        </p:nvSpPr>
        <p:spPr bwMode="auto">
          <a:xfrm>
            <a:off x="5695950" y="850900"/>
            <a:ext cx="0" cy="5486400"/>
          </a:xfrm>
          <a:prstGeom prst="line">
            <a:avLst/>
          </a:prstGeom>
          <a:noFill/>
          <a:ln w="9525">
            <a:solidFill>
              <a:srgbClr val="33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91181" name="Line 50"/>
          <p:cNvSpPr>
            <a:spLocks noChangeShapeType="1"/>
          </p:cNvSpPr>
          <p:nvPr/>
        </p:nvSpPr>
        <p:spPr bwMode="auto">
          <a:xfrm>
            <a:off x="9740900" y="850900"/>
            <a:ext cx="0" cy="5562600"/>
          </a:xfrm>
          <a:prstGeom prst="line">
            <a:avLst/>
          </a:prstGeom>
          <a:noFill/>
          <a:ln w="19050">
            <a:solidFill>
              <a:srgbClr val="33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91182" name="Rectangle 51"/>
          <p:cNvSpPr>
            <a:spLocks noChangeArrowheads="1"/>
          </p:cNvSpPr>
          <p:nvPr/>
        </p:nvSpPr>
        <p:spPr bwMode="auto">
          <a:xfrm>
            <a:off x="6980238" y="771525"/>
            <a:ext cx="15970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r>
              <a:rPr kumimoji="1" lang="zh-CN" altLang="en-US" sz="1800" b="1">
                <a:solidFill>
                  <a:srgbClr val="CCFF66"/>
                </a:solidFill>
                <a:latin typeface="宋体" panose="02010600030101010101" pitchFamily="2" charset="-122"/>
              </a:rPr>
              <a:t>成本总计</a:t>
            </a:r>
            <a:endParaRPr kumimoji="1" lang="zh-CN" altLang="en-US" sz="1800" b="1">
              <a:solidFill>
                <a:srgbClr val="CCFF66"/>
              </a:solidFill>
              <a:latin typeface="宋体" panose="02010600030101010101" pitchFamily="2" charset="-122"/>
            </a:endParaRPr>
          </a:p>
        </p:txBody>
      </p:sp>
      <p:sp>
        <p:nvSpPr>
          <p:cNvPr id="91183" name="Rectangle 52"/>
          <p:cNvSpPr>
            <a:spLocks noChangeArrowheads="1"/>
          </p:cNvSpPr>
          <p:nvPr/>
        </p:nvSpPr>
        <p:spPr bwMode="auto">
          <a:xfrm>
            <a:off x="6824663" y="1212850"/>
            <a:ext cx="1265237"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kumimoji="1" lang="en-US" altLang="zh-CN" sz="1600">
                <a:solidFill>
                  <a:schemeClr val="bg2"/>
                </a:solidFill>
                <a:latin typeface="宋体" panose="02010600030101010101" pitchFamily="2" charset="-122"/>
              </a:rPr>
              <a:t>(1 PD)  $120</a:t>
            </a:r>
            <a:endParaRPr kumimoji="1" lang="en-US" altLang="zh-CN" sz="1600">
              <a:solidFill>
                <a:schemeClr val="bg2"/>
              </a:solidFill>
              <a:latin typeface="宋体" panose="02010600030101010101" pitchFamily="2" charset="-122"/>
            </a:endParaRPr>
          </a:p>
        </p:txBody>
      </p:sp>
      <p:sp>
        <p:nvSpPr>
          <p:cNvPr id="91184" name="Rectangle 53"/>
          <p:cNvSpPr>
            <a:spLocks noChangeArrowheads="1"/>
          </p:cNvSpPr>
          <p:nvPr/>
        </p:nvSpPr>
        <p:spPr bwMode="auto">
          <a:xfrm>
            <a:off x="6824663" y="1835150"/>
            <a:ext cx="1809750"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r>
              <a:rPr kumimoji="1" lang="zh-CN" altLang="en-US" sz="1600">
                <a:solidFill>
                  <a:schemeClr val="bg2"/>
                </a:solidFill>
                <a:latin typeface="宋体" panose="02010600030101010101" pitchFamily="2" charset="-122"/>
              </a:rPr>
              <a:t>培训（</a:t>
            </a:r>
            <a:r>
              <a:rPr kumimoji="1" lang="en-US" altLang="zh-CN" sz="1600">
                <a:solidFill>
                  <a:schemeClr val="bg2"/>
                </a:solidFill>
                <a:latin typeface="宋体" panose="02010600030101010101" pitchFamily="2" charset="-122"/>
              </a:rPr>
              <a:t>3PD,$750</a:t>
            </a:r>
            <a:r>
              <a:rPr kumimoji="1" lang="zh-CN" altLang="en-US" sz="1600">
                <a:solidFill>
                  <a:schemeClr val="bg2"/>
                </a:solidFill>
                <a:latin typeface="宋体" panose="02010600030101010101" pitchFamily="2" charset="-122"/>
              </a:rPr>
              <a:t>）</a:t>
            </a:r>
            <a:endParaRPr kumimoji="1" lang="zh-CN" altLang="en-US" sz="1600">
              <a:solidFill>
                <a:schemeClr val="bg2"/>
              </a:solidFill>
              <a:latin typeface="宋体" panose="02010600030101010101" pitchFamily="2" charset="-122"/>
            </a:endParaRPr>
          </a:p>
          <a:p>
            <a:pPr eaLnBrk="1" hangingPunct="1"/>
            <a:r>
              <a:rPr kumimoji="1" lang="zh-CN" altLang="en-US" sz="1600">
                <a:solidFill>
                  <a:schemeClr val="bg2"/>
                </a:solidFill>
                <a:latin typeface="宋体" panose="02010600030101010101" pitchFamily="2" charset="-122"/>
              </a:rPr>
              <a:t>人员离岗（</a:t>
            </a:r>
            <a:r>
              <a:rPr kumimoji="1" lang="en-US" altLang="zh-CN" sz="1600">
                <a:solidFill>
                  <a:schemeClr val="bg2"/>
                </a:solidFill>
                <a:latin typeface="宋体" panose="02010600030101010101" pitchFamily="2" charset="-122"/>
              </a:rPr>
              <a:t>9PD, </a:t>
            </a:r>
            <a:endParaRPr kumimoji="1" lang="en-US" altLang="zh-CN" sz="1600">
              <a:solidFill>
                <a:schemeClr val="bg2"/>
              </a:solidFill>
              <a:latin typeface="宋体" panose="02010600030101010101" pitchFamily="2" charset="-122"/>
            </a:endParaRPr>
          </a:p>
          <a:p>
            <a:pPr eaLnBrk="1" hangingPunct="1"/>
            <a:r>
              <a:rPr kumimoji="1" lang="en-US" altLang="zh-CN" sz="1600">
                <a:solidFill>
                  <a:schemeClr val="bg2"/>
                </a:solidFill>
                <a:latin typeface="宋体" panose="02010600030101010101" pitchFamily="2" charset="-122"/>
              </a:rPr>
              <a:t>$1440</a:t>
            </a:r>
            <a:r>
              <a:rPr kumimoji="1" lang="zh-CN" altLang="en-US" sz="1600">
                <a:solidFill>
                  <a:schemeClr val="bg2"/>
                </a:solidFill>
                <a:latin typeface="宋体" panose="02010600030101010101" pitchFamily="2" charset="-122"/>
              </a:rPr>
              <a:t>）</a:t>
            </a:r>
            <a:endParaRPr kumimoji="1" lang="zh-CN" altLang="en-US" sz="1600">
              <a:solidFill>
                <a:schemeClr val="bg2"/>
              </a:solidFill>
              <a:latin typeface="宋体" panose="02010600030101010101" pitchFamily="2" charset="-122"/>
            </a:endParaRPr>
          </a:p>
        </p:txBody>
      </p:sp>
      <p:sp>
        <p:nvSpPr>
          <p:cNvPr id="91185" name="Rectangle 54"/>
          <p:cNvSpPr>
            <a:spLocks noChangeArrowheads="1"/>
          </p:cNvSpPr>
          <p:nvPr/>
        </p:nvSpPr>
        <p:spPr bwMode="auto">
          <a:xfrm>
            <a:off x="6865938" y="2740025"/>
            <a:ext cx="2544762"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r>
              <a:rPr kumimoji="1" lang="en-US" altLang="zh-CN" sz="1500">
                <a:solidFill>
                  <a:schemeClr val="bg2"/>
                </a:solidFill>
                <a:latin typeface="宋体" panose="02010600030101010101" pitchFamily="2" charset="-122"/>
              </a:rPr>
              <a:t>(3 PDs) $600 </a:t>
            </a:r>
            <a:endParaRPr kumimoji="1" lang="en-US" altLang="zh-CN" sz="1500">
              <a:solidFill>
                <a:schemeClr val="bg2"/>
              </a:solidFill>
              <a:latin typeface="宋体" panose="02010600030101010101" pitchFamily="2" charset="-122"/>
            </a:endParaRPr>
          </a:p>
          <a:p>
            <a:pPr eaLnBrk="1" hangingPunct="1"/>
            <a:r>
              <a:rPr kumimoji="1" lang="zh-CN" altLang="en-US" sz="1500">
                <a:solidFill>
                  <a:schemeClr val="bg2"/>
                </a:solidFill>
                <a:latin typeface="宋体" panose="02010600030101010101" pitchFamily="2" charset="-122"/>
              </a:rPr>
              <a:t>运输</a:t>
            </a:r>
            <a:r>
              <a:rPr kumimoji="1" lang="en-US" altLang="zh-CN" sz="1500">
                <a:solidFill>
                  <a:schemeClr val="bg2"/>
                </a:solidFill>
                <a:latin typeface="宋体" panose="02010600030101010101" pitchFamily="2" charset="-122"/>
              </a:rPr>
              <a:t>$20</a:t>
            </a:r>
            <a:endParaRPr kumimoji="1" lang="en-US" altLang="zh-CN" sz="1500">
              <a:solidFill>
                <a:schemeClr val="bg2"/>
              </a:solidFill>
              <a:latin typeface="宋体" panose="02010600030101010101" pitchFamily="2" charset="-122"/>
            </a:endParaRPr>
          </a:p>
        </p:txBody>
      </p:sp>
      <p:sp>
        <p:nvSpPr>
          <p:cNvPr id="91186" name="Rectangle 55"/>
          <p:cNvSpPr>
            <a:spLocks noChangeArrowheads="1"/>
          </p:cNvSpPr>
          <p:nvPr/>
        </p:nvSpPr>
        <p:spPr bwMode="auto">
          <a:xfrm>
            <a:off x="6919913" y="3419475"/>
            <a:ext cx="1403350" cy="1069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r>
              <a:rPr kumimoji="1" lang="zh-CN" altLang="en-US" sz="1600">
                <a:solidFill>
                  <a:schemeClr val="bg2"/>
                </a:solidFill>
                <a:latin typeface="宋体" panose="02010600030101010101" pitchFamily="2" charset="-122"/>
              </a:rPr>
              <a:t>电工</a:t>
            </a:r>
            <a:r>
              <a:rPr kumimoji="1" lang="en-US" altLang="zh-CN" sz="1600">
                <a:solidFill>
                  <a:schemeClr val="bg2"/>
                </a:solidFill>
                <a:latin typeface="宋体" panose="02010600030101010101" pitchFamily="2" charset="-122"/>
              </a:rPr>
              <a:t>(6 PD)  </a:t>
            </a:r>
            <a:endParaRPr kumimoji="1" lang="en-US" altLang="zh-CN" sz="1600">
              <a:solidFill>
                <a:schemeClr val="bg2"/>
              </a:solidFill>
              <a:latin typeface="宋体" panose="02010600030101010101" pitchFamily="2" charset="-122"/>
            </a:endParaRPr>
          </a:p>
          <a:p>
            <a:pPr eaLnBrk="1" hangingPunct="1"/>
            <a:r>
              <a:rPr kumimoji="1" lang="zh-CN" altLang="en-US" sz="1600">
                <a:solidFill>
                  <a:schemeClr val="bg2"/>
                </a:solidFill>
                <a:latin typeface="宋体" panose="02010600030101010101" pitchFamily="2" charset="-122"/>
              </a:rPr>
              <a:t>技工</a:t>
            </a:r>
            <a:r>
              <a:rPr kumimoji="1" lang="en-US" altLang="zh-CN" sz="1600">
                <a:solidFill>
                  <a:schemeClr val="bg2"/>
                </a:solidFill>
                <a:latin typeface="宋体" panose="02010600030101010101" pitchFamily="2" charset="-122"/>
              </a:rPr>
              <a:t>(6PD)</a:t>
            </a:r>
            <a:endParaRPr kumimoji="1" lang="en-US" altLang="zh-CN" sz="1600">
              <a:solidFill>
                <a:schemeClr val="bg2"/>
              </a:solidFill>
              <a:latin typeface="宋体" panose="02010600030101010101" pitchFamily="2" charset="-122"/>
            </a:endParaRPr>
          </a:p>
          <a:p>
            <a:pPr eaLnBrk="1" hangingPunct="1"/>
            <a:r>
              <a:rPr kumimoji="1" lang="zh-CN" altLang="en-US" sz="1600">
                <a:solidFill>
                  <a:schemeClr val="bg2"/>
                </a:solidFill>
                <a:latin typeface="宋体" panose="02010600030101010101" pitchFamily="2" charset="-122"/>
              </a:rPr>
              <a:t>共</a:t>
            </a:r>
            <a:r>
              <a:rPr kumimoji="1" lang="en-US" altLang="zh-CN" sz="1600">
                <a:solidFill>
                  <a:schemeClr val="bg2"/>
                </a:solidFill>
                <a:latin typeface="宋体" panose="02010600030101010101" pitchFamily="2" charset="-122"/>
              </a:rPr>
              <a:t>$1,200  </a:t>
            </a:r>
            <a:endParaRPr kumimoji="1" lang="en-US" altLang="zh-CN" sz="1600">
              <a:solidFill>
                <a:schemeClr val="bg2"/>
              </a:solidFill>
              <a:latin typeface="宋体" panose="02010600030101010101" pitchFamily="2" charset="-122"/>
            </a:endParaRPr>
          </a:p>
          <a:p>
            <a:pPr eaLnBrk="1" hangingPunct="1"/>
            <a:r>
              <a:rPr kumimoji="1" lang="zh-CN" altLang="en-US" sz="1600">
                <a:solidFill>
                  <a:schemeClr val="bg2"/>
                </a:solidFill>
                <a:latin typeface="宋体" panose="02010600030101010101" pitchFamily="2" charset="-122"/>
              </a:rPr>
              <a:t>起重设备</a:t>
            </a:r>
            <a:r>
              <a:rPr kumimoji="1" lang="en-US" altLang="zh-CN" sz="1600">
                <a:solidFill>
                  <a:schemeClr val="bg2"/>
                </a:solidFill>
                <a:latin typeface="宋体" panose="02010600030101010101" pitchFamily="2" charset="-122"/>
              </a:rPr>
              <a:t>$900</a:t>
            </a:r>
            <a:endParaRPr kumimoji="1" lang="en-US" altLang="zh-CN" sz="1600">
              <a:solidFill>
                <a:schemeClr val="bg2"/>
              </a:solidFill>
              <a:latin typeface="宋体" panose="02010600030101010101" pitchFamily="2" charset="-122"/>
            </a:endParaRPr>
          </a:p>
        </p:txBody>
      </p:sp>
      <p:sp>
        <p:nvSpPr>
          <p:cNvPr id="91187" name="Rectangle 56"/>
          <p:cNvSpPr>
            <a:spLocks noChangeArrowheads="1"/>
          </p:cNvSpPr>
          <p:nvPr/>
        </p:nvSpPr>
        <p:spPr bwMode="auto">
          <a:xfrm>
            <a:off x="6934200" y="4508500"/>
            <a:ext cx="1568450" cy="1069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r>
              <a:rPr kumimoji="1" lang="zh-CN" altLang="en-US" sz="1600">
                <a:solidFill>
                  <a:schemeClr val="bg2"/>
                </a:solidFill>
                <a:latin typeface="宋体" panose="02010600030101010101" pitchFamily="2" charset="-122"/>
              </a:rPr>
              <a:t>电工</a:t>
            </a:r>
            <a:r>
              <a:rPr kumimoji="1" lang="en-US" altLang="zh-CN" sz="1600">
                <a:solidFill>
                  <a:schemeClr val="bg2"/>
                </a:solidFill>
                <a:latin typeface="宋体" panose="02010600030101010101" pitchFamily="2" charset="-122"/>
              </a:rPr>
              <a:t>(2 PD) </a:t>
            </a:r>
            <a:endParaRPr kumimoji="1" lang="en-US" altLang="zh-CN" sz="1600">
              <a:solidFill>
                <a:schemeClr val="bg2"/>
              </a:solidFill>
              <a:latin typeface="宋体" panose="02010600030101010101" pitchFamily="2" charset="-122"/>
            </a:endParaRPr>
          </a:p>
          <a:p>
            <a:pPr eaLnBrk="1" hangingPunct="1"/>
            <a:r>
              <a:rPr kumimoji="1" lang="zh-CN" altLang="en-US" sz="1600">
                <a:solidFill>
                  <a:schemeClr val="bg2"/>
                </a:solidFill>
                <a:latin typeface="宋体" panose="02010600030101010101" pitchFamily="2" charset="-122"/>
              </a:rPr>
              <a:t>技工</a:t>
            </a:r>
            <a:r>
              <a:rPr kumimoji="1" lang="en-US" altLang="zh-CN" sz="1600">
                <a:solidFill>
                  <a:schemeClr val="bg2"/>
                </a:solidFill>
                <a:latin typeface="宋体" panose="02010600030101010101" pitchFamily="2" charset="-122"/>
              </a:rPr>
              <a:t>(2 PD) </a:t>
            </a:r>
            <a:endParaRPr kumimoji="1" lang="en-US" altLang="zh-CN" sz="1600">
              <a:solidFill>
                <a:schemeClr val="bg2"/>
              </a:solidFill>
              <a:latin typeface="宋体" panose="02010600030101010101" pitchFamily="2" charset="-122"/>
            </a:endParaRPr>
          </a:p>
          <a:p>
            <a:pPr eaLnBrk="1" hangingPunct="1"/>
            <a:r>
              <a:rPr kumimoji="1" lang="zh-CN" altLang="en-US" sz="1600">
                <a:solidFill>
                  <a:schemeClr val="bg2"/>
                </a:solidFill>
                <a:latin typeface="宋体" panose="02010600030101010101" pitchFamily="2" charset="-122"/>
              </a:rPr>
              <a:t>工程师</a:t>
            </a:r>
            <a:r>
              <a:rPr kumimoji="1" lang="en-US" altLang="zh-CN" sz="1600">
                <a:solidFill>
                  <a:schemeClr val="bg2"/>
                </a:solidFill>
                <a:latin typeface="宋体" panose="02010600030101010101" pitchFamily="2" charset="-122"/>
              </a:rPr>
              <a:t>(1 PD)</a:t>
            </a:r>
            <a:endParaRPr kumimoji="1" lang="en-US" altLang="zh-CN" sz="1600">
              <a:solidFill>
                <a:schemeClr val="bg2"/>
              </a:solidFill>
              <a:latin typeface="宋体" panose="02010600030101010101" pitchFamily="2" charset="-122"/>
            </a:endParaRPr>
          </a:p>
          <a:p>
            <a:pPr eaLnBrk="1" hangingPunct="1"/>
            <a:r>
              <a:rPr kumimoji="1" lang="zh-CN" altLang="en-US" sz="1600">
                <a:solidFill>
                  <a:schemeClr val="bg2"/>
                </a:solidFill>
                <a:latin typeface="宋体" panose="02010600030101010101" pitchFamily="2" charset="-122"/>
              </a:rPr>
              <a:t>共</a:t>
            </a:r>
            <a:r>
              <a:rPr kumimoji="1" lang="en-US" altLang="zh-CN" sz="1600">
                <a:solidFill>
                  <a:schemeClr val="bg2"/>
                </a:solidFill>
                <a:latin typeface="宋体" panose="02010600030101010101" pitchFamily="2" charset="-122"/>
              </a:rPr>
              <a:t>$1050</a:t>
            </a:r>
            <a:endParaRPr kumimoji="1" lang="en-US" altLang="zh-CN" sz="1600">
              <a:solidFill>
                <a:schemeClr val="bg2"/>
              </a:solidFill>
              <a:latin typeface="宋体" panose="02010600030101010101" pitchFamily="2" charset="-122"/>
            </a:endParaRPr>
          </a:p>
        </p:txBody>
      </p:sp>
      <p:sp>
        <p:nvSpPr>
          <p:cNvPr id="91188" name="Rectangle 57"/>
          <p:cNvSpPr>
            <a:spLocks noChangeArrowheads="1"/>
          </p:cNvSpPr>
          <p:nvPr/>
        </p:nvSpPr>
        <p:spPr bwMode="auto">
          <a:xfrm>
            <a:off x="6929438" y="5556250"/>
            <a:ext cx="1504950"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r>
              <a:rPr kumimoji="1" lang="zh-CN" altLang="en-US" sz="1600">
                <a:solidFill>
                  <a:schemeClr val="bg2"/>
                </a:solidFill>
                <a:latin typeface="宋体" panose="02010600030101010101" pitchFamily="2" charset="-122"/>
              </a:rPr>
              <a:t>操作工</a:t>
            </a:r>
            <a:r>
              <a:rPr kumimoji="1" lang="en-US" altLang="zh-CN" sz="1600">
                <a:solidFill>
                  <a:schemeClr val="bg2"/>
                </a:solidFill>
                <a:latin typeface="宋体" panose="02010600030101010101" pitchFamily="2" charset="-122"/>
              </a:rPr>
              <a:t>(6 PD) </a:t>
            </a:r>
            <a:endParaRPr kumimoji="1" lang="en-US" altLang="zh-CN" sz="1600">
              <a:solidFill>
                <a:schemeClr val="bg2"/>
              </a:solidFill>
              <a:latin typeface="宋体" panose="02010600030101010101" pitchFamily="2" charset="-122"/>
            </a:endParaRPr>
          </a:p>
          <a:p>
            <a:pPr eaLnBrk="1" hangingPunct="1"/>
            <a:r>
              <a:rPr kumimoji="1" lang="zh-CN" altLang="en-US" sz="1600">
                <a:solidFill>
                  <a:schemeClr val="bg2"/>
                </a:solidFill>
                <a:latin typeface="宋体" panose="02010600030101010101" pitchFamily="2" charset="-122"/>
              </a:rPr>
              <a:t>工程师</a:t>
            </a:r>
            <a:r>
              <a:rPr kumimoji="1" lang="en-US" altLang="zh-CN" sz="1600">
                <a:solidFill>
                  <a:schemeClr val="bg2"/>
                </a:solidFill>
                <a:latin typeface="宋体" panose="02010600030101010101" pitchFamily="2" charset="-122"/>
              </a:rPr>
              <a:t>(2 PD)</a:t>
            </a:r>
            <a:endParaRPr kumimoji="1" lang="en-US" altLang="zh-CN" sz="1600">
              <a:solidFill>
                <a:schemeClr val="bg2"/>
              </a:solidFill>
              <a:latin typeface="宋体" panose="02010600030101010101" pitchFamily="2" charset="-122"/>
            </a:endParaRPr>
          </a:p>
          <a:p>
            <a:pPr eaLnBrk="1" hangingPunct="1"/>
            <a:r>
              <a:rPr kumimoji="1" lang="zh-CN" altLang="en-US" sz="1600">
                <a:solidFill>
                  <a:schemeClr val="bg2"/>
                </a:solidFill>
                <a:latin typeface="宋体" panose="02010600030101010101" pitchFamily="2" charset="-122"/>
              </a:rPr>
              <a:t>共</a:t>
            </a:r>
            <a:r>
              <a:rPr kumimoji="1" lang="en-US" altLang="zh-CN" sz="1600">
                <a:solidFill>
                  <a:schemeClr val="bg2"/>
                </a:solidFill>
                <a:latin typeface="宋体" panose="02010600030101010101" pitchFamily="2" charset="-122"/>
              </a:rPr>
              <a:t>$1460</a:t>
            </a:r>
            <a:endParaRPr kumimoji="1" lang="en-US" altLang="zh-CN" sz="1600">
              <a:solidFill>
                <a:schemeClr val="bg2"/>
              </a:solidFill>
              <a:latin typeface="宋体" panose="02010600030101010101" pitchFamily="2" charset="-122"/>
            </a:endParaRPr>
          </a:p>
        </p:txBody>
      </p:sp>
      <p:sp>
        <p:nvSpPr>
          <p:cNvPr id="91189" name="Line 58"/>
          <p:cNvSpPr>
            <a:spLocks noChangeShapeType="1"/>
          </p:cNvSpPr>
          <p:nvPr/>
        </p:nvSpPr>
        <p:spPr bwMode="auto">
          <a:xfrm>
            <a:off x="6851650" y="850900"/>
            <a:ext cx="0" cy="5486400"/>
          </a:xfrm>
          <a:prstGeom prst="line">
            <a:avLst/>
          </a:prstGeom>
          <a:noFill/>
          <a:ln w="9525">
            <a:solidFill>
              <a:srgbClr val="33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91190" name="Line 59"/>
          <p:cNvSpPr>
            <a:spLocks noChangeShapeType="1"/>
          </p:cNvSpPr>
          <p:nvPr/>
        </p:nvSpPr>
        <p:spPr bwMode="auto">
          <a:xfrm>
            <a:off x="8585200" y="850900"/>
            <a:ext cx="0" cy="5486400"/>
          </a:xfrm>
          <a:prstGeom prst="line">
            <a:avLst/>
          </a:prstGeom>
          <a:noFill/>
          <a:ln w="9525">
            <a:solidFill>
              <a:srgbClr val="33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91191" name="Rectangle 60"/>
          <p:cNvSpPr>
            <a:spLocks noChangeArrowheads="1"/>
          </p:cNvSpPr>
          <p:nvPr/>
        </p:nvSpPr>
        <p:spPr bwMode="auto">
          <a:xfrm>
            <a:off x="8648700" y="771525"/>
            <a:ext cx="10636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kumimoji="1" lang="zh-CN" altLang="en-US" sz="1800" b="1">
                <a:solidFill>
                  <a:srgbClr val="CCFF66"/>
                </a:solidFill>
                <a:latin typeface="宋体" panose="02010600030101010101" pitchFamily="2" charset="-122"/>
              </a:rPr>
              <a:t>备注</a:t>
            </a:r>
            <a:endParaRPr kumimoji="1" lang="zh-CN" altLang="en-US" sz="1800" b="1">
              <a:solidFill>
                <a:srgbClr val="CCFF66"/>
              </a:solidFill>
              <a:latin typeface="宋体" panose="02010600030101010101" pitchFamily="2" charset="-122"/>
            </a:endParaRPr>
          </a:p>
        </p:txBody>
      </p:sp>
      <p:sp>
        <p:nvSpPr>
          <p:cNvPr id="91192" name="Rectangle 61"/>
          <p:cNvSpPr>
            <a:spLocks noChangeArrowheads="1"/>
          </p:cNvSpPr>
          <p:nvPr/>
        </p:nvSpPr>
        <p:spPr bwMode="auto">
          <a:xfrm>
            <a:off x="8667750" y="1917700"/>
            <a:ext cx="1155700" cy="73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r>
              <a:rPr kumimoji="1" lang="zh-CN" altLang="en-US" sz="1400">
                <a:solidFill>
                  <a:schemeClr val="bg2"/>
                </a:solidFill>
                <a:latin typeface="宋体" panose="02010600030101010101" pitchFamily="2" charset="-122"/>
              </a:rPr>
              <a:t>由供应商提供培训和场地</a:t>
            </a:r>
            <a:endParaRPr kumimoji="1" lang="zh-CN" altLang="en-US" sz="1400">
              <a:solidFill>
                <a:schemeClr val="bg2"/>
              </a:solidFill>
              <a:latin typeface="宋体" panose="02010600030101010101" pitchFamily="2" charset="-122"/>
            </a:endParaRPr>
          </a:p>
        </p:txBody>
      </p:sp>
      <p:sp>
        <p:nvSpPr>
          <p:cNvPr id="91193" name="Rectangle 62"/>
          <p:cNvSpPr>
            <a:spLocks noChangeArrowheads="1"/>
          </p:cNvSpPr>
          <p:nvPr/>
        </p:nvSpPr>
        <p:spPr bwMode="auto">
          <a:xfrm>
            <a:off x="4787900" y="6321425"/>
            <a:ext cx="3879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r>
              <a:rPr kumimoji="1" lang="zh-CN" altLang="en-US" sz="2000" b="1">
                <a:solidFill>
                  <a:schemeClr val="bg2"/>
                </a:solidFill>
                <a:latin typeface="宋体" panose="02010600030101010101" pitchFamily="2" charset="-122"/>
              </a:rPr>
              <a:t>本项目总预算成本</a:t>
            </a:r>
            <a:r>
              <a:rPr kumimoji="1" lang="en-US" altLang="zh-CN" sz="2000" b="1">
                <a:solidFill>
                  <a:schemeClr val="bg2"/>
                </a:solidFill>
                <a:latin typeface="宋体" panose="02010600030101010101" pitchFamily="2" charset="-122"/>
              </a:rPr>
              <a:t>=$8,740</a:t>
            </a:r>
            <a:endParaRPr kumimoji="1" lang="en-US" altLang="zh-CN" sz="2000" b="1">
              <a:solidFill>
                <a:schemeClr val="bg2"/>
              </a:solidFill>
              <a:latin typeface="宋体" panose="02010600030101010101" pitchFamily="2" charset="-122"/>
            </a:endParaRPr>
          </a:p>
        </p:txBody>
      </p:sp>
      <p:sp>
        <p:nvSpPr>
          <p:cNvPr id="3" name="灯片编号占位符 2"/>
          <p:cNvSpPr>
            <a:spLocks noGrp="1"/>
          </p:cNvSpPr>
          <p:nvPr>
            <p:ph type="sldNum" sz="quarter" idx="10"/>
          </p:nvPr>
        </p:nvSpPr>
        <p:spPr/>
        <p:txBody>
          <a:bodyPr/>
          <a:lstStyle/>
          <a:p>
            <a:pPr>
              <a:defRPr/>
            </a:pPr>
            <a:fld id="{A6A0D67D-9B30-457F-9874-1F92730590A0}" type="slidenum">
              <a:rPr lang="en-US" altLang="zh-CN" smtClean="0"/>
            </a:fld>
            <a:endParaRPr lang="en-US" altLang="zh-CN"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366713" y="195263"/>
            <a:ext cx="9091612" cy="822325"/>
          </a:xfrm>
        </p:spPr>
        <p:txBody>
          <a:bodyPr/>
          <a:lstStyle/>
          <a:p>
            <a:r>
              <a:rPr lang="zh-CN" altLang="en-US" dirty="0"/>
              <a:t>核算成本之后：</a:t>
            </a:r>
            <a:r>
              <a:rPr lang="en-US" altLang="zh-CN" dirty="0"/>
              <a:t>Go/No go</a:t>
            </a:r>
            <a:endParaRPr lang="zh-CN" altLang="en-US" dirty="0"/>
          </a:p>
        </p:txBody>
      </p:sp>
      <p:sp>
        <p:nvSpPr>
          <p:cNvPr id="5" name="内容占位符 4"/>
          <p:cNvSpPr>
            <a:spLocks noGrp="1"/>
          </p:cNvSpPr>
          <p:nvPr>
            <p:ph idx="1"/>
          </p:nvPr>
        </p:nvSpPr>
        <p:spPr>
          <a:xfrm>
            <a:off x="365125" y="1273175"/>
            <a:ext cx="9093200" cy="5270500"/>
          </a:xfrm>
        </p:spPr>
        <p:txBody>
          <a:bodyPr/>
          <a:lstStyle/>
          <a:p>
            <a:r>
              <a:rPr lang="zh-CN" altLang="en-US" dirty="0"/>
              <a:t>注意机器人例子中欠缺项目管理活动的成本</a:t>
            </a:r>
            <a:endParaRPr lang="en-US" altLang="zh-CN" dirty="0"/>
          </a:p>
          <a:p>
            <a:r>
              <a:rPr lang="zh-CN" altLang="en-US" dirty="0"/>
              <a:t>资源成本</a:t>
            </a:r>
            <a:r>
              <a:rPr lang="en-US" altLang="zh-CN" dirty="0"/>
              <a:t>+</a:t>
            </a:r>
            <a:r>
              <a:rPr lang="zh-CN" altLang="en-US" dirty="0"/>
              <a:t>风险成本 </a:t>
            </a:r>
            <a:r>
              <a:rPr lang="en-US" altLang="zh-CN" dirty="0">
                <a:sym typeface="Wingdings" panose="05000000000000000000" pitchFamily="2" charset="2"/>
              </a:rPr>
              <a:t> </a:t>
            </a:r>
            <a:r>
              <a:rPr lang="zh-CN" altLang="en-US" dirty="0">
                <a:sym typeface="Wingdings" panose="05000000000000000000" pitchFamily="2" charset="2"/>
              </a:rPr>
              <a:t>总成本</a:t>
            </a:r>
            <a:endParaRPr lang="en-US" altLang="zh-CN" dirty="0"/>
          </a:p>
          <a:p>
            <a:endParaRPr lang="en-US" altLang="zh-CN" dirty="0"/>
          </a:p>
          <a:p>
            <a:r>
              <a:rPr lang="en-US" altLang="zh-CN" dirty="0"/>
              <a:t>PM</a:t>
            </a:r>
            <a:r>
              <a:rPr lang="zh-CN" altLang="en-US" dirty="0"/>
              <a:t>应当尽早介入项目，最迟要在</a:t>
            </a:r>
            <a:r>
              <a:rPr lang="en-US" altLang="zh-CN" dirty="0"/>
              <a:t>Go/No go</a:t>
            </a:r>
            <a:r>
              <a:rPr lang="zh-CN" altLang="en-US" dirty="0"/>
              <a:t>时</a:t>
            </a:r>
            <a:endParaRPr lang="zh-CN" altLang="en-US" dirty="0"/>
          </a:p>
          <a:p>
            <a:endParaRPr lang="zh-CN" altLang="en-US" dirty="0"/>
          </a:p>
        </p:txBody>
      </p:sp>
      <p:sp>
        <p:nvSpPr>
          <p:cNvPr id="3" name="灯片编号占位符 2"/>
          <p:cNvSpPr>
            <a:spLocks noGrp="1"/>
          </p:cNvSpPr>
          <p:nvPr>
            <p:ph type="sldNum" sz="quarter" idx="10"/>
          </p:nvPr>
        </p:nvSpPr>
        <p:spPr>
          <a:xfrm>
            <a:off x="9212263" y="6667500"/>
            <a:ext cx="436562" cy="122238"/>
          </a:xfrm>
        </p:spPr>
        <p:txBody>
          <a:bodyPr/>
          <a:lstStyle/>
          <a:p>
            <a:fld id="{A6A0D67D-9B30-457F-9874-1F92730590A0}" type="slidenum">
              <a:rPr lang="en-US" altLang="zh-CN" smtClean="0"/>
            </a:fld>
            <a:endParaRPr lang="en-US" altLang="zh-CN"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93187" name="Text Box 5"/>
          <p:cNvSpPr txBox="1">
            <a:spLocks noChangeArrowheads="1"/>
          </p:cNvSpPr>
          <p:nvPr/>
        </p:nvSpPr>
        <p:spPr bwMode="auto">
          <a:xfrm>
            <a:off x="349250" y="1481138"/>
            <a:ext cx="9055100" cy="3990975"/>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marL="342900" indent="-342900">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lvl="2"/>
            <a:r>
              <a:rPr lang="zh-CN" altLang="en-US" sz="3200" b="1">
                <a:solidFill>
                  <a:srgbClr val="000000"/>
                </a:solidFill>
                <a:latin typeface="黑体" panose="02010609060101010101" pitchFamily="49" charset="-122"/>
                <a:ea typeface="黑体" panose="02010609060101010101" pitchFamily="49" charset="-122"/>
              </a:rPr>
              <a:t>4、项目超预算，下列哪一个原因不可接受？</a:t>
            </a:r>
            <a:endParaRPr lang="zh-CN" altLang="en-US" sz="3200">
              <a:solidFill>
                <a:srgbClr val="000000"/>
              </a:solidFill>
              <a:latin typeface="黑体" panose="02010609060101010101" pitchFamily="49" charset="-122"/>
              <a:ea typeface="黑体" panose="02010609060101010101" pitchFamily="49" charset="-122"/>
            </a:endParaRPr>
          </a:p>
          <a:p>
            <a:pPr lvl="2"/>
            <a:endParaRPr lang="zh-CN" altLang="en-US" sz="3200">
              <a:solidFill>
                <a:srgbClr val="000000"/>
              </a:solidFill>
              <a:latin typeface="黑体" panose="02010609060101010101" pitchFamily="49" charset="-122"/>
              <a:ea typeface="黑体" panose="02010609060101010101" pitchFamily="49" charset="-122"/>
            </a:endParaRPr>
          </a:p>
          <a:p>
            <a:pPr lvl="2"/>
            <a:r>
              <a:rPr lang="zh-CN" altLang="en-US" sz="3200">
                <a:solidFill>
                  <a:srgbClr val="000000"/>
                </a:solidFill>
                <a:latin typeface="黑体" panose="02010609060101010101" pitchFamily="49" charset="-122"/>
                <a:ea typeface="黑体" panose="02010609060101010101" pitchFamily="49" charset="-122"/>
              </a:rPr>
              <a:t>     </a:t>
            </a:r>
            <a:r>
              <a:rPr lang="en-US" altLang="zh-CN" sz="3200">
                <a:solidFill>
                  <a:srgbClr val="000000"/>
                </a:solidFill>
                <a:latin typeface="黑体" panose="02010609060101010101" pitchFamily="49" charset="-122"/>
                <a:ea typeface="黑体" panose="02010609060101010101" pitchFamily="49" charset="-122"/>
              </a:rPr>
              <a:t>A   </a:t>
            </a:r>
            <a:r>
              <a:rPr lang="zh-CN" altLang="en-US" sz="3200">
                <a:solidFill>
                  <a:srgbClr val="000000"/>
                </a:solidFill>
                <a:latin typeface="黑体" panose="02010609060101010101" pitchFamily="49" charset="-122"/>
                <a:ea typeface="黑体" panose="02010609060101010101" pitchFamily="49" charset="-122"/>
              </a:rPr>
              <a:t>项目实施中出现意外</a:t>
            </a:r>
            <a:endParaRPr lang="zh-CN" altLang="en-US" sz="3200">
              <a:solidFill>
                <a:srgbClr val="000000"/>
              </a:solidFill>
              <a:latin typeface="黑体" panose="02010609060101010101" pitchFamily="49" charset="-122"/>
              <a:ea typeface="黑体" panose="02010609060101010101" pitchFamily="49" charset="-122"/>
            </a:endParaRPr>
          </a:p>
          <a:p>
            <a:pPr lvl="2"/>
            <a:r>
              <a:rPr lang="zh-CN" altLang="en-US" sz="3200">
                <a:solidFill>
                  <a:srgbClr val="000000"/>
                </a:solidFill>
                <a:latin typeface="黑体" panose="02010609060101010101" pitchFamily="49" charset="-122"/>
                <a:ea typeface="黑体" panose="02010609060101010101" pitchFamily="49" charset="-122"/>
              </a:rPr>
              <a:t>     </a:t>
            </a:r>
            <a:r>
              <a:rPr lang="en-US" altLang="zh-CN" sz="3200">
                <a:solidFill>
                  <a:srgbClr val="000000"/>
                </a:solidFill>
                <a:latin typeface="黑体" panose="02010609060101010101" pitchFamily="49" charset="-122"/>
                <a:ea typeface="黑体" panose="02010609060101010101" pitchFamily="49" charset="-122"/>
              </a:rPr>
              <a:t>B   </a:t>
            </a:r>
            <a:r>
              <a:rPr lang="zh-CN" altLang="en-US" sz="3200">
                <a:solidFill>
                  <a:srgbClr val="000000"/>
                </a:solidFill>
                <a:latin typeface="黑体" panose="02010609060101010101" pitchFamily="49" charset="-122"/>
                <a:ea typeface="黑体" panose="02010609060101010101" pitchFamily="49" charset="-122"/>
              </a:rPr>
              <a:t>客户太挑剔</a:t>
            </a:r>
            <a:endParaRPr lang="zh-CN" altLang="en-US" sz="3200">
              <a:solidFill>
                <a:srgbClr val="000000"/>
              </a:solidFill>
              <a:latin typeface="黑体" panose="02010609060101010101" pitchFamily="49" charset="-122"/>
              <a:ea typeface="黑体" panose="02010609060101010101" pitchFamily="49" charset="-122"/>
            </a:endParaRPr>
          </a:p>
          <a:p>
            <a:pPr lvl="2"/>
            <a:r>
              <a:rPr lang="zh-CN" altLang="en-US" sz="3200">
                <a:solidFill>
                  <a:srgbClr val="000000"/>
                </a:solidFill>
                <a:latin typeface="黑体" panose="02010609060101010101" pitchFamily="49" charset="-122"/>
                <a:ea typeface="黑体" panose="02010609060101010101" pitchFamily="49" charset="-122"/>
              </a:rPr>
              <a:t>     </a:t>
            </a:r>
            <a:r>
              <a:rPr lang="en-US" altLang="zh-CN" sz="3200">
                <a:solidFill>
                  <a:srgbClr val="000000"/>
                </a:solidFill>
                <a:latin typeface="黑体" panose="02010609060101010101" pitchFamily="49" charset="-122"/>
                <a:ea typeface="黑体" panose="02010609060101010101" pitchFamily="49" charset="-122"/>
              </a:rPr>
              <a:t>C   </a:t>
            </a:r>
            <a:r>
              <a:rPr lang="zh-CN" altLang="en-US" sz="3200">
                <a:solidFill>
                  <a:srgbClr val="000000"/>
                </a:solidFill>
                <a:latin typeface="黑体" panose="02010609060101010101" pitchFamily="49" charset="-122"/>
                <a:ea typeface="黑体" panose="02010609060101010101" pitchFamily="49" charset="-122"/>
              </a:rPr>
              <a:t>经济环境发生变化</a:t>
            </a:r>
            <a:endParaRPr lang="zh-CN" altLang="en-US" sz="3200">
              <a:solidFill>
                <a:srgbClr val="000000"/>
              </a:solidFill>
              <a:latin typeface="黑体" panose="02010609060101010101" pitchFamily="49" charset="-122"/>
              <a:ea typeface="黑体" panose="02010609060101010101" pitchFamily="49" charset="-122"/>
            </a:endParaRPr>
          </a:p>
          <a:p>
            <a:pPr lvl="2"/>
            <a:r>
              <a:rPr lang="zh-CN" altLang="en-US" sz="3200">
                <a:solidFill>
                  <a:srgbClr val="000000"/>
                </a:solidFill>
                <a:latin typeface="黑体" panose="02010609060101010101" pitchFamily="49" charset="-122"/>
                <a:ea typeface="黑体" panose="02010609060101010101" pitchFamily="49" charset="-122"/>
              </a:rPr>
              <a:t>     </a:t>
            </a:r>
            <a:r>
              <a:rPr lang="en-US" altLang="zh-CN" sz="3200">
                <a:solidFill>
                  <a:srgbClr val="000000"/>
                </a:solidFill>
                <a:latin typeface="黑体" panose="02010609060101010101" pitchFamily="49" charset="-122"/>
                <a:ea typeface="黑体" panose="02010609060101010101" pitchFamily="49" charset="-122"/>
              </a:rPr>
              <a:t>D   </a:t>
            </a:r>
            <a:r>
              <a:rPr lang="zh-CN" altLang="en-US" sz="3200">
                <a:solidFill>
                  <a:srgbClr val="000000"/>
                </a:solidFill>
                <a:latin typeface="黑体" panose="02010609060101010101" pitchFamily="49" charset="-122"/>
                <a:ea typeface="黑体" panose="02010609060101010101" pitchFamily="49" charset="-122"/>
              </a:rPr>
              <a:t>没有详细的成本核算</a:t>
            </a:r>
            <a:endParaRPr lang="zh-CN" altLang="en-US" sz="3200">
              <a:solidFill>
                <a:srgbClr val="000000"/>
              </a:solidFill>
              <a:latin typeface="黑体" panose="02010609060101010101" pitchFamily="49" charset="-122"/>
              <a:ea typeface="黑体" panose="02010609060101010101" pitchFamily="49" charset="-122"/>
            </a:endParaRPr>
          </a:p>
          <a:p>
            <a:pPr lvl="2"/>
            <a:r>
              <a:rPr lang="zh-CN" altLang="en-US" sz="3200">
                <a:solidFill>
                  <a:srgbClr val="000000"/>
                </a:solidFill>
                <a:latin typeface="黑体" panose="02010609060101010101" pitchFamily="49" charset="-122"/>
                <a:ea typeface="黑体" panose="02010609060101010101" pitchFamily="49" charset="-122"/>
              </a:rPr>
              <a:t>     </a:t>
            </a:r>
            <a:r>
              <a:rPr lang="en-US" altLang="zh-CN" sz="3200">
                <a:solidFill>
                  <a:srgbClr val="000000"/>
                </a:solidFill>
                <a:latin typeface="黑体" panose="02010609060101010101" pitchFamily="49" charset="-122"/>
                <a:ea typeface="黑体" panose="02010609060101010101" pitchFamily="49" charset="-122"/>
              </a:rPr>
              <a:t>E   </a:t>
            </a:r>
            <a:r>
              <a:rPr lang="zh-CN" altLang="en-US" sz="3200">
                <a:solidFill>
                  <a:srgbClr val="000000"/>
                </a:solidFill>
                <a:latin typeface="黑体" panose="02010609060101010101" pitchFamily="49" charset="-122"/>
                <a:ea typeface="黑体" panose="02010609060101010101" pitchFamily="49" charset="-122"/>
              </a:rPr>
              <a:t>项目实施中成本控制不够</a:t>
            </a:r>
            <a:endParaRPr lang="zh-CN" altLang="en-US" sz="3200">
              <a:solidFill>
                <a:srgbClr val="000000"/>
              </a:solidFill>
              <a:latin typeface="黑体" panose="02010609060101010101" pitchFamily="49" charset="-122"/>
              <a:ea typeface="黑体" panose="02010609060101010101" pitchFamily="49" charset="-122"/>
            </a:endParaRPr>
          </a:p>
          <a:p>
            <a:pPr lvl="2"/>
            <a:endParaRPr lang="zh-CN" altLang="en-US" sz="3200">
              <a:solidFill>
                <a:srgbClr val="000000"/>
              </a:solidFill>
              <a:latin typeface="黑体" panose="02010609060101010101" pitchFamily="49" charset="-122"/>
              <a:ea typeface="黑体" panose="02010609060101010101" pitchFamily="49" charset="-122"/>
            </a:endParaRPr>
          </a:p>
        </p:txBody>
      </p:sp>
      <p:pic>
        <p:nvPicPr>
          <p:cNvPr id="93188" name="Picture 6" descr="BD00028_"/>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12750" y="5202238"/>
            <a:ext cx="1327150" cy="1300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189" name="Rectangle 7"/>
          <p:cNvSpPr>
            <a:spLocks noGrp="1" noChangeArrowheads="1"/>
          </p:cNvSpPr>
          <p:nvPr>
            <p:ph type="title"/>
          </p:nvPr>
        </p:nvSpPr>
        <p:spPr/>
        <p:txBody>
          <a:bodyPr/>
          <a:lstStyle/>
          <a:p>
            <a:pPr eaLnBrk="1" hangingPunct="1"/>
            <a:r>
              <a:rPr lang="zh-CN" altLang="en-US"/>
              <a:t>测试</a:t>
            </a:r>
            <a:endParaRPr lang="zh-CN" altLang="en-US"/>
          </a:p>
        </p:txBody>
      </p:sp>
      <p:sp>
        <p:nvSpPr>
          <p:cNvPr id="3" name="灯片编号占位符 2"/>
          <p:cNvSpPr>
            <a:spLocks noGrp="1"/>
          </p:cNvSpPr>
          <p:nvPr>
            <p:ph type="sldNum" sz="quarter" idx="10"/>
          </p:nvPr>
        </p:nvSpPr>
        <p:spPr/>
        <p:txBody>
          <a:bodyPr/>
          <a:lstStyle/>
          <a:p>
            <a:pPr>
              <a:defRPr/>
            </a:pPr>
            <a:fld id="{A6A0D67D-9B30-457F-9874-1F92730590A0}" type="slidenum">
              <a:rPr lang="en-US" altLang="zh-CN" smtClean="0"/>
            </a:fld>
            <a:endParaRPr lang="en-US" altLang="zh-CN" dirty="0"/>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EEC8"/>
        </a:solidFill>
        <a:effectLst/>
      </p:bgPr>
    </p:bg>
    <p:spTree>
      <p:nvGrpSpPr>
        <p:cNvPr id="1" name=""/>
        <p:cNvGrpSpPr/>
        <p:nvPr/>
      </p:nvGrpSpPr>
      <p:grpSpPr>
        <a:xfrm>
          <a:off x="0" y="0"/>
          <a:ext cx="0" cy="0"/>
          <a:chOff x="0" y="0"/>
          <a:chExt cx="0" cy="0"/>
        </a:xfrm>
      </p:grpSpPr>
      <p:sp>
        <p:nvSpPr>
          <p:cNvPr id="66562" name="标题 1"/>
          <p:cNvSpPr>
            <a:spLocks noGrp="1" noChangeArrowheads="1"/>
          </p:cNvSpPr>
          <p:nvPr>
            <p:ph type="title"/>
          </p:nvPr>
        </p:nvSpPr>
        <p:spPr/>
        <p:txBody>
          <a:bodyPr/>
          <a:lstStyle/>
          <a:p>
            <a:r>
              <a:rPr lang="zh-CN" altLang="en-US"/>
              <a:t>知识点回顾</a:t>
            </a:r>
            <a:endParaRPr lang="zh-CN" altLang="en-US"/>
          </a:p>
        </p:txBody>
      </p:sp>
      <p:sp>
        <p:nvSpPr>
          <p:cNvPr id="66563" name="内容占位符 2"/>
          <p:cNvSpPr>
            <a:spLocks noGrp="1" noChangeArrowheads="1"/>
          </p:cNvSpPr>
          <p:nvPr>
            <p:ph idx="1"/>
          </p:nvPr>
        </p:nvSpPr>
        <p:spPr/>
        <p:txBody>
          <a:bodyPr/>
          <a:lstStyle/>
          <a:p>
            <a:r>
              <a:rPr lang="zh-CN" altLang="en-US" sz="1800" dirty="0"/>
              <a:t>项目定义的两大要点</a:t>
            </a:r>
            <a:endParaRPr lang="zh-CN" altLang="en-US" sz="1800" dirty="0"/>
          </a:p>
          <a:p>
            <a:r>
              <a:rPr lang="en-US" altLang="zh-CN" sz="1800" dirty="0"/>
              <a:t>SMART</a:t>
            </a:r>
            <a:endParaRPr lang="en-US" altLang="zh-CN" sz="1800" dirty="0"/>
          </a:p>
          <a:p>
            <a:r>
              <a:rPr lang="zh-CN" altLang="en-US" sz="1800" dirty="0"/>
              <a:t>制定项目目标需要哪些人参与</a:t>
            </a:r>
            <a:endParaRPr lang="zh-CN" altLang="en-US" sz="1800" dirty="0"/>
          </a:p>
          <a:p>
            <a:r>
              <a:rPr lang="zh-CN" altLang="en-US" sz="1800" dirty="0"/>
              <a:t>最有效的质量管理方式</a:t>
            </a:r>
            <a:endParaRPr lang="zh-CN" altLang="en-US" sz="1800" dirty="0"/>
          </a:p>
          <a:p>
            <a:r>
              <a:rPr lang="zh-CN" altLang="en-US" sz="1800" dirty="0"/>
              <a:t>如何体现验收标准</a:t>
            </a:r>
            <a:endParaRPr lang="zh-CN" altLang="en-US" sz="1800" dirty="0"/>
          </a:p>
          <a:p>
            <a:r>
              <a:rPr lang="zh-CN" altLang="en-US" sz="1800" dirty="0"/>
              <a:t>如何做</a:t>
            </a:r>
            <a:r>
              <a:rPr lang="en-US" altLang="zh-CN" sz="1800" dirty="0"/>
              <a:t>WBS</a:t>
            </a:r>
            <a:r>
              <a:rPr lang="zh-CN" altLang="en-US" sz="1800" dirty="0"/>
              <a:t>分解</a:t>
            </a:r>
            <a:endParaRPr lang="en-US" altLang="zh-CN" sz="1800" dirty="0"/>
          </a:p>
          <a:p>
            <a:r>
              <a:rPr lang="zh-CN" altLang="en-US" sz="1800" dirty="0"/>
              <a:t>如何做</a:t>
            </a:r>
            <a:r>
              <a:rPr lang="en-US" altLang="zh-CN" sz="1800" dirty="0"/>
              <a:t>WBS</a:t>
            </a:r>
            <a:r>
              <a:rPr lang="zh-CN" altLang="en-US" sz="1800" dirty="0"/>
              <a:t>验证</a:t>
            </a:r>
            <a:endParaRPr lang="en-US" altLang="zh-CN" sz="1800" dirty="0"/>
          </a:p>
          <a:p>
            <a:r>
              <a:rPr lang="en-US" altLang="zh-CN" sz="1800" dirty="0"/>
              <a:t>MECE</a:t>
            </a:r>
            <a:endParaRPr lang="en-US" altLang="zh-CN" sz="1800" dirty="0"/>
          </a:p>
          <a:p>
            <a:r>
              <a:rPr lang="zh-CN" altLang="en-US" sz="1800" dirty="0"/>
              <a:t>负责人</a:t>
            </a:r>
            <a:r>
              <a:rPr lang="en-US" altLang="zh-CN" sz="1800" dirty="0"/>
              <a:t>/</a:t>
            </a:r>
            <a:r>
              <a:rPr lang="zh-CN" altLang="en-US" sz="1800" dirty="0"/>
              <a:t>执行人</a:t>
            </a:r>
            <a:endParaRPr lang="zh-CN" altLang="en-US" sz="1800" dirty="0"/>
          </a:p>
          <a:p>
            <a:r>
              <a:rPr lang="zh-CN" altLang="en-US" sz="1800" dirty="0"/>
              <a:t>颗粒度</a:t>
            </a:r>
            <a:endParaRPr lang="zh-CN" altLang="en-US" sz="1800" dirty="0"/>
          </a:p>
          <a:p>
            <a:r>
              <a:rPr lang="zh-CN" altLang="en-US" sz="1800" dirty="0"/>
              <a:t>项目管理活动纳入</a:t>
            </a:r>
            <a:r>
              <a:rPr lang="en-US" altLang="zh-CN" sz="1800" dirty="0"/>
              <a:t>WBS</a:t>
            </a:r>
            <a:endParaRPr lang="en-US" altLang="zh-CN" sz="1800" dirty="0"/>
          </a:p>
          <a:p>
            <a:r>
              <a:rPr lang="zh-CN" altLang="en-US" sz="1800" dirty="0"/>
              <a:t>子项目</a:t>
            </a:r>
            <a:endParaRPr lang="zh-CN" altLang="en-US" sz="1800" dirty="0"/>
          </a:p>
          <a:p>
            <a:r>
              <a:rPr lang="zh-CN" altLang="en-US" sz="1800" dirty="0"/>
              <a:t>成本核算内容</a:t>
            </a:r>
            <a:endParaRPr lang="zh-CN" altLang="en-US" sz="1800" dirty="0"/>
          </a:p>
        </p:txBody>
      </p:sp>
      <p:sp>
        <p:nvSpPr>
          <p:cNvPr id="3" name="灯片编号占位符 2"/>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D9D2222-8541-46EA-AD3B-36A5E091B774}" type="slidenum">
              <a:rPr kumimoji="0" lang="en-US" altLang="zh-CN" sz="800" b="0" i="0" u="none" strike="noStrike" kern="1200" cap="none" spc="0" normalizeH="0" baseline="0" noProof="0" smtClean="0">
                <a:ln>
                  <a:noFill/>
                </a:ln>
                <a:solidFill>
                  <a:srgbClr val="5A93B6"/>
                </a:solidFill>
                <a:effectLst/>
                <a:uLnTx/>
                <a:uFillTx/>
                <a:latin typeface="Futura Bk" pitchFamily="34" charset="0"/>
                <a:ea typeface="宋体" panose="02010600030101010101" pitchFamily="2" charset="-122"/>
                <a:cs typeface="+mn-cs"/>
              </a:rPr>
            </a:fld>
            <a:endParaRPr kumimoji="0" lang="en-US" altLang="zh-CN" sz="800" b="0" i="0" u="none" strike="noStrike" kern="1200" cap="none" spc="0" normalizeH="0" baseline="0" noProof="0" dirty="0">
              <a:ln>
                <a:noFill/>
              </a:ln>
              <a:solidFill>
                <a:srgbClr val="5A93B6"/>
              </a:solidFill>
              <a:effectLst/>
              <a:uLnTx/>
              <a:uFillTx/>
              <a:latin typeface="Futura Bk" pitchFamily="34" charset="0"/>
              <a:ea typeface="宋体" panose="02010600030101010101" pitchFamily="2" charset="-122"/>
              <a:cs typeface="+mn-cs"/>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课程内容</a:t>
            </a:r>
            <a:endParaRPr lang="zh-CN" altLang="en-US" dirty="0"/>
          </a:p>
        </p:txBody>
      </p:sp>
      <p:graphicFrame>
        <p:nvGraphicFramePr>
          <p:cNvPr id="5" name="内容占位符 4"/>
          <p:cNvGraphicFramePr>
            <a:graphicFrameLocks noGrp="1"/>
          </p:cNvGraphicFramePr>
          <p:nvPr>
            <p:ph sz="half" idx="1"/>
          </p:nvPr>
        </p:nvGraphicFramePr>
        <p:xfrm>
          <a:off x="365125" y="1273175"/>
          <a:ext cx="4470400" cy="52705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graphicFrame>
        <p:nvGraphicFramePr>
          <p:cNvPr id="8" name="内容占位符 7"/>
          <p:cNvGraphicFramePr>
            <a:graphicFrameLocks noGrp="1"/>
          </p:cNvGraphicFramePr>
          <p:nvPr>
            <p:ph sz="half" idx="2"/>
          </p:nvPr>
        </p:nvGraphicFramePr>
        <p:xfrm>
          <a:off x="4987925" y="1273175"/>
          <a:ext cx="4470400" cy="527050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3" name="灯片编号占位符 2"/>
          <p:cNvSpPr>
            <a:spLocks noGrp="1"/>
          </p:cNvSpPr>
          <p:nvPr>
            <p:ph type="sldNum" sz="quarter" idx="10"/>
          </p:nvPr>
        </p:nvSpPr>
        <p:spPr/>
        <p:txBody>
          <a:bodyPr/>
          <a:lstStyle/>
          <a:p>
            <a:pPr>
              <a:defRPr/>
            </a:pPr>
            <a:fld id="{ADA0D315-17C2-4F0F-B1C6-8BF8415BD984}" type="slidenum">
              <a:rPr lang="en-US" altLang="zh-CN" smtClean="0"/>
            </a:fld>
            <a:endParaRPr lang="en-US" altLang="zh-CN" dirty="0"/>
          </a:p>
        </p:txBody>
      </p:sp>
      <p:sp>
        <p:nvSpPr>
          <p:cNvPr id="7" name="文本框 6"/>
          <p:cNvSpPr txBox="1"/>
          <p:nvPr/>
        </p:nvSpPr>
        <p:spPr>
          <a:xfrm>
            <a:off x="4021455" y="5487670"/>
            <a:ext cx="814070" cy="646331"/>
          </a:xfrm>
          <a:prstGeom prst="rect">
            <a:avLst/>
          </a:prstGeom>
          <a:noFill/>
        </p:spPr>
        <p:txBody>
          <a:bodyPr wrap="square" rtlCol="0">
            <a:spAutoFit/>
          </a:bodyPr>
          <a:lstStyle/>
          <a:p>
            <a:r>
              <a:rPr lang="zh-CN" altLang="en-US" sz="3600" dirty="0"/>
              <a:t>👈</a:t>
            </a:r>
            <a:endParaRPr lang="zh-CN" altLang="en-US" sz="36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95235" name="Text Box 5"/>
          <p:cNvSpPr txBox="1">
            <a:spLocks noChangeArrowheads="1"/>
          </p:cNvSpPr>
          <p:nvPr/>
        </p:nvSpPr>
        <p:spPr bwMode="auto">
          <a:xfrm>
            <a:off x="1016000" y="1333500"/>
            <a:ext cx="7015163" cy="3990975"/>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marL="342900" indent="-342900">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lvl="2"/>
            <a:r>
              <a:rPr lang="zh-CN" altLang="en-US" sz="3200" b="1">
                <a:solidFill>
                  <a:srgbClr val="000000"/>
                </a:solidFill>
                <a:latin typeface="黑体" panose="02010609060101010101" pitchFamily="49" charset="-122"/>
                <a:ea typeface="黑体" panose="02010609060101010101" pitchFamily="49" charset="-122"/>
              </a:rPr>
              <a:t>9、针对成功的项目管理，合适的</a:t>
            </a:r>
            <a:endParaRPr lang="zh-CN" altLang="en-US" sz="3200" b="1">
              <a:solidFill>
                <a:srgbClr val="000000"/>
              </a:solidFill>
              <a:latin typeface="黑体" panose="02010609060101010101" pitchFamily="49" charset="-122"/>
              <a:ea typeface="黑体" panose="02010609060101010101" pitchFamily="49" charset="-122"/>
            </a:endParaRPr>
          </a:p>
          <a:p>
            <a:pPr lvl="2"/>
            <a:r>
              <a:rPr lang="zh-CN" altLang="en-US" sz="3200" b="1">
                <a:solidFill>
                  <a:srgbClr val="000000"/>
                </a:solidFill>
                <a:latin typeface="黑体" panose="02010609060101010101" pitchFamily="49" charset="-122"/>
                <a:ea typeface="黑体" panose="02010609060101010101" pitchFamily="49" charset="-122"/>
              </a:rPr>
              <a:t>   时间观念是什么？</a:t>
            </a:r>
            <a:endParaRPr lang="zh-CN" altLang="en-US" sz="3200">
              <a:solidFill>
                <a:srgbClr val="000000"/>
              </a:solidFill>
              <a:latin typeface="黑体" panose="02010609060101010101" pitchFamily="49" charset="-122"/>
              <a:ea typeface="黑体" panose="02010609060101010101" pitchFamily="49" charset="-122"/>
            </a:endParaRPr>
          </a:p>
          <a:p>
            <a:pPr lvl="2"/>
            <a:endParaRPr lang="zh-CN" altLang="en-US" sz="3200">
              <a:solidFill>
                <a:srgbClr val="000000"/>
              </a:solidFill>
              <a:latin typeface="黑体" panose="02010609060101010101" pitchFamily="49" charset="-122"/>
              <a:ea typeface="黑体" panose="02010609060101010101" pitchFamily="49" charset="-122"/>
            </a:endParaRPr>
          </a:p>
          <a:p>
            <a:pPr lvl="2"/>
            <a:r>
              <a:rPr lang="en-US" altLang="zh-CN" sz="3200">
                <a:solidFill>
                  <a:srgbClr val="000000"/>
                </a:solidFill>
                <a:latin typeface="黑体" panose="02010609060101010101" pitchFamily="49" charset="-122"/>
                <a:ea typeface="黑体" panose="02010609060101010101" pitchFamily="49" charset="-122"/>
              </a:rPr>
              <a:t>A   </a:t>
            </a:r>
            <a:r>
              <a:rPr lang="zh-CN" altLang="en-US" sz="3200">
                <a:solidFill>
                  <a:srgbClr val="000000"/>
                </a:solidFill>
                <a:latin typeface="黑体" panose="02010609060101010101" pitchFamily="49" charset="-122"/>
                <a:ea typeface="黑体" panose="02010609060101010101" pitchFamily="49" charset="-122"/>
              </a:rPr>
              <a:t>一寸光阴一寸金</a:t>
            </a:r>
            <a:endParaRPr lang="zh-CN" altLang="en-US" sz="3200">
              <a:solidFill>
                <a:srgbClr val="000000"/>
              </a:solidFill>
              <a:latin typeface="黑体" panose="02010609060101010101" pitchFamily="49" charset="-122"/>
              <a:ea typeface="黑体" panose="02010609060101010101" pitchFamily="49" charset="-122"/>
            </a:endParaRPr>
          </a:p>
          <a:p>
            <a:pPr lvl="2"/>
            <a:r>
              <a:rPr lang="en-US" altLang="zh-CN" sz="3200">
                <a:solidFill>
                  <a:srgbClr val="000000"/>
                </a:solidFill>
                <a:latin typeface="黑体" panose="02010609060101010101" pitchFamily="49" charset="-122"/>
                <a:ea typeface="黑体" panose="02010609060101010101" pitchFamily="49" charset="-122"/>
              </a:rPr>
              <a:t>B   </a:t>
            </a:r>
            <a:r>
              <a:rPr lang="zh-CN" altLang="en-US" sz="3200">
                <a:solidFill>
                  <a:srgbClr val="000000"/>
                </a:solidFill>
                <a:latin typeface="黑体" panose="02010609060101010101" pitchFamily="49" charset="-122"/>
                <a:ea typeface="黑体" panose="02010609060101010101" pitchFamily="49" charset="-122"/>
              </a:rPr>
              <a:t>磨刀不误砍柴功</a:t>
            </a:r>
            <a:endParaRPr lang="zh-CN" altLang="en-US" sz="3200">
              <a:solidFill>
                <a:srgbClr val="000000"/>
              </a:solidFill>
              <a:latin typeface="黑体" panose="02010609060101010101" pitchFamily="49" charset="-122"/>
              <a:ea typeface="黑体" panose="02010609060101010101" pitchFamily="49" charset="-122"/>
            </a:endParaRPr>
          </a:p>
          <a:p>
            <a:pPr lvl="2"/>
            <a:r>
              <a:rPr lang="en-US" altLang="zh-CN" sz="3200">
                <a:solidFill>
                  <a:srgbClr val="000000"/>
                </a:solidFill>
                <a:latin typeface="黑体" panose="02010609060101010101" pitchFamily="49" charset="-122"/>
                <a:ea typeface="黑体" panose="02010609060101010101" pitchFamily="49" charset="-122"/>
              </a:rPr>
              <a:t>C   </a:t>
            </a:r>
            <a:r>
              <a:rPr lang="zh-CN" altLang="en-US" sz="3200">
                <a:solidFill>
                  <a:srgbClr val="000000"/>
                </a:solidFill>
                <a:latin typeface="黑体" panose="02010609060101010101" pitchFamily="49" charset="-122"/>
                <a:ea typeface="黑体" panose="02010609060101010101" pitchFamily="49" charset="-122"/>
              </a:rPr>
              <a:t>好的结果胜于期限</a:t>
            </a:r>
            <a:endParaRPr lang="zh-CN" altLang="en-US" sz="3200">
              <a:solidFill>
                <a:srgbClr val="000000"/>
              </a:solidFill>
              <a:latin typeface="黑体" panose="02010609060101010101" pitchFamily="49" charset="-122"/>
              <a:ea typeface="黑体" panose="02010609060101010101" pitchFamily="49" charset="-122"/>
            </a:endParaRPr>
          </a:p>
          <a:p>
            <a:pPr lvl="2"/>
            <a:r>
              <a:rPr lang="en-US" altLang="zh-CN" sz="3200">
                <a:solidFill>
                  <a:srgbClr val="000000"/>
                </a:solidFill>
                <a:latin typeface="黑体" panose="02010609060101010101" pitchFamily="49" charset="-122"/>
                <a:ea typeface="黑体" panose="02010609060101010101" pitchFamily="49" charset="-122"/>
              </a:rPr>
              <a:t>D   </a:t>
            </a:r>
            <a:r>
              <a:rPr lang="zh-CN" altLang="en-US" sz="3200">
                <a:solidFill>
                  <a:srgbClr val="000000"/>
                </a:solidFill>
                <a:latin typeface="黑体" panose="02010609060101010101" pitchFamily="49" charset="-122"/>
                <a:ea typeface="黑体" panose="02010609060101010101" pitchFamily="49" charset="-122"/>
              </a:rPr>
              <a:t>不做时间的奴隶</a:t>
            </a:r>
            <a:endParaRPr lang="zh-CN" altLang="en-US" sz="3200">
              <a:solidFill>
                <a:srgbClr val="000000"/>
              </a:solidFill>
              <a:latin typeface="黑体" panose="02010609060101010101" pitchFamily="49" charset="-122"/>
              <a:ea typeface="黑体" panose="02010609060101010101" pitchFamily="49" charset="-122"/>
            </a:endParaRPr>
          </a:p>
          <a:p>
            <a:pPr lvl="2"/>
            <a:r>
              <a:rPr lang="en-US" altLang="zh-CN" sz="3200">
                <a:solidFill>
                  <a:srgbClr val="000000"/>
                </a:solidFill>
                <a:latin typeface="黑体" panose="02010609060101010101" pitchFamily="49" charset="-122"/>
                <a:ea typeface="黑体" panose="02010609060101010101" pitchFamily="49" charset="-122"/>
              </a:rPr>
              <a:t>E   </a:t>
            </a:r>
            <a:r>
              <a:rPr lang="zh-CN" altLang="en-US" sz="3200">
                <a:solidFill>
                  <a:srgbClr val="000000"/>
                </a:solidFill>
                <a:latin typeface="黑体" panose="02010609060101010101" pitchFamily="49" charset="-122"/>
                <a:ea typeface="黑体" panose="02010609060101010101" pitchFamily="49" charset="-122"/>
              </a:rPr>
              <a:t>时间是永远不够的</a:t>
            </a:r>
            <a:endParaRPr lang="zh-CN" altLang="en-US" sz="3200">
              <a:solidFill>
                <a:srgbClr val="000000"/>
              </a:solidFill>
              <a:latin typeface="黑体" panose="02010609060101010101" pitchFamily="49" charset="-122"/>
              <a:ea typeface="黑体" panose="02010609060101010101" pitchFamily="49" charset="-122"/>
            </a:endParaRPr>
          </a:p>
        </p:txBody>
      </p:sp>
      <p:pic>
        <p:nvPicPr>
          <p:cNvPr id="95236" name="Picture 6" descr="BD00028_"/>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12750" y="5202238"/>
            <a:ext cx="1327150" cy="1300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5237" name="Rectangle 7"/>
          <p:cNvSpPr>
            <a:spLocks noGrp="1" noChangeArrowheads="1"/>
          </p:cNvSpPr>
          <p:nvPr>
            <p:ph type="title"/>
          </p:nvPr>
        </p:nvSpPr>
        <p:spPr/>
        <p:txBody>
          <a:bodyPr/>
          <a:lstStyle/>
          <a:p>
            <a:pPr eaLnBrk="1" hangingPunct="1"/>
            <a:r>
              <a:rPr lang="zh-CN" altLang="en-US"/>
              <a:t>测试</a:t>
            </a:r>
            <a:endParaRPr lang="zh-CN" altLang="en-US"/>
          </a:p>
        </p:txBody>
      </p:sp>
      <p:sp>
        <p:nvSpPr>
          <p:cNvPr id="3" name="灯片编号占位符 2"/>
          <p:cNvSpPr>
            <a:spLocks noGrp="1"/>
          </p:cNvSpPr>
          <p:nvPr>
            <p:ph type="sldNum" sz="quarter" idx="10"/>
          </p:nvPr>
        </p:nvSpPr>
        <p:spPr/>
        <p:txBody>
          <a:bodyPr/>
          <a:lstStyle/>
          <a:p>
            <a:pPr>
              <a:defRPr/>
            </a:pPr>
            <a:fld id="{A6A0D67D-9B30-457F-9874-1F92730590A0}" type="slidenum">
              <a:rPr lang="en-US" altLang="zh-CN" smtClean="0"/>
            </a:fld>
            <a:endParaRPr lang="en-US" altLang="zh-CN" dirty="0"/>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pSp>
        <p:nvGrpSpPr>
          <p:cNvPr id="97283" name="Group 18"/>
          <p:cNvGrpSpPr/>
          <p:nvPr/>
        </p:nvGrpSpPr>
        <p:grpSpPr bwMode="auto">
          <a:xfrm>
            <a:off x="1042988" y="2132013"/>
            <a:ext cx="2101850" cy="3303587"/>
            <a:chOff x="2528" y="1091"/>
            <a:chExt cx="1325" cy="2081"/>
          </a:xfrm>
        </p:grpSpPr>
        <p:sp>
          <p:nvSpPr>
            <p:cNvPr id="97287" name="Rectangle 5"/>
            <p:cNvSpPr>
              <a:spLocks noChangeArrowheads="1"/>
            </p:cNvSpPr>
            <p:nvPr/>
          </p:nvSpPr>
          <p:spPr bwMode="auto">
            <a:xfrm>
              <a:off x="2528" y="1091"/>
              <a:ext cx="1325" cy="2081"/>
            </a:xfrm>
            <a:prstGeom prst="rect">
              <a:avLst/>
            </a:prstGeom>
            <a:solidFill>
              <a:srgbClr val="C3BE00"/>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97288" name="Text Box 8"/>
            <p:cNvSpPr txBox="1">
              <a:spLocks noChangeArrowheads="1"/>
            </p:cNvSpPr>
            <p:nvPr/>
          </p:nvSpPr>
          <p:spPr bwMode="auto">
            <a:xfrm>
              <a:off x="2701" y="1145"/>
              <a:ext cx="958" cy="28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r>
                <a:rPr lang="zh-CN" altLang="en-US" b="1" dirty="0">
                  <a:solidFill>
                    <a:srgbClr val="000099"/>
                  </a:solidFill>
                  <a:latin typeface="楷体" panose="02010609060101010101" pitchFamily="49" charset="-122"/>
                  <a:ea typeface="黑体" panose="02010609060101010101" pitchFamily="49" charset="-122"/>
                </a:rPr>
                <a:t>规划阶段</a:t>
              </a:r>
              <a:endParaRPr lang="zh-CN" altLang="en-US" b="1" dirty="0">
                <a:solidFill>
                  <a:srgbClr val="000099"/>
                </a:solidFill>
                <a:latin typeface="楷体" panose="02010609060101010101" pitchFamily="49" charset="-122"/>
                <a:ea typeface="黑体" panose="02010609060101010101" pitchFamily="49" charset="-122"/>
              </a:endParaRPr>
            </a:p>
          </p:txBody>
        </p:sp>
        <p:sp>
          <p:nvSpPr>
            <p:cNvPr id="97289" name="Text Box 11"/>
            <p:cNvSpPr txBox="1">
              <a:spLocks noChangeArrowheads="1"/>
            </p:cNvSpPr>
            <p:nvPr/>
          </p:nvSpPr>
          <p:spPr bwMode="auto">
            <a:xfrm>
              <a:off x="2538" y="1511"/>
              <a:ext cx="1265" cy="1537"/>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lang="zh-CN" altLang="en-US" sz="2200" b="1" dirty="0">
                  <a:solidFill>
                    <a:schemeClr val="tx2"/>
                  </a:solidFill>
                  <a:latin typeface="楷体" panose="02010609060101010101" pitchFamily="49" charset="-122"/>
                  <a:ea typeface="黑体" panose="02010609060101010101" pitchFamily="49" charset="-122"/>
                </a:rPr>
                <a:t>分配职责</a:t>
              </a:r>
              <a:endParaRPr lang="zh-CN" altLang="en-US" sz="2200" b="1" dirty="0">
                <a:solidFill>
                  <a:schemeClr val="tx2"/>
                </a:solidFill>
                <a:latin typeface="楷体" panose="02010609060101010101" pitchFamily="49" charset="-122"/>
                <a:ea typeface="黑体" panose="02010609060101010101" pitchFamily="49" charset="-122"/>
              </a:endParaRPr>
            </a:p>
            <a:p>
              <a:pPr algn="ctr" eaLnBrk="1" hangingPunct="1">
                <a:spcBef>
                  <a:spcPct val="50000"/>
                </a:spcBef>
              </a:pPr>
              <a:r>
                <a:rPr lang="zh-CN" altLang="en-US" sz="2200" b="1" dirty="0">
                  <a:solidFill>
                    <a:schemeClr val="tx2"/>
                  </a:solidFill>
                  <a:latin typeface="楷体" panose="02010609060101010101" pitchFamily="49" charset="-122"/>
                  <a:ea typeface="黑体" panose="02010609060101010101" pitchFamily="49" charset="-122"/>
                </a:rPr>
                <a:t>确定工作顺序</a:t>
              </a:r>
              <a:endParaRPr lang="zh-CN" altLang="en-US" sz="2200" b="1" dirty="0">
                <a:solidFill>
                  <a:schemeClr val="tx2"/>
                </a:solidFill>
                <a:latin typeface="楷体" panose="02010609060101010101" pitchFamily="49" charset="-122"/>
                <a:ea typeface="黑体" panose="02010609060101010101" pitchFamily="49" charset="-122"/>
              </a:endParaRPr>
            </a:p>
            <a:p>
              <a:pPr algn="ctr" eaLnBrk="1" hangingPunct="1">
                <a:spcBef>
                  <a:spcPct val="50000"/>
                </a:spcBef>
              </a:pPr>
              <a:r>
                <a:rPr lang="zh-CN" altLang="en-US" sz="2200" b="1" dirty="0">
                  <a:solidFill>
                    <a:schemeClr val="tx2"/>
                  </a:solidFill>
                  <a:latin typeface="楷体" panose="02010609060101010101" pitchFamily="49" charset="-122"/>
                  <a:ea typeface="黑体" panose="02010609060101010101" pitchFamily="49" charset="-122"/>
                </a:rPr>
                <a:t>落实工作日程</a:t>
              </a:r>
              <a:endParaRPr lang="zh-CN" altLang="en-US" sz="2200" b="1" dirty="0">
                <a:solidFill>
                  <a:schemeClr val="tx2"/>
                </a:solidFill>
                <a:latin typeface="楷体" panose="02010609060101010101" pitchFamily="49" charset="-122"/>
                <a:ea typeface="黑体" panose="02010609060101010101" pitchFamily="49" charset="-122"/>
              </a:endParaRPr>
            </a:p>
            <a:p>
              <a:pPr algn="ctr" eaLnBrk="1" hangingPunct="1">
                <a:spcBef>
                  <a:spcPct val="50000"/>
                </a:spcBef>
              </a:pPr>
              <a:r>
                <a:rPr lang="zh-CN" altLang="en-US" sz="2200" b="1" dirty="0">
                  <a:solidFill>
                    <a:schemeClr val="tx2"/>
                  </a:solidFill>
                  <a:latin typeface="楷体" panose="02010609060101010101" pitchFamily="49" charset="-122"/>
                  <a:ea typeface="黑体" panose="02010609060101010101" pitchFamily="49" charset="-122"/>
                </a:rPr>
                <a:t>控制风险</a:t>
              </a:r>
              <a:endParaRPr lang="zh-CN" altLang="en-US" sz="2200" b="1" dirty="0">
                <a:solidFill>
                  <a:schemeClr val="tx2"/>
                </a:solidFill>
                <a:latin typeface="楷体" panose="02010609060101010101" pitchFamily="49" charset="-122"/>
                <a:ea typeface="黑体" panose="02010609060101010101" pitchFamily="49" charset="-122"/>
              </a:endParaRPr>
            </a:p>
            <a:p>
              <a:pPr algn="ctr" eaLnBrk="1" hangingPunct="1">
                <a:spcBef>
                  <a:spcPct val="50000"/>
                </a:spcBef>
              </a:pPr>
              <a:r>
                <a:rPr lang="zh-CN" altLang="en-US" sz="2200" b="1" dirty="0">
                  <a:solidFill>
                    <a:schemeClr val="tx2"/>
                  </a:solidFill>
                  <a:latin typeface="楷体" panose="02010609060101010101" pitchFamily="49" charset="-122"/>
                  <a:ea typeface="黑体" panose="02010609060101010101" pitchFamily="49" charset="-122"/>
                </a:rPr>
                <a:t>创造机遇</a:t>
              </a:r>
              <a:endParaRPr lang="zh-CN" altLang="en-US" sz="2200" b="1" dirty="0">
                <a:solidFill>
                  <a:schemeClr val="tx2"/>
                </a:solidFill>
                <a:latin typeface="楷体" panose="02010609060101010101" pitchFamily="49" charset="-122"/>
                <a:ea typeface="黑体" panose="02010609060101010101" pitchFamily="49" charset="-122"/>
              </a:endParaRPr>
            </a:p>
          </p:txBody>
        </p:sp>
      </p:grpSp>
      <p:sp>
        <p:nvSpPr>
          <p:cNvPr id="492564" name="Text Box 20"/>
          <p:cNvSpPr txBox="1">
            <a:spLocks noChangeArrowheads="1"/>
          </p:cNvSpPr>
          <p:nvPr/>
        </p:nvSpPr>
        <p:spPr bwMode="auto">
          <a:xfrm>
            <a:off x="3432175" y="1978025"/>
            <a:ext cx="5487988" cy="579438"/>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r>
              <a:rPr lang="zh-CN" altLang="en-US" sz="3200" b="1">
                <a:solidFill>
                  <a:srgbClr val="000000"/>
                </a:solidFill>
                <a:latin typeface="Futura Lt" pitchFamily="34" charset="0"/>
                <a:ea typeface="黑体" panose="02010609060101010101" pitchFamily="49" charset="-122"/>
              </a:rPr>
              <a:t>分配工作职责并落实工作日程</a:t>
            </a:r>
            <a:endParaRPr lang="zh-CN" altLang="en-US" sz="1800">
              <a:latin typeface="Futura Lt" pitchFamily="34" charset="0"/>
              <a:ea typeface="黑体" panose="02010609060101010101" pitchFamily="49" charset="-122"/>
            </a:endParaRPr>
          </a:p>
        </p:txBody>
      </p:sp>
      <p:sp>
        <p:nvSpPr>
          <p:cNvPr id="492565" name="Text Box 21"/>
          <p:cNvSpPr txBox="1">
            <a:spLocks noChangeArrowheads="1"/>
          </p:cNvSpPr>
          <p:nvPr/>
        </p:nvSpPr>
        <p:spPr bwMode="auto">
          <a:xfrm>
            <a:off x="3589338" y="4324350"/>
            <a:ext cx="4095750" cy="1068388"/>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r>
              <a:rPr lang="zh-CN" altLang="en-US" sz="3600" b="1">
                <a:solidFill>
                  <a:srgbClr val="000000"/>
                </a:solidFill>
                <a:latin typeface="楷体" panose="02010609060101010101" pitchFamily="49" charset="-122"/>
                <a:ea typeface="黑体" panose="02010609060101010101" pitchFamily="49" charset="-122"/>
              </a:rPr>
              <a:t>保护项目的价值</a:t>
            </a:r>
            <a:endParaRPr lang="zh-CN" altLang="en-US" sz="3600" b="1">
              <a:solidFill>
                <a:srgbClr val="000000"/>
              </a:solidFill>
              <a:latin typeface="楷体" panose="02010609060101010101" pitchFamily="49" charset="-122"/>
              <a:ea typeface="黑体" panose="02010609060101010101" pitchFamily="49" charset="-122"/>
            </a:endParaRPr>
          </a:p>
          <a:p>
            <a:r>
              <a:rPr lang="zh-CN" altLang="en-US" sz="2800">
                <a:solidFill>
                  <a:srgbClr val="000000"/>
                </a:solidFill>
                <a:latin typeface="仿宋_GB2312" pitchFamily="49" charset="-122"/>
                <a:ea typeface="黑体" panose="02010609060101010101" pitchFamily="49" charset="-122"/>
              </a:rPr>
              <a:t>避免将来可能出现的问题</a:t>
            </a:r>
            <a:endParaRPr lang="zh-CN" altLang="en-US" sz="3600">
              <a:solidFill>
                <a:srgbClr val="000000"/>
              </a:solidFill>
              <a:latin typeface="楷体" panose="02010609060101010101" pitchFamily="49" charset="-122"/>
              <a:ea typeface="黑体" panose="02010609060101010101" pitchFamily="49" charset="-122"/>
            </a:endParaRPr>
          </a:p>
        </p:txBody>
      </p:sp>
      <p:sp>
        <p:nvSpPr>
          <p:cNvPr id="97286" name="Rectangle 23"/>
          <p:cNvSpPr>
            <a:spLocks noGrp="1" noChangeArrowheads="1"/>
          </p:cNvSpPr>
          <p:nvPr>
            <p:ph type="title"/>
          </p:nvPr>
        </p:nvSpPr>
        <p:spPr/>
        <p:txBody>
          <a:bodyPr/>
          <a:lstStyle/>
          <a:p>
            <a:pPr eaLnBrk="1" hangingPunct="1"/>
            <a:r>
              <a:rPr lang="zh-CN" altLang="en-US" dirty="0"/>
              <a:t>规划阶段</a:t>
            </a:r>
            <a:endParaRPr lang="zh-CN" altLang="en-US" dirty="0"/>
          </a:p>
        </p:txBody>
      </p:sp>
      <p:sp>
        <p:nvSpPr>
          <p:cNvPr id="3" name="灯片编号占位符 2"/>
          <p:cNvSpPr>
            <a:spLocks noGrp="1"/>
          </p:cNvSpPr>
          <p:nvPr>
            <p:ph type="sldNum" sz="quarter" idx="10"/>
          </p:nvPr>
        </p:nvSpPr>
        <p:spPr/>
        <p:txBody>
          <a:bodyPr/>
          <a:lstStyle/>
          <a:p>
            <a:pPr>
              <a:defRPr/>
            </a:pPr>
            <a:fld id="{A6A0D67D-9B30-457F-9874-1F92730590A0}" type="slidenum">
              <a:rPr lang="en-US" altLang="zh-CN" smtClean="0"/>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92564"/>
                                        </p:tgtEl>
                                        <p:attrNameLst>
                                          <p:attrName>style.visibility</p:attrName>
                                        </p:attrNameLst>
                                      </p:cBhvr>
                                      <p:to>
                                        <p:strVal val="visible"/>
                                      </p:to>
                                    </p:set>
                                    <p:anim calcmode="lin" valueType="num">
                                      <p:cBhvr additive="base">
                                        <p:cTn id="7" dur="500" fill="hold"/>
                                        <p:tgtEl>
                                          <p:spTgt spid="492564"/>
                                        </p:tgtEl>
                                        <p:attrNameLst>
                                          <p:attrName>ppt_x</p:attrName>
                                        </p:attrNameLst>
                                      </p:cBhvr>
                                      <p:tavLst>
                                        <p:tav tm="0">
                                          <p:val>
                                            <p:strVal val="0-#ppt_w/2"/>
                                          </p:val>
                                        </p:tav>
                                        <p:tav tm="100000">
                                          <p:val>
                                            <p:strVal val="#ppt_x"/>
                                          </p:val>
                                        </p:tav>
                                      </p:tavLst>
                                    </p:anim>
                                    <p:anim calcmode="lin" valueType="num">
                                      <p:cBhvr additive="base">
                                        <p:cTn id="8" dur="500" fill="hold"/>
                                        <p:tgtEl>
                                          <p:spTgt spid="49256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492565"/>
                                        </p:tgtEl>
                                        <p:attrNameLst>
                                          <p:attrName>style.visibility</p:attrName>
                                        </p:attrNameLst>
                                      </p:cBhvr>
                                      <p:to>
                                        <p:strVal val="visible"/>
                                      </p:to>
                                    </p:set>
                                    <p:anim calcmode="lin" valueType="num">
                                      <p:cBhvr additive="base">
                                        <p:cTn id="13" dur="500" fill="hold"/>
                                        <p:tgtEl>
                                          <p:spTgt spid="492565"/>
                                        </p:tgtEl>
                                        <p:attrNameLst>
                                          <p:attrName>ppt_x</p:attrName>
                                        </p:attrNameLst>
                                      </p:cBhvr>
                                      <p:tavLst>
                                        <p:tav tm="0">
                                          <p:val>
                                            <p:strVal val="0-#ppt_w/2"/>
                                          </p:val>
                                        </p:tav>
                                        <p:tav tm="100000">
                                          <p:val>
                                            <p:strVal val="#ppt_x"/>
                                          </p:val>
                                        </p:tav>
                                      </p:tavLst>
                                    </p:anim>
                                    <p:anim calcmode="lin" valueType="num">
                                      <p:cBhvr additive="base">
                                        <p:cTn id="14" dur="500" fill="hold"/>
                                        <p:tgtEl>
                                          <p:spTgt spid="49256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2564" grpId="0" autoUpdateAnimBg="0"/>
      <p:bldP spid="492565" grpId="0"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99331" name="Rectangle 15"/>
          <p:cNvSpPr>
            <a:spLocks noGrp="1" noChangeArrowheads="1"/>
          </p:cNvSpPr>
          <p:nvPr>
            <p:ph type="title"/>
          </p:nvPr>
        </p:nvSpPr>
        <p:spPr/>
        <p:txBody>
          <a:bodyPr/>
          <a:lstStyle/>
          <a:p>
            <a:pPr eaLnBrk="1" hangingPunct="1"/>
            <a:r>
              <a:rPr lang="zh-CN" altLang="en-US"/>
              <a:t>项目痛苦曲线</a:t>
            </a:r>
            <a:endParaRPr lang="zh-CN" altLang="en-US"/>
          </a:p>
        </p:txBody>
      </p:sp>
      <p:sp>
        <p:nvSpPr>
          <p:cNvPr id="99332" name="Line 3"/>
          <p:cNvSpPr>
            <a:spLocks noChangeShapeType="1"/>
          </p:cNvSpPr>
          <p:nvPr/>
        </p:nvSpPr>
        <p:spPr bwMode="auto">
          <a:xfrm>
            <a:off x="741363" y="6165850"/>
            <a:ext cx="8423275" cy="0"/>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9333" name="Line 4"/>
          <p:cNvSpPr>
            <a:spLocks noChangeShapeType="1"/>
          </p:cNvSpPr>
          <p:nvPr/>
        </p:nvSpPr>
        <p:spPr bwMode="auto">
          <a:xfrm flipV="1">
            <a:off x="741363" y="1700213"/>
            <a:ext cx="0" cy="4465637"/>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9334" name="Text Box 5"/>
          <p:cNvSpPr txBox="1">
            <a:spLocks noChangeArrowheads="1"/>
          </p:cNvSpPr>
          <p:nvPr/>
        </p:nvSpPr>
        <p:spPr bwMode="auto">
          <a:xfrm>
            <a:off x="171450" y="1490663"/>
            <a:ext cx="6413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r>
              <a:rPr lang="zh-CN" altLang="en-US" sz="1800">
                <a:solidFill>
                  <a:srgbClr val="000000"/>
                </a:solidFill>
                <a:latin typeface="黑体" panose="02010609060101010101" pitchFamily="49" charset="-122"/>
                <a:ea typeface="黑体" panose="02010609060101010101" pitchFamily="49" charset="-122"/>
              </a:rPr>
              <a:t>痛苦</a:t>
            </a:r>
            <a:endParaRPr lang="zh-CN" altLang="en-US" sz="1800">
              <a:solidFill>
                <a:srgbClr val="000000"/>
              </a:solidFill>
              <a:latin typeface="黑体" panose="02010609060101010101" pitchFamily="49" charset="-122"/>
              <a:ea typeface="黑体" panose="02010609060101010101" pitchFamily="49" charset="-122"/>
            </a:endParaRPr>
          </a:p>
        </p:txBody>
      </p:sp>
      <p:sp>
        <p:nvSpPr>
          <p:cNvPr id="99335" name="Text Box 6"/>
          <p:cNvSpPr txBox="1">
            <a:spLocks noChangeArrowheads="1"/>
          </p:cNvSpPr>
          <p:nvPr/>
        </p:nvSpPr>
        <p:spPr bwMode="auto">
          <a:xfrm>
            <a:off x="8753475" y="6099175"/>
            <a:ext cx="641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r>
              <a:rPr lang="zh-CN" altLang="en-US" sz="1800">
                <a:solidFill>
                  <a:srgbClr val="000000"/>
                </a:solidFill>
                <a:latin typeface="黑体" panose="02010609060101010101" pitchFamily="49" charset="-122"/>
                <a:ea typeface="黑体" panose="02010609060101010101" pitchFamily="49" charset="-122"/>
              </a:rPr>
              <a:t>时间</a:t>
            </a:r>
            <a:endParaRPr lang="zh-CN" altLang="en-US" sz="1800">
              <a:solidFill>
                <a:srgbClr val="000000"/>
              </a:solidFill>
              <a:latin typeface="黑体" panose="02010609060101010101" pitchFamily="49" charset="-122"/>
              <a:ea typeface="黑体" panose="02010609060101010101" pitchFamily="49" charset="-122"/>
            </a:endParaRPr>
          </a:p>
        </p:txBody>
      </p:sp>
      <p:sp>
        <p:nvSpPr>
          <p:cNvPr id="99336" name="Freeform 7"/>
          <p:cNvSpPr/>
          <p:nvPr/>
        </p:nvSpPr>
        <p:spPr bwMode="auto">
          <a:xfrm>
            <a:off x="741363" y="5121275"/>
            <a:ext cx="3821112" cy="1044575"/>
          </a:xfrm>
          <a:custGeom>
            <a:avLst/>
            <a:gdLst>
              <a:gd name="T0" fmla="*/ 0 w 2222"/>
              <a:gd name="T1" fmla="*/ 2147483646 h 658"/>
              <a:gd name="T2" fmla="*/ 2147483646 w 2222"/>
              <a:gd name="T3" fmla="*/ 2147483646 h 658"/>
              <a:gd name="T4" fmla="*/ 2147483646 w 2222"/>
              <a:gd name="T5" fmla="*/ 2147483646 h 658"/>
              <a:gd name="T6" fmla="*/ 2147483646 w 2222"/>
              <a:gd name="T7" fmla="*/ 2147483646 h 658"/>
              <a:gd name="T8" fmla="*/ 2147483646 w 2222"/>
              <a:gd name="T9" fmla="*/ 2147483646 h 658"/>
              <a:gd name="T10" fmla="*/ 2147483646 w 2222"/>
              <a:gd name="T11" fmla="*/ 2147483646 h 65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222" h="658">
                <a:moveTo>
                  <a:pt x="0" y="612"/>
                </a:moveTo>
                <a:cubicBezTo>
                  <a:pt x="91" y="479"/>
                  <a:pt x="182" y="347"/>
                  <a:pt x="272" y="249"/>
                </a:cubicBezTo>
                <a:cubicBezTo>
                  <a:pt x="362" y="151"/>
                  <a:pt x="438" y="0"/>
                  <a:pt x="544" y="23"/>
                </a:cubicBezTo>
                <a:cubicBezTo>
                  <a:pt x="650" y="46"/>
                  <a:pt x="703" y="288"/>
                  <a:pt x="907" y="386"/>
                </a:cubicBezTo>
                <a:cubicBezTo>
                  <a:pt x="1111" y="484"/>
                  <a:pt x="1550" y="567"/>
                  <a:pt x="1769" y="612"/>
                </a:cubicBezTo>
                <a:cubicBezTo>
                  <a:pt x="1988" y="657"/>
                  <a:pt x="2105" y="657"/>
                  <a:pt x="2222" y="658"/>
                </a:cubicBezTo>
              </a:path>
            </a:pathLst>
          </a:custGeom>
          <a:noFill/>
          <a:ln w="9525">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9337" name="Freeform 8"/>
          <p:cNvSpPr/>
          <p:nvPr/>
        </p:nvSpPr>
        <p:spPr bwMode="auto">
          <a:xfrm>
            <a:off x="741363" y="2565400"/>
            <a:ext cx="6162675" cy="3600450"/>
          </a:xfrm>
          <a:custGeom>
            <a:avLst/>
            <a:gdLst>
              <a:gd name="T0" fmla="*/ 0 w 3583"/>
              <a:gd name="T1" fmla="*/ 2147483646 h 2268"/>
              <a:gd name="T2" fmla="*/ 2147483646 w 3583"/>
              <a:gd name="T3" fmla="*/ 2147483646 h 2268"/>
              <a:gd name="T4" fmla="*/ 2147483646 w 3583"/>
              <a:gd name="T5" fmla="*/ 2147483646 h 2268"/>
              <a:gd name="T6" fmla="*/ 2147483646 w 3583"/>
              <a:gd name="T7" fmla="*/ 2147483646 h 2268"/>
              <a:gd name="T8" fmla="*/ 2147483646 w 3583"/>
              <a:gd name="T9" fmla="*/ 2147483646 h 2268"/>
              <a:gd name="T10" fmla="*/ 2147483646 w 3583"/>
              <a:gd name="T11" fmla="*/ 0 h 226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83" h="2268">
                <a:moveTo>
                  <a:pt x="0" y="2268"/>
                </a:moveTo>
                <a:cubicBezTo>
                  <a:pt x="140" y="2226"/>
                  <a:pt x="280" y="2185"/>
                  <a:pt x="499" y="2132"/>
                </a:cubicBezTo>
                <a:cubicBezTo>
                  <a:pt x="718" y="2079"/>
                  <a:pt x="1028" y="2033"/>
                  <a:pt x="1315" y="1950"/>
                </a:cubicBezTo>
                <a:cubicBezTo>
                  <a:pt x="1602" y="1867"/>
                  <a:pt x="1882" y="1875"/>
                  <a:pt x="2222" y="1633"/>
                </a:cubicBezTo>
                <a:cubicBezTo>
                  <a:pt x="2562" y="1391"/>
                  <a:pt x="3129" y="771"/>
                  <a:pt x="3356" y="499"/>
                </a:cubicBezTo>
                <a:cubicBezTo>
                  <a:pt x="3583" y="227"/>
                  <a:pt x="3583" y="113"/>
                  <a:pt x="3583" y="0"/>
                </a:cubicBezTo>
              </a:path>
            </a:pathLst>
          </a:custGeom>
          <a:noFill/>
          <a:ln w="9525">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9338" name="Line 9"/>
          <p:cNvSpPr>
            <a:spLocks noChangeShapeType="1"/>
          </p:cNvSpPr>
          <p:nvPr/>
        </p:nvSpPr>
        <p:spPr bwMode="auto">
          <a:xfrm>
            <a:off x="6904038" y="1700213"/>
            <a:ext cx="0" cy="4465637"/>
          </a:xfrm>
          <a:prstGeom prst="line">
            <a:avLst/>
          </a:prstGeom>
          <a:noFill/>
          <a:ln w="9525">
            <a:solidFill>
              <a:srgbClr val="0000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9339" name="Text Box 10"/>
          <p:cNvSpPr txBox="1">
            <a:spLocks noChangeArrowheads="1"/>
          </p:cNvSpPr>
          <p:nvPr/>
        </p:nvSpPr>
        <p:spPr bwMode="auto">
          <a:xfrm>
            <a:off x="1030288" y="4441825"/>
            <a:ext cx="1098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r>
              <a:rPr lang="zh-CN" altLang="en-US" sz="1800">
                <a:solidFill>
                  <a:srgbClr val="000000"/>
                </a:solidFill>
                <a:latin typeface="黑体" panose="02010609060101010101" pitchFamily="49" charset="-122"/>
                <a:ea typeface="黑体" panose="02010609060101010101" pitchFamily="49" charset="-122"/>
              </a:rPr>
              <a:t>好的计划</a:t>
            </a:r>
            <a:endParaRPr lang="zh-CN" altLang="en-US" sz="1800">
              <a:solidFill>
                <a:srgbClr val="000000"/>
              </a:solidFill>
              <a:latin typeface="黑体" panose="02010609060101010101" pitchFamily="49" charset="-122"/>
              <a:ea typeface="黑体" panose="02010609060101010101" pitchFamily="49" charset="-122"/>
            </a:endParaRPr>
          </a:p>
        </p:txBody>
      </p:sp>
      <p:sp>
        <p:nvSpPr>
          <p:cNvPr id="99340" name="Line 11"/>
          <p:cNvSpPr>
            <a:spLocks noChangeShapeType="1"/>
          </p:cNvSpPr>
          <p:nvPr/>
        </p:nvSpPr>
        <p:spPr bwMode="auto">
          <a:xfrm>
            <a:off x="1363663" y="4868863"/>
            <a:ext cx="0" cy="360362"/>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9341" name="Text Box 12"/>
          <p:cNvSpPr txBox="1">
            <a:spLocks noChangeArrowheads="1"/>
          </p:cNvSpPr>
          <p:nvPr/>
        </p:nvSpPr>
        <p:spPr bwMode="auto">
          <a:xfrm>
            <a:off x="5010150" y="3217863"/>
            <a:ext cx="1098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r>
              <a:rPr lang="zh-CN" altLang="en-US" sz="1800">
                <a:solidFill>
                  <a:srgbClr val="000000"/>
                </a:solidFill>
                <a:latin typeface="黑体" panose="02010609060101010101" pitchFamily="49" charset="-122"/>
                <a:ea typeface="黑体" panose="02010609060101010101" pitchFamily="49" charset="-122"/>
              </a:rPr>
              <a:t>差的计划</a:t>
            </a:r>
            <a:endParaRPr lang="zh-CN" altLang="en-US" sz="1800">
              <a:solidFill>
                <a:srgbClr val="000000"/>
              </a:solidFill>
              <a:latin typeface="黑体" panose="02010609060101010101" pitchFamily="49" charset="-122"/>
              <a:ea typeface="黑体" panose="02010609060101010101" pitchFamily="49" charset="-122"/>
            </a:endParaRPr>
          </a:p>
        </p:txBody>
      </p:sp>
      <p:sp>
        <p:nvSpPr>
          <p:cNvPr id="99342" name="Line 13"/>
          <p:cNvSpPr>
            <a:spLocks noChangeShapeType="1"/>
          </p:cNvSpPr>
          <p:nvPr/>
        </p:nvSpPr>
        <p:spPr bwMode="auto">
          <a:xfrm>
            <a:off x="5500688" y="3573463"/>
            <a:ext cx="387350" cy="360362"/>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9343" name="Text Box 14"/>
          <p:cNvSpPr txBox="1">
            <a:spLocks noChangeArrowheads="1"/>
          </p:cNvSpPr>
          <p:nvPr/>
        </p:nvSpPr>
        <p:spPr bwMode="gray">
          <a:xfrm>
            <a:off x="186373" y="6341745"/>
            <a:ext cx="5698996" cy="246221"/>
          </a:xfrm>
          <a:prstGeom prst="rect">
            <a:avLst/>
          </a:prstGeom>
          <a:noFill/>
          <a:ln>
            <a:noFill/>
          </a:ln>
          <a:effectLst/>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r>
              <a:rPr lang="zh-CN" altLang="en-US" sz="1000" dirty="0">
                <a:solidFill>
                  <a:schemeClr val="tx1">
                    <a:lumMod val="85000"/>
                  </a:schemeClr>
                </a:solidFill>
                <a:latin typeface="黑体" panose="02010609060101010101" pitchFamily="49" charset="-122"/>
                <a:ea typeface="黑体" panose="02010609060101010101" pitchFamily="49" charset="-122"/>
              </a:rPr>
              <a:t>摘自</a:t>
            </a:r>
            <a:r>
              <a:rPr lang="en-US" altLang="zh-CN" sz="1000" dirty="0">
                <a:solidFill>
                  <a:schemeClr val="tx1">
                    <a:lumMod val="85000"/>
                  </a:schemeClr>
                </a:solidFill>
                <a:latin typeface="黑体" panose="02010609060101010101" pitchFamily="49" charset="-122"/>
                <a:ea typeface="黑体" panose="02010609060101010101" pitchFamily="49" charset="-122"/>
              </a:rPr>
              <a:t>《Effective Project </a:t>
            </a:r>
            <a:r>
              <a:rPr lang="en-US" altLang="zh-CN" sz="1000" dirty="0" err="1">
                <a:solidFill>
                  <a:schemeClr val="tx1">
                    <a:lumMod val="85000"/>
                  </a:schemeClr>
                </a:solidFill>
                <a:latin typeface="黑体" panose="02010609060101010101" pitchFamily="49" charset="-122"/>
                <a:ea typeface="黑体" panose="02010609060101010101" pitchFamily="49" charset="-122"/>
              </a:rPr>
              <a:t>Management》Robert</a:t>
            </a:r>
            <a:r>
              <a:rPr lang="en-US" altLang="zh-CN" sz="1000" dirty="0">
                <a:solidFill>
                  <a:schemeClr val="tx1">
                    <a:lumMod val="85000"/>
                  </a:schemeClr>
                </a:solidFill>
                <a:latin typeface="黑体" panose="02010609060101010101" pitchFamily="49" charset="-122"/>
                <a:ea typeface="黑体" panose="02010609060101010101" pitchFamily="49" charset="-122"/>
              </a:rPr>
              <a:t> </a:t>
            </a:r>
            <a:r>
              <a:rPr lang="en-US" altLang="zh-CN" sz="1000" dirty="0" err="1">
                <a:solidFill>
                  <a:schemeClr val="tx1">
                    <a:lumMod val="85000"/>
                  </a:schemeClr>
                </a:solidFill>
                <a:latin typeface="黑体" panose="02010609060101010101" pitchFamily="49" charset="-122"/>
                <a:ea typeface="黑体" panose="02010609060101010101" pitchFamily="49" charset="-122"/>
              </a:rPr>
              <a:t>K.Wysocki</a:t>
            </a:r>
            <a:r>
              <a:rPr lang="en-US" altLang="zh-CN" sz="1000" dirty="0">
                <a:solidFill>
                  <a:schemeClr val="tx1">
                    <a:lumMod val="85000"/>
                  </a:schemeClr>
                </a:solidFill>
                <a:latin typeface="黑体" panose="02010609060101010101" pitchFamily="49" charset="-122"/>
                <a:ea typeface="黑体" panose="02010609060101010101" pitchFamily="49" charset="-122"/>
              </a:rPr>
              <a:t>, Robert Beck Jr., David B. Crane </a:t>
            </a:r>
            <a:endParaRPr lang="en-US" altLang="zh-CN" sz="1000" dirty="0">
              <a:solidFill>
                <a:schemeClr val="tx1">
                  <a:lumMod val="85000"/>
                </a:schemeClr>
              </a:solidFill>
              <a:latin typeface="黑体" panose="02010609060101010101" pitchFamily="49" charset="-122"/>
              <a:ea typeface="黑体" panose="02010609060101010101" pitchFamily="49" charset="-122"/>
            </a:endParaRPr>
          </a:p>
        </p:txBody>
      </p:sp>
      <p:sp>
        <p:nvSpPr>
          <p:cNvPr id="3" name="灯片编号占位符 2"/>
          <p:cNvSpPr>
            <a:spLocks noGrp="1"/>
          </p:cNvSpPr>
          <p:nvPr>
            <p:ph type="sldNum" sz="quarter" idx="10"/>
          </p:nvPr>
        </p:nvSpPr>
        <p:spPr/>
        <p:txBody>
          <a:bodyPr/>
          <a:lstStyle/>
          <a:p>
            <a:pPr>
              <a:defRPr/>
            </a:pPr>
            <a:fld id="{A6A0D67D-9B30-457F-9874-1F92730590A0}" type="slidenum">
              <a:rPr lang="en-US" altLang="zh-CN" smtClean="0"/>
            </a:fld>
            <a:endParaRPr lang="en-US" altLang="zh-CN"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悲天悯人的“定律”</a:t>
            </a:r>
            <a:endParaRPr lang="zh-CN" altLang="en-US" dirty="0"/>
          </a:p>
        </p:txBody>
      </p:sp>
      <p:sp>
        <p:nvSpPr>
          <p:cNvPr id="5" name="内容占位符 4"/>
          <p:cNvSpPr>
            <a:spLocks noGrp="1"/>
          </p:cNvSpPr>
          <p:nvPr>
            <p:ph sz="half" idx="1"/>
          </p:nvPr>
        </p:nvSpPr>
        <p:spPr/>
        <p:txBody>
          <a:bodyPr/>
          <a:lstStyle/>
          <a:p>
            <a:r>
              <a:rPr lang="zh-CN" altLang="en-US" sz="2000" dirty="0"/>
              <a:t>任何可能出错的事都将出错。</a:t>
            </a:r>
            <a:endParaRPr lang="zh-CN" altLang="en-US" sz="2000" dirty="0"/>
          </a:p>
          <a:p>
            <a:r>
              <a:rPr lang="zh-CN" altLang="en-US" sz="2000" dirty="0"/>
              <a:t>没有事情像看起来那样简单。</a:t>
            </a:r>
            <a:endParaRPr lang="zh-CN" altLang="en-US" sz="2000" dirty="0"/>
          </a:p>
          <a:p>
            <a:r>
              <a:rPr lang="zh-CN" altLang="en-US" sz="2000" dirty="0"/>
              <a:t>一切都比你想象的要花更长时间。</a:t>
            </a:r>
            <a:endParaRPr lang="zh-CN" altLang="en-US" sz="2000" dirty="0"/>
          </a:p>
          <a:p>
            <a:r>
              <a:rPr lang="zh-CN" altLang="en-US" sz="2000" dirty="0"/>
              <a:t>如果有几件事可能出错，最能引发大问题的那一件将会出错。推论：如果有</a:t>
            </a:r>
            <a:r>
              <a:rPr lang="zh-CN" altLang="en-US" sz="2000" dirty="0">
                <a:solidFill>
                  <a:schemeClr val="accent5">
                    <a:lumMod val="75000"/>
                  </a:schemeClr>
                </a:solidFill>
              </a:rPr>
              <a:t>更糟的时机出错</a:t>
            </a:r>
            <a:r>
              <a:rPr lang="zh-CN" altLang="en-US" sz="2000" dirty="0"/>
              <a:t>，那么就会在那时出错。</a:t>
            </a:r>
            <a:endParaRPr lang="zh-CN" altLang="en-US" sz="2000" dirty="0"/>
          </a:p>
          <a:p>
            <a:r>
              <a:rPr lang="zh-CN" altLang="en-US" sz="2000" dirty="0"/>
              <a:t>即使某事</a:t>
            </a:r>
            <a:r>
              <a:rPr lang="zh-CN" altLang="en-US" sz="2000" dirty="0">
                <a:solidFill>
                  <a:schemeClr val="accent5">
                    <a:lumMod val="75000"/>
                  </a:schemeClr>
                </a:solidFill>
              </a:rPr>
              <a:t>看似绝不会出错</a:t>
            </a:r>
            <a:r>
              <a:rPr lang="zh-CN" altLang="en-US" sz="2000" dirty="0"/>
              <a:t>，它还是会出错。</a:t>
            </a:r>
            <a:endParaRPr lang="zh-CN" altLang="en-US" sz="2000" dirty="0"/>
          </a:p>
          <a:p>
            <a:r>
              <a:rPr lang="zh-CN" altLang="en-US" sz="2000" dirty="0"/>
              <a:t>如果你发现一个程序可能出错的四个方面并加以规避，那么第五个</a:t>
            </a:r>
            <a:r>
              <a:rPr lang="zh-CN" altLang="en-US" sz="2000" dirty="0">
                <a:solidFill>
                  <a:schemeClr val="accent5">
                    <a:lumMod val="75000"/>
                  </a:schemeClr>
                </a:solidFill>
              </a:rPr>
              <a:t>你没准备的问题</a:t>
            </a:r>
            <a:r>
              <a:rPr lang="zh-CN" altLang="en-US" sz="2000" dirty="0"/>
              <a:t>很快就会出现。</a:t>
            </a:r>
            <a:endParaRPr lang="zh-CN" altLang="en-US" sz="2000" dirty="0"/>
          </a:p>
          <a:p>
            <a:endParaRPr lang="zh-CN" altLang="en-US" sz="2000" dirty="0"/>
          </a:p>
        </p:txBody>
      </p:sp>
      <p:sp>
        <p:nvSpPr>
          <p:cNvPr id="6" name="内容占位符 5"/>
          <p:cNvSpPr>
            <a:spLocks noGrp="1"/>
          </p:cNvSpPr>
          <p:nvPr>
            <p:ph sz="half" idx="2"/>
          </p:nvPr>
        </p:nvSpPr>
        <p:spPr/>
        <p:txBody>
          <a:bodyPr/>
          <a:lstStyle/>
          <a:p>
            <a:r>
              <a:rPr lang="zh-CN" altLang="en-US" sz="2000" dirty="0"/>
              <a:t>任其自然，事情往往会越变越糟。</a:t>
            </a:r>
            <a:endParaRPr lang="zh-CN" altLang="en-US" sz="2000" dirty="0"/>
          </a:p>
          <a:p>
            <a:r>
              <a:rPr lang="zh-CN" altLang="en-US" sz="2000" dirty="0"/>
              <a:t>如果一切似乎都进行得很顺利，那你肯定忽略了某些东西。</a:t>
            </a:r>
            <a:endParaRPr lang="zh-CN" altLang="en-US" sz="2000" dirty="0"/>
          </a:p>
          <a:p>
            <a:r>
              <a:rPr lang="zh-CN" altLang="en-US" sz="2000" dirty="0"/>
              <a:t>自然总是站在隐藏的瑕疵那边。</a:t>
            </a:r>
            <a:endParaRPr lang="zh-CN" altLang="en-US" sz="2000" dirty="0"/>
          </a:p>
          <a:p>
            <a:r>
              <a:rPr lang="zh-CN" altLang="en-US" sz="2000" dirty="0"/>
              <a:t>大自然是一个难以应付的对手。</a:t>
            </a:r>
            <a:endParaRPr lang="zh-CN" altLang="en-US" sz="2000" dirty="0"/>
          </a:p>
          <a:p>
            <a:r>
              <a:rPr lang="zh-CN" altLang="en-US" sz="2000" dirty="0"/>
              <a:t>制造出完全防傻的东西是不可能的，因为</a:t>
            </a:r>
            <a:r>
              <a:rPr lang="zh-CN" altLang="en-US" sz="2000" dirty="0">
                <a:solidFill>
                  <a:schemeClr val="accent5">
                    <a:lumMod val="75000"/>
                  </a:schemeClr>
                </a:solidFill>
              </a:rPr>
              <a:t>傻瓜总是那么有创造力</a:t>
            </a:r>
            <a:r>
              <a:rPr lang="zh-CN" altLang="en-US" sz="2000" dirty="0"/>
              <a:t>。</a:t>
            </a:r>
            <a:endParaRPr lang="zh-CN" altLang="en-US" sz="2000" dirty="0"/>
          </a:p>
          <a:p>
            <a:r>
              <a:rPr lang="zh-CN" altLang="en-US" sz="2000" dirty="0"/>
              <a:t>每当你着手做某件事时，</a:t>
            </a:r>
            <a:r>
              <a:rPr lang="zh-CN" altLang="en-US" sz="2000" dirty="0">
                <a:solidFill>
                  <a:schemeClr val="accent5">
                    <a:lumMod val="75000"/>
                  </a:schemeClr>
                </a:solidFill>
              </a:rPr>
              <a:t>总有其他事情必须先完成</a:t>
            </a:r>
            <a:r>
              <a:rPr lang="zh-CN" altLang="en-US" sz="2000" dirty="0"/>
              <a:t>。</a:t>
            </a:r>
            <a:endParaRPr lang="zh-CN" altLang="en-US" sz="2000" dirty="0"/>
          </a:p>
          <a:p>
            <a:r>
              <a:rPr lang="zh-CN" altLang="en-US" sz="2000" dirty="0"/>
              <a:t>每个解决方案都会带来新的问题。</a:t>
            </a:r>
            <a:endParaRPr lang="zh-CN" altLang="en-US" sz="2000" dirty="0"/>
          </a:p>
          <a:p>
            <a:endParaRPr lang="zh-CN" altLang="en-US" sz="2000" dirty="0"/>
          </a:p>
        </p:txBody>
      </p:sp>
      <p:sp>
        <p:nvSpPr>
          <p:cNvPr id="3" name="灯片编号占位符 2"/>
          <p:cNvSpPr>
            <a:spLocks noGrp="1"/>
          </p:cNvSpPr>
          <p:nvPr>
            <p:ph type="sldNum" sz="quarter" idx="10"/>
          </p:nvPr>
        </p:nvSpPr>
        <p:spPr/>
        <p:txBody>
          <a:bodyPr/>
          <a:lstStyle/>
          <a:p>
            <a:pPr>
              <a:defRPr/>
            </a:pPr>
            <a:fld id="{A6A0D67D-9B30-457F-9874-1F92730590A0}" type="slidenum">
              <a:rPr lang="en-US" altLang="zh-CN" smtClean="0"/>
            </a:fld>
            <a:endParaRPr lang="en-US" altLang="zh-CN"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1379" name="Object 3"/>
          <p:cNvGraphicFramePr>
            <a:graphicFrameLocks noChangeAspect="1"/>
          </p:cNvGraphicFramePr>
          <p:nvPr/>
        </p:nvGraphicFramePr>
        <p:xfrm>
          <a:off x="7456488" y="3048000"/>
          <a:ext cx="2090737" cy="1866900"/>
        </p:xfrm>
        <a:graphic>
          <a:graphicData uri="http://schemas.openxmlformats.org/presentationml/2006/ole">
            <mc:AlternateContent xmlns:mc="http://schemas.openxmlformats.org/markup-compatibility/2006">
              <mc:Choice xmlns:v="urn:schemas-microsoft-com:vml" Requires="v">
                <p:oleObj spid="_x0000_s0" name="Clip" r:id="rId1" imgW="2943225" imgH="2628900" progId="MS_ClipArt_Gallery.2">
                  <p:embed/>
                </p:oleObj>
              </mc:Choice>
              <mc:Fallback>
                <p:oleObj name="Clip" r:id="rId1" imgW="2943225" imgH="2628900" progId="MS_ClipArt_Gallery.2">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56488" y="3048000"/>
                        <a:ext cx="2090737" cy="1866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1380" name="Rectangle 11"/>
          <p:cNvSpPr>
            <a:spLocks noGrp="1" noChangeArrowheads="1"/>
          </p:cNvSpPr>
          <p:nvPr>
            <p:ph type="title"/>
          </p:nvPr>
        </p:nvSpPr>
        <p:spPr/>
        <p:txBody>
          <a:bodyPr/>
          <a:lstStyle/>
          <a:p>
            <a:pPr eaLnBrk="1" hangingPunct="1"/>
            <a:r>
              <a:rPr lang="zh-CN" altLang="en-US" dirty="0"/>
              <a:t>墨菲定律 </a:t>
            </a:r>
            <a:r>
              <a:rPr lang="en-US" altLang="zh-CN" dirty="0"/>
              <a:t>Murphy’s Law</a:t>
            </a:r>
            <a:endParaRPr lang="zh-CN" altLang="en-US" dirty="0"/>
          </a:p>
        </p:txBody>
      </p:sp>
      <p:sp>
        <p:nvSpPr>
          <p:cNvPr id="101381" name="Rectangle 12"/>
          <p:cNvSpPr>
            <a:spLocks noGrp="1" noChangeArrowheads="1"/>
          </p:cNvSpPr>
          <p:nvPr>
            <p:ph type="body" idx="1"/>
          </p:nvPr>
        </p:nvSpPr>
        <p:spPr>
          <a:xfrm>
            <a:off x="365124" y="1273175"/>
            <a:ext cx="6921199" cy="5270500"/>
          </a:xfrm>
        </p:spPr>
        <p:txBody>
          <a:bodyPr/>
          <a:lstStyle/>
          <a:p>
            <a:pPr eaLnBrk="1" hangingPunct="1"/>
            <a:r>
              <a:rPr lang="zh-CN" altLang="en-US" sz="2400" dirty="0"/>
              <a:t>任何可能出错的事都将出错。</a:t>
            </a:r>
            <a:br>
              <a:rPr lang="en-US" altLang="zh-CN" sz="2400" dirty="0"/>
            </a:br>
            <a:r>
              <a:rPr lang="en-US" altLang="zh-CN" sz="2400" dirty="0"/>
              <a:t>Anything that can go wrong will go wrong.</a:t>
            </a:r>
            <a:endParaRPr lang="en-US" altLang="zh-CN" sz="2400" dirty="0"/>
          </a:p>
          <a:p>
            <a:pPr lvl="2" eaLnBrk="1" hangingPunct="1"/>
            <a:r>
              <a:rPr lang="zh-CN" altLang="en-US" sz="1600" dirty="0"/>
              <a:t>以美国空军工程师爱德华</a:t>
            </a:r>
            <a:r>
              <a:rPr lang="en-US" altLang="zh-CN" sz="1600" dirty="0"/>
              <a:t>·</a:t>
            </a:r>
            <a:r>
              <a:rPr lang="zh-CN" altLang="en-US" sz="1600" dirty="0"/>
              <a:t>墨菲（</a:t>
            </a:r>
            <a:r>
              <a:rPr lang="en-US" altLang="zh-CN" sz="1600" dirty="0"/>
              <a:t>Edward A. Murphy</a:t>
            </a:r>
            <a:r>
              <a:rPr lang="zh-CN" altLang="en-US" sz="1600" dirty="0"/>
              <a:t>）的名字命名，他在</a:t>
            </a:r>
            <a:r>
              <a:rPr lang="en-US" altLang="zh-CN" sz="1600" dirty="0"/>
              <a:t>1949</a:t>
            </a:r>
            <a:r>
              <a:rPr lang="zh-CN" altLang="en-US" sz="1600" dirty="0"/>
              <a:t>年参与了火箭零件测试工作。</a:t>
            </a:r>
            <a:endParaRPr lang="en-US" altLang="zh-CN" sz="1600" dirty="0"/>
          </a:p>
          <a:p>
            <a:pPr eaLnBrk="1" hangingPunct="1"/>
            <a:r>
              <a:rPr lang="zh-CN" altLang="en-US" sz="2400" dirty="0"/>
              <a:t>理解墨菲定律</a:t>
            </a:r>
            <a:endParaRPr lang="en-US" altLang="zh-CN" sz="2400" dirty="0"/>
          </a:p>
          <a:p>
            <a:pPr lvl="2" eaLnBrk="1" hangingPunct="1"/>
            <a:r>
              <a:rPr lang="zh-CN" altLang="en-US" sz="1600" dirty="0"/>
              <a:t>失败预期：墨菲定律认为，可能出错的事最终会出错，往往在最不合时宜的时候。</a:t>
            </a:r>
            <a:endParaRPr lang="zh-CN" altLang="en-US" sz="1600" dirty="0"/>
          </a:p>
          <a:p>
            <a:pPr lvl="2" eaLnBrk="1" hangingPunct="1"/>
            <a:r>
              <a:rPr lang="zh-CN" altLang="en-US" sz="1600" dirty="0"/>
              <a:t>设计与规划：该定律警示需在设计时考虑和应对潜在问题，推动采取冗余设计确保系统可靠性。</a:t>
            </a:r>
            <a:endParaRPr lang="zh-CN" altLang="en-US" sz="1600" dirty="0"/>
          </a:p>
          <a:p>
            <a:pPr lvl="2" eaLnBrk="1" hangingPunct="1"/>
            <a:r>
              <a:rPr lang="zh-CN" altLang="en-US" sz="1600" dirty="0"/>
              <a:t>悲观看法：墨菲定律被一些人视为悲观，但也被看作是对周密规划和应对紧急情况的提倡，并建议以幽默应对问题。</a:t>
            </a:r>
            <a:endParaRPr lang="zh-CN" altLang="en-US" sz="1600" dirty="0"/>
          </a:p>
          <a:p>
            <a:pPr lvl="2" eaLnBrk="1" hangingPunct="1"/>
            <a:r>
              <a:rPr lang="zh-CN" altLang="en-US" sz="1600" dirty="0"/>
              <a:t>风险管理：它强调预设失败进行风险管理，鼓励主动识别和策略性地降低风险。</a:t>
            </a:r>
            <a:endParaRPr lang="zh-CN" altLang="en-US" sz="1600" dirty="0"/>
          </a:p>
          <a:p>
            <a:pPr lvl="2" eaLnBrk="1" hangingPunct="1"/>
            <a:r>
              <a:rPr lang="zh-CN" altLang="en-US" sz="1600" dirty="0"/>
              <a:t>人为错误：墨菲定律提示我们人为错误不可避免，系统和计划应设计得足够强大以应对这些错误。</a:t>
            </a:r>
            <a:endParaRPr lang="zh-CN" altLang="en-US" sz="1600" dirty="0"/>
          </a:p>
        </p:txBody>
      </p:sp>
      <p:sp>
        <p:nvSpPr>
          <p:cNvPr id="3" name="灯片编号占位符 2"/>
          <p:cNvSpPr>
            <a:spLocks noGrp="1"/>
          </p:cNvSpPr>
          <p:nvPr>
            <p:ph type="sldNum" sz="quarter" idx="10"/>
          </p:nvPr>
        </p:nvSpPr>
        <p:spPr/>
        <p:txBody>
          <a:bodyPr/>
          <a:lstStyle/>
          <a:p>
            <a:pPr>
              <a:defRPr/>
            </a:pPr>
            <a:fld id="{6D9D2222-8541-46EA-AD3B-36A5E091B774}" type="slidenum">
              <a:rPr lang="en-US" altLang="zh-CN" smtClean="0"/>
            </a:fld>
            <a:endParaRPr lang="en-US" altLang="zh-CN"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1379" name="Object 3"/>
          <p:cNvGraphicFramePr>
            <a:graphicFrameLocks noChangeAspect="1"/>
          </p:cNvGraphicFramePr>
          <p:nvPr/>
        </p:nvGraphicFramePr>
        <p:xfrm>
          <a:off x="7456488" y="3048000"/>
          <a:ext cx="2090737" cy="1866900"/>
        </p:xfrm>
        <a:graphic>
          <a:graphicData uri="http://schemas.openxmlformats.org/presentationml/2006/ole">
            <mc:AlternateContent xmlns:mc="http://schemas.openxmlformats.org/markup-compatibility/2006">
              <mc:Choice xmlns:v="urn:schemas-microsoft-com:vml" Requires="v">
                <p:oleObj spid="_x0000_s0" name="Clip" r:id="rId1" imgW="2943225" imgH="2628900" progId="MS_ClipArt_Gallery.2">
                  <p:embed/>
                </p:oleObj>
              </mc:Choice>
              <mc:Fallback>
                <p:oleObj name="Clip" r:id="rId1" imgW="2943225" imgH="2628900" progId="MS_ClipArt_Gallery.2">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56488" y="3048000"/>
                        <a:ext cx="2090737" cy="1866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1380" name="Rectangle 11"/>
          <p:cNvSpPr>
            <a:spLocks noGrp="1" noChangeArrowheads="1"/>
          </p:cNvSpPr>
          <p:nvPr>
            <p:ph type="title"/>
          </p:nvPr>
        </p:nvSpPr>
        <p:spPr/>
        <p:txBody>
          <a:bodyPr/>
          <a:lstStyle/>
          <a:p>
            <a:pPr eaLnBrk="1" hangingPunct="1"/>
            <a:r>
              <a:rPr lang="zh-CN" altLang="en-US" dirty="0"/>
              <a:t>墨菲定律项目版 </a:t>
            </a:r>
            <a:r>
              <a:rPr lang="en-US" altLang="zh-CN" dirty="0"/>
              <a:t>Murphy’s Law for Project</a:t>
            </a:r>
            <a:endParaRPr lang="zh-CN" altLang="en-US" dirty="0"/>
          </a:p>
        </p:txBody>
      </p:sp>
      <p:sp>
        <p:nvSpPr>
          <p:cNvPr id="101381" name="Rectangle 12"/>
          <p:cNvSpPr>
            <a:spLocks noGrp="1" noChangeArrowheads="1"/>
          </p:cNvSpPr>
          <p:nvPr>
            <p:ph type="body" idx="1"/>
          </p:nvPr>
        </p:nvSpPr>
        <p:spPr>
          <a:xfrm>
            <a:off x="365124" y="1273175"/>
            <a:ext cx="6921199" cy="5270500"/>
          </a:xfrm>
        </p:spPr>
        <p:txBody>
          <a:bodyPr/>
          <a:lstStyle/>
          <a:p>
            <a:pPr eaLnBrk="1" hangingPunct="1"/>
            <a:r>
              <a:rPr lang="en-US" altLang="zh-CN" sz="2400" dirty="0"/>
              <a:t>A carelessly planned project will take 3 times longer than expected.</a:t>
            </a:r>
            <a:br>
              <a:rPr lang="en-US" altLang="zh-CN" sz="2400" dirty="0"/>
            </a:br>
            <a:r>
              <a:rPr lang="zh-CN" altLang="en-US" sz="2400" dirty="0"/>
              <a:t>一个没有计划好的项目要比预期延长</a:t>
            </a:r>
            <a:r>
              <a:rPr lang="en-US" altLang="zh-CN" sz="2400" dirty="0"/>
              <a:t>3</a:t>
            </a:r>
            <a:r>
              <a:rPr lang="zh-CN" altLang="en-US" sz="2400" dirty="0"/>
              <a:t>倍时间完成</a:t>
            </a:r>
            <a:endParaRPr lang="zh-CN" altLang="en-US" sz="2400" dirty="0"/>
          </a:p>
          <a:p>
            <a:pPr eaLnBrk="1" hangingPunct="1"/>
            <a:endParaRPr lang="zh-CN" altLang="en-US" sz="2400" dirty="0"/>
          </a:p>
          <a:p>
            <a:pPr eaLnBrk="1" hangingPunct="1"/>
            <a:r>
              <a:rPr lang="en-US" altLang="zh-CN" sz="2400" dirty="0"/>
              <a:t>A carefully planned project will take only TWICE as long.</a:t>
            </a:r>
            <a:br>
              <a:rPr lang="en-US" altLang="zh-CN" sz="2400" dirty="0"/>
            </a:br>
            <a:r>
              <a:rPr lang="zh-CN" altLang="en-US" sz="2400" dirty="0"/>
              <a:t>一个仔细计划的项目只会比预期延长</a:t>
            </a:r>
            <a:r>
              <a:rPr lang="en-US" altLang="zh-CN" sz="2400" dirty="0"/>
              <a:t>2</a:t>
            </a:r>
            <a:r>
              <a:rPr lang="zh-CN" altLang="en-US" sz="2400" dirty="0"/>
              <a:t>倍时间完成</a:t>
            </a:r>
            <a:endParaRPr lang="zh-CN" altLang="en-US" sz="2400" dirty="0"/>
          </a:p>
          <a:p>
            <a:pPr eaLnBrk="1" hangingPunct="1"/>
            <a:endParaRPr lang="zh-CN" altLang="en-US" sz="2400" dirty="0"/>
          </a:p>
        </p:txBody>
      </p:sp>
      <p:sp>
        <p:nvSpPr>
          <p:cNvPr id="3" name="灯片编号占位符 2"/>
          <p:cNvSpPr>
            <a:spLocks noGrp="1"/>
          </p:cNvSpPr>
          <p:nvPr>
            <p:ph type="sldNum" sz="quarter" idx="10"/>
          </p:nvPr>
        </p:nvSpPr>
        <p:spPr/>
        <p:txBody>
          <a:bodyPr/>
          <a:lstStyle/>
          <a:p>
            <a:pPr>
              <a:defRPr/>
            </a:pPr>
            <a:fld id="{6D9D2222-8541-46EA-AD3B-36A5E091B774}" type="slidenum">
              <a:rPr lang="en-US" altLang="zh-CN" smtClean="0"/>
            </a:fld>
            <a:endParaRPr lang="en-US" altLang="zh-CN"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3427" name="Object 4"/>
          <p:cNvGraphicFramePr>
            <a:graphicFrameLocks noChangeAspect="1"/>
          </p:cNvGraphicFramePr>
          <p:nvPr/>
        </p:nvGraphicFramePr>
        <p:xfrm>
          <a:off x="6521450" y="2770188"/>
          <a:ext cx="3232150" cy="1781175"/>
        </p:xfrm>
        <a:graphic>
          <a:graphicData uri="http://schemas.openxmlformats.org/presentationml/2006/ole">
            <mc:AlternateContent xmlns:mc="http://schemas.openxmlformats.org/markup-compatibility/2006">
              <mc:Choice xmlns:v="urn:schemas-microsoft-com:vml" Requires="v">
                <p:oleObj spid="_x0000_s0" name="Clip" r:id="rId1" imgW="4603750" imgH="2536825" progId="MS_ClipArt_Gallery.2">
                  <p:embed/>
                </p:oleObj>
              </mc:Choice>
              <mc:Fallback>
                <p:oleObj name="Clip" r:id="rId1" imgW="4603750" imgH="2536825" progId="MS_ClipArt_Gallery.2">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21450" y="2770188"/>
                        <a:ext cx="3232150" cy="178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3428" name="Rectangle 9"/>
          <p:cNvSpPr>
            <a:spLocks noGrp="1" noChangeArrowheads="1"/>
          </p:cNvSpPr>
          <p:nvPr>
            <p:ph type="title"/>
          </p:nvPr>
        </p:nvSpPr>
        <p:spPr/>
        <p:txBody>
          <a:bodyPr/>
          <a:lstStyle/>
          <a:p>
            <a:pPr eaLnBrk="1" hangingPunct="1"/>
            <a:r>
              <a:rPr lang="zh-CN" altLang="en-US" dirty="0"/>
              <a:t>复杂项目的项目计划 </a:t>
            </a:r>
            <a:r>
              <a:rPr lang="en-US" altLang="zh-CN" dirty="0"/>
              <a:t>(project planning)</a:t>
            </a:r>
            <a:endParaRPr lang="zh-CN" altLang="en-US" dirty="0"/>
          </a:p>
        </p:txBody>
      </p:sp>
      <p:sp>
        <p:nvSpPr>
          <p:cNvPr id="103429" name="Rectangle 10"/>
          <p:cNvSpPr>
            <a:spLocks noGrp="1" noChangeArrowheads="1"/>
          </p:cNvSpPr>
          <p:nvPr>
            <p:ph type="body" idx="1"/>
          </p:nvPr>
        </p:nvSpPr>
        <p:spPr/>
        <p:txBody>
          <a:bodyPr/>
          <a:lstStyle/>
          <a:p>
            <a:pPr eaLnBrk="1" hangingPunct="1">
              <a:lnSpc>
                <a:spcPct val="75000"/>
              </a:lnSpc>
              <a:tabLst>
                <a:tab pos="3594100" algn="l"/>
              </a:tabLst>
            </a:pPr>
            <a:r>
              <a:rPr lang="en-US" altLang="zh-CN" sz="1800" dirty="0"/>
              <a:t>Scope statement 	</a:t>
            </a:r>
            <a:r>
              <a:rPr lang="zh-CN" altLang="en-US" sz="1800" dirty="0"/>
              <a:t>项目描述</a:t>
            </a:r>
            <a:endParaRPr lang="zh-CN" altLang="en-US" sz="1800" dirty="0"/>
          </a:p>
          <a:p>
            <a:pPr eaLnBrk="1" hangingPunct="1">
              <a:lnSpc>
                <a:spcPct val="75000"/>
              </a:lnSpc>
              <a:tabLst>
                <a:tab pos="3594100" algn="l"/>
              </a:tabLst>
            </a:pPr>
            <a:r>
              <a:rPr lang="en-US" altLang="zh-CN" sz="1800" dirty="0"/>
              <a:t>Objectives	</a:t>
            </a:r>
            <a:r>
              <a:rPr lang="zh-CN" altLang="en-US" sz="1800" dirty="0"/>
              <a:t>目标</a:t>
            </a:r>
            <a:endParaRPr lang="zh-CN" altLang="en-US" sz="1800" dirty="0"/>
          </a:p>
          <a:p>
            <a:pPr eaLnBrk="1" hangingPunct="1">
              <a:lnSpc>
                <a:spcPct val="75000"/>
              </a:lnSpc>
              <a:tabLst>
                <a:tab pos="3594100" algn="l"/>
              </a:tabLst>
            </a:pPr>
            <a:r>
              <a:rPr lang="en-US" altLang="zh-CN" sz="1800" dirty="0"/>
              <a:t>Work Breakdown Structure	</a:t>
            </a:r>
            <a:r>
              <a:rPr lang="zh-CN" altLang="en-US" sz="1800" dirty="0"/>
              <a:t>工作任务分解</a:t>
            </a:r>
            <a:endParaRPr lang="zh-CN" altLang="en-US" sz="1800" dirty="0"/>
          </a:p>
          <a:p>
            <a:pPr eaLnBrk="1" hangingPunct="1">
              <a:lnSpc>
                <a:spcPct val="75000"/>
              </a:lnSpc>
              <a:tabLst>
                <a:tab pos="3594100" algn="l"/>
              </a:tabLst>
            </a:pPr>
            <a:r>
              <a:rPr lang="en-US" altLang="zh-CN" sz="1800" dirty="0">
                <a:solidFill>
                  <a:srgbClr val="FF9900"/>
                </a:solidFill>
              </a:rPr>
              <a:t>Project schedule	</a:t>
            </a:r>
            <a:r>
              <a:rPr lang="zh-CN" altLang="en-US" sz="1800" dirty="0">
                <a:solidFill>
                  <a:srgbClr val="FF9900"/>
                </a:solidFill>
              </a:rPr>
              <a:t>项目进度</a:t>
            </a:r>
            <a:endParaRPr lang="zh-CN" altLang="en-US" sz="1800" dirty="0">
              <a:solidFill>
                <a:srgbClr val="FF9900"/>
              </a:solidFill>
            </a:endParaRPr>
          </a:p>
          <a:p>
            <a:pPr eaLnBrk="1" hangingPunct="1">
              <a:lnSpc>
                <a:spcPct val="75000"/>
              </a:lnSpc>
              <a:tabLst>
                <a:tab pos="3594100" algn="l"/>
              </a:tabLst>
            </a:pPr>
            <a:r>
              <a:rPr lang="en-US" altLang="zh-CN" sz="1800" dirty="0"/>
              <a:t>Resource plan	</a:t>
            </a:r>
            <a:r>
              <a:rPr lang="zh-CN" altLang="en-US" sz="1800" dirty="0"/>
              <a:t>资源计划</a:t>
            </a:r>
            <a:endParaRPr lang="zh-CN" altLang="en-US" sz="1800" dirty="0"/>
          </a:p>
          <a:p>
            <a:pPr eaLnBrk="1" hangingPunct="1">
              <a:lnSpc>
                <a:spcPct val="75000"/>
              </a:lnSpc>
              <a:tabLst>
                <a:tab pos="3594100" algn="l"/>
              </a:tabLst>
            </a:pPr>
            <a:r>
              <a:rPr lang="en-US" altLang="zh-CN" sz="1800" dirty="0"/>
              <a:t>Risk management plan	</a:t>
            </a:r>
            <a:r>
              <a:rPr lang="zh-CN" altLang="en-US" sz="1800" dirty="0"/>
              <a:t>风险管理计划</a:t>
            </a:r>
            <a:endParaRPr lang="zh-CN" altLang="en-US" sz="1800" dirty="0"/>
          </a:p>
          <a:p>
            <a:pPr eaLnBrk="1" hangingPunct="1">
              <a:lnSpc>
                <a:spcPct val="75000"/>
              </a:lnSpc>
              <a:tabLst>
                <a:tab pos="3594100" algn="l"/>
              </a:tabLst>
            </a:pPr>
            <a:r>
              <a:rPr lang="en-US" altLang="zh-CN" sz="1800" dirty="0"/>
              <a:t>Quality plan	</a:t>
            </a:r>
            <a:r>
              <a:rPr lang="zh-CN" altLang="en-US" sz="1800" dirty="0"/>
              <a:t>质量计划</a:t>
            </a:r>
            <a:endParaRPr lang="zh-CN" altLang="en-US" sz="1800" dirty="0"/>
          </a:p>
          <a:p>
            <a:pPr eaLnBrk="1" hangingPunct="1">
              <a:lnSpc>
                <a:spcPct val="75000"/>
              </a:lnSpc>
              <a:tabLst>
                <a:tab pos="3594100" algn="l"/>
              </a:tabLst>
            </a:pPr>
            <a:r>
              <a:rPr lang="en-US" altLang="zh-CN" sz="1800" dirty="0"/>
              <a:t>Acceptance plan	</a:t>
            </a:r>
            <a:r>
              <a:rPr lang="zh-CN" altLang="en-US" sz="1800" dirty="0"/>
              <a:t>验收计划</a:t>
            </a:r>
            <a:endParaRPr lang="zh-CN" altLang="en-US" sz="1800" dirty="0"/>
          </a:p>
          <a:p>
            <a:pPr eaLnBrk="1" hangingPunct="1">
              <a:lnSpc>
                <a:spcPct val="75000"/>
              </a:lnSpc>
              <a:tabLst>
                <a:tab pos="3594100" algn="l"/>
              </a:tabLst>
            </a:pPr>
            <a:r>
              <a:rPr lang="en-US" altLang="zh-CN" sz="1800" dirty="0"/>
              <a:t>Deployment plan	</a:t>
            </a:r>
            <a:r>
              <a:rPr lang="zh-CN" altLang="en-US" sz="1800" dirty="0"/>
              <a:t>实施计划</a:t>
            </a:r>
            <a:endParaRPr lang="zh-CN" altLang="en-US" sz="1800" dirty="0"/>
          </a:p>
          <a:p>
            <a:pPr eaLnBrk="1" hangingPunct="1">
              <a:lnSpc>
                <a:spcPct val="75000"/>
              </a:lnSpc>
              <a:tabLst>
                <a:tab pos="3594100" algn="l"/>
              </a:tabLst>
            </a:pPr>
            <a:r>
              <a:rPr lang="en-US" altLang="zh-CN" sz="1800" dirty="0"/>
              <a:t>Communication plan	</a:t>
            </a:r>
            <a:r>
              <a:rPr lang="zh-CN" altLang="en-US" sz="1800" dirty="0"/>
              <a:t>沟通计划</a:t>
            </a:r>
            <a:endParaRPr lang="zh-CN" altLang="en-US" sz="1800" dirty="0"/>
          </a:p>
          <a:p>
            <a:pPr eaLnBrk="1" hangingPunct="1">
              <a:lnSpc>
                <a:spcPct val="75000"/>
              </a:lnSpc>
              <a:tabLst>
                <a:tab pos="3594100" algn="l"/>
              </a:tabLst>
            </a:pPr>
            <a:r>
              <a:rPr lang="en-US" altLang="zh-CN" sz="1800" dirty="0"/>
              <a:t>Change control plan	</a:t>
            </a:r>
            <a:r>
              <a:rPr lang="zh-CN" altLang="en-US" sz="1800" dirty="0"/>
              <a:t>变更管理</a:t>
            </a:r>
            <a:endParaRPr lang="zh-CN" altLang="en-US" sz="1800" dirty="0"/>
          </a:p>
          <a:p>
            <a:pPr eaLnBrk="1" hangingPunct="1">
              <a:lnSpc>
                <a:spcPct val="75000"/>
              </a:lnSpc>
              <a:tabLst>
                <a:tab pos="3594100" algn="l"/>
              </a:tabLst>
            </a:pPr>
            <a:r>
              <a:rPr lang="en-US" altLang="zh-CN" sz="1800" dirty="0"/>
              <a:t>Configuration mgt plan	</a:t>
            </a:r>
            <a:r>
              <a:rPr lang="zh-CN" altLang="en-US" sz="1800" dirty="0"/>
              <a:t>配置管理计划</a:t>
            </a:r>
            <a:endParaRPr lang="zh-CN" altLang="en-US" sz="1800" dirty="0"/>
          </a:p>
          <a:p>
            <a:pPr eaLnBrk="1" hangingPunct="1">
              <a:lnSpc>
                <a:spcPct val="75000"/>
              </a:lnSpc>
              <a:tabLst>
                <a:tab pos="3594100" algn="l"/>
              </a:tabLst>
            </a:pPr>
            <a:r>
              <a:rPr lang="en-US" altLang="zh-CN" sz="1800" dirty="0"/>
              <a:t>Contract &amp; procurement plan	</a:t>
            </a:r>
            <a:r>
              <a:rPr lang="zh-CN" altLang="en-US" sz="1800" dirty="0"/>
              <a:t>合同和采购计划</a:t>
            </a:r>
            <a:endParaRPr lang="zh-CN" altLang="en-US" sz="1800" dirty="0"/>
          </a:p>
          <a:p>
            <a:pPr eaLnBrk="1" hangingPunct="1">
              <a:lnSpc>
                <a:spcPct val="75000"/>
              </a:lnSpc>
              <a:tabLst>
                <a:tab pos="3594100" algn="l"/>
              </a:tabLst>
            </a:pPr>
            <a:r>
              <a:rPr lang="en-US" altLang="zh-CN" sz="1800" dirty="0"/>
              <a:t>Warranty plan	</a:t>
            </a:r>
            <a:r>
              <a:rPr lang="zh-CN" altLang="en-US" sz="1800" dirty="0"/>
              <a:t>保修计划</a:t>
            </a:r>
            <a:endParaRPr lang="zh-CN" altLang="en-US" sz="1800" dirty="0"/>
          </a:p>
          <a:p>
            <a:pPr eaLnBrk="1" hangingPunct="1">
              <a:lnSpc>
                <a:spcPct val="75000"/>
              </a:lnSpc>
              <a:tabLst>
                <a:tab pos="3594100" algn="l"/>
              </a:tabLst>
            </a:pPr>
            <a:r>
              <a:rPr lang="en-US" altLang="zh-CN" sz="1800" dirty="0"/>
              <a:t>Support plan	</a:t>
            </a:r>
            <a:r>
              <a:rPr lang="zh-CN" altLang="en-US" sz="1800" dirty="0"/>
              <a:t>支持计划</a:t>
            </a:r>
            <a:endParaRPr lang="zh-CN" altLang="en-US" sz="1800" dirty="0"/>
          </a:p>
          <a:p>
            <a:pPr eaLnBrk="1" hangingPunct="1">
              <a:lnSpc>
                <a:spcPct val="75000"/>
              </a:lnSpc>
              <a:tabLst>
                <a:tab pos="3594100" algn="l"/>
              </a:tabLst>
            </a:pPr>
            <a:r>
              <a:rPr lang="en-US" altLang="zh-CN" sz="1800" dirty="0"/>
              <a:t>Project tracking and control	</a:t>
            </a:r>
            <a:r>
              <a:rPr lang="zh-CN" altLang="en-US" sz="1800" dirty="0"/>
              <a:t>项目跟踪和控制</a:t>
            </a:r>
            <a:endParaRPr lang="zh-CN" altLang="en-US" sz="1800" dirty="0"/>
          </a:p>
          <a:p>
            <a:pPr eaLnBrk="1" hangingPunct="1">
              <a:lnSpc>
                <a:spcPct val="75000"/>
              </a:lnSpc>
              <a:tabLst>
                <a:tab pos="3594100" algn="l"/>
              </a:tabLst>
            </a:pPr>
            <a:endParaRPr lang="zh-CN" altLang="en-US" sz="1800" dirty="0"/>
          </a:p>
        </p:txBody>
      </p:sp>
      <p:sp>
        <p:nvSpPr>
          <p:cNvPr id="3" name="灯片编号占位符 2"/>
          <p:cNvSpPr>
            <a:spLocks noGrp="1"/>
          </p:cNvSpPr>
          <p:nvPr>
            <p:ph type="sldNum" sz="quarter" idx="10"/>
          </p:nvPr>
        </p:nvSpPr>
        <p:spPr/>
        <p:txBody>
          <a:bodyPr/>
          <a:lstStyle/>
          <a:p>
            <a:pPr>
              <a:defRPr/>
            </a:pPr>
            <a:fld id="{6D9D2222-8541-46EA-AD3B-36A5E091B774}" type="slidenum">
              <a:rPr lang="en-US" altLang="zh-CN" smtClean="0"/>
            </a:fld>
            <a:endParaRPr lang="en-US" altLang="zh-CN" dirty="0"/>
          </a:p>
        </p:txBody>
      </p:sp>
      <p:sp>
        <p:nvSpPr>
          <p:cNvPr id="5" name="文本框 4"/>
          <p:cNvSpPr txBox="1"/>
          <p:nvPr/>
        </p:nvSpPr>
        <p:spPr>
          <a:xfrm>
            <a:off x="6751319" y="4901187"/>
            <a:ext cx="2707005" cy="830997"/>
          </a:xfrm>
          <a:prstGeom prst="rect">
            <a:avLst/>
          </a:prstGeom>
          <a:noFill/>
        </p:spPr>
        <p:txBody>
          <a:bodyPr wrap="square">
            <a:spAutoFit/>
          </a:bodyPr>
          <a:lstStyle/>
          <a:p>
            <a:r>
              <a:rPr lang="zh-CN" altLang="en-US" sz="1200" dirty="0">
                <a:solidFill>
                  <a:schemeClr val="tx1">
                    <a:lumMod val="75000"/>
                  </a:schemeClr>
                </a:solidFill>
                <a:hlinkClick r:id="rId3"/>
              </a:rPr>
              <a:t>http://docs.cstarway.com/pages/viewpage.action?pageId=24347100</a:t>
            </a:r>
            <a:endParaRPr lang="en-US" altLang="zh-CN" sz="1200" dirty="0">
              <a:solidFill>
                <a:schemeClr val="tx1">
                  <a:lumMod val="75000"/>
                </a:schemeClr>
              </a:solidFill>
            </a:endParaRPr>
          </a:p>
          <a:p>
            <a:endParaRPr lang="zh-CN" altLang="en-US" sz="1200" dirty="0">
              <a:solidFill>
                <a:schemeClr val="tx1">
                  <a:lumMod val="75000"/>
                </a:schemeClr>
              </a:solidFil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105474" name="Text Box 2"/>
          <p:cNvSpPr txBox="1">
            <a:spLocks noChangeArrowheads="1"/>
          </p:cNvSpPr>
          <p:nvPr/>
        </p:nvSpPr>
        <p:spPr bwMode="gray">
          <a:xfrm>
            <a:off x="1317625" y="693738"/>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endParaRPr lang="zh-CN" altLang="en-US" sz="1800">
              <a:latin typeface="Futura Lt" pitchFamily="34" charset="0"/>
            </a:endParaRPr>
          </a:p>
        </p:txBody>
      </p:sp>
      <p:pic>
        <p:nvPicPr>
          <p:cNvPr id="105475" name="Picture 3" descr="pm_assign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71738" y="238125"/>
            <a:ext cx="5010150" cy="661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灯片编号占位符 2"/>
          <p:cNvSpPr>
            <a:spLocks noGrp="1"/>
          </p:cNvSpPr>
          <p:nvPr>
            <p:ph type="sldNum" sz="quarter" idx="10"/>
          </p:nvPr>
        </p:nvSpPr>
        <p:spPr/>
        <p:txBody>
          <a:bodyPr/>
          <a:lstStyle/>
          <a:p>
            <a:pPr>
              <a:defRPr/>
            </a:pPr>
            <a:fld id="{7BCA0E37-74AF-40C7-A4B1-8FEEC1BBF772}" type="slidenum">
              <a:rPr lang="en-US" altLang="zh-CN" smtClean="0"/>
            </a:fld>
            <a:endParaRPr lang="en-US" altLang="zh-CN" dirty="0"/>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107522" name="Text Box 2"/>
          <p:cNvSpPr txBox="1">
            <a:spLocks noChangeArrowheads="1"/>
          </p:cNvSpPr>
          <p:nvPr/>
        </p:nvSpPr>
        <p:spPr bwMode="gray">
          <a:xfrm>
            <a:off x="1317625" y="693738"/>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endParaRPr lang="zh-CN" altLang="en-US" sz="1800">
              <a:latin typeface="Futura Lt" pitchFamily="34" charset="0"/>
            </a:endParaRPr>
          </a:p>
        </p:txBody>
      </p:sp>
      <p:pic>
        <p:nvPicPr>
          <p:cNvPr id="107523" name="Picture 3" descr="pm_detail"/>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36838" y="252413"/>
            <a:ext cx="4470400" cy="6605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灯片编号占位符 2"/>
          <p:cNvSpPr>
            <a:spLocks noGrp="1"/>
          </p:cNvSpPr>
          <p:nvPr>
            <p:ph type="sldNum" sz="quarter" idx="10"/>
          </p:nvPr>
        </p:nvSpPr>
        <p:spPr/>
        <p:txBody>
          <a:bodyPr/>
          <a:lstStyle/>
          <a:p>
            <a:pPr>
              <a:defRPr/>
            </a:pPr>
            <a:fld id="{7BCA0E37-74AF-40C7-A4B1-8FEEC1BBF772}" type="slidenum">
              <a:rPr lang="en-US" altLang="zh-CN" smtClean="0"/>
            </a:fld>
            <a:endParaRPr lang="en-US" altLang="zh-CN" dirty="0"/>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pSp>
        <p:nvGrpSpPr>
          <p:cNvPr id="109571" name="Group 3"/>
          <p:cNvGrpSpPr/>
          <p:nvPr/>
        </p:nvGrpSpPr>
        <p:grpSpPr bwMode="auto">
          <a:xfrm>
            <a:off x="1042988" y="2132013"/>
            <a:ext cx="2101850" cy="3303587"/>
            <a:chOff x="2528" y="1091"/>
            <a:chExt cx="1325" cy="2081"/>
          </a:xfrm>
        </p:grpSpPr>
        <p:sp>
          <p:nvSpPr>
            <p:cNvPr id="109577" name="Rectangle 4"/>
            <p:cNvSpPr>
              <a:spLocks noChangeArrowheads="1"/>
            </p:cNvSpPr>
            <p:nvPr/>
          </p:nvSpPr>
          <p:spPr bwMode="auto">
            <a:xfrm>
              <a:off x="2528" y="1091"/>
              <a:ext cx="1325" cy="2081"/>
            </a:xfrm>
            <a:prstGeom prst="rect">
              <a:avLst/>
            </a:prstGeom>
            <a:solidFill>
              <a:srgbClr val="C3BE00"/>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109578" name="Text Box 5"/>
            <p:cNvSpPr txBox="1">
              <a:spLocks noChangeArrowheads="1"/>
            </p:cNvSpPr>
            <p:nvPr/>
          </p:nvSpPr>
          <p:spPr bwMode="auto">
            <a:xfrm>
              <a:off x="2701" y="1145"/>
              <a:ext cx="958" cy="28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r>
                <a:rPr lang="zh-CN" altLang="en-US" b="1" u="sng" dirty="0">
                  <a:solidFill>
                    <a:schemeClr val="tx2"/>
                  </a:solidFill>
                  <a:latin typeface="黑体" panose="02010609060101010101" pitchFamily="49" charset="-122"/>
                  <a:ea typeface="黑体" panose="02010609060101010101" pitchFamily="49" charset="-122"/>
                </a:rPr>
                <a:t>规划阶段</a:t>
              </a:r>
              <a:endParaRPr lang="zh-CN" altLang="en-US" b="1" u="sng" dirty="0">
                <a:solidFill>
                  <a:srgbClr val="000099"/>
                </a:solidFill>
                <a:latin typeface="黑体" panose="02010609060101010101" pitchFamily="49" charset="-122"/>
                <a:ea typeface="黑体" panose="02010609060101010101" pitchFamily="49" charset="-122"/>
              </a:endParaRPr>
            </a:p>
          </p:txBody>
        </p:sp>
        <p:sp>
          <p:nvSpPr>
            <p:cNvPr id="109579" name="Text Box 6"/>
            <p:cNvSpPr txBox="1">
              <a:spLocks noChangeArrowheads="1"/>
            </p:cNvSpPr>
            <p:nvPr/>
          </p:nvSpPr>
          <p:spPr bwMode="auto">
            <a:xfrm>
              <a:off x="2538" y="1511"/>
              <a:ext cx="1265" cy="1537"/>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lang="zh-CN" altLang="en-US" sz="2200" b="1" dirty="0">
                  <a:solidFill>
                    <a:srgbClr val="000099"/>
                  </a:solidFill>
                  <a:latin typeface="黑体" panose="02010609060101010101" pitchFamily="49" charset="-122"/>
                  <a:ea typeface="黑体" panose="02010609060101010101" pitchFamily="49" charset="-122"/>
                </a:rPr>
                <a:t>分配职责</a:t>
              </a:r>
              <a:endParaRPr lang="zh-CN" altLang="en-US" sz="2200" b="1" dirty="0">
                <a:solidFill>
                  <a:schemeClr val="tx2"/>
                </a:solidFill>
                <a:latin typeface="黑体" panose="02010609060101010101" pitchFamily="49" charset="-122"/>
                <a:ea typeface="黑体" panose="02010609060101010101" pitchFamily="49" charset="-122"/>
              </a:endParaRPr>
            </a:p>
            <a:p>
              <a:pPr algn="ctr" eaLnBrk="1" hangingPunct="1">
                <a:spcBef>
                  <a:spcPct val="50000"/>
                </a:spcBef>
              </a:pPr>
              <a:r>
                <a:rPr lang="zh-CN" altLang="en-US" sz="2200" b="1" dirty="0">
                  <a:solidFill>
                    <a:schemeClr val="tx2"/>
                  </a:solidFill>
                  <a:latin typeface="黑体" panose="02010609060101010101" pitchFamily="49" charset="-122"/>
                  <a:ea typeface="黑体" panose="02010609060101010101" pitchFamily="49" charset="-122"/>
                </a:rPr>
                <a:t>确定工作顺序</a:t>
              </a:r>
              <a:endParaRPr lang="zh-CN" altLang="en-US" sz="2200" b="1" dirty="0">
                <a:solidFill>
                  <a:schemeClr val="tx2"/>
                </a:solidFill>
                <a:latin typeface="黑体" panose="02010609060101010101" pitchFamily="49" charset="-122"/>
                <a:ea typeface="黑体" panose="02010609060101010101" pitchFamily="49" charset="-122"/>
              </a:endParaRPr>
            </a:p>
            <a:p>
              <a:pPr algn="ctr" eaLnBrk="1" hangingPunct="1">
                <a:spcBef>
                  <a:spcPct val="50000"/>
                </a:spcBef>
              </a:pPr>
              <a:r>
                <a:rPr lang="zh-CN" altLang="en-US" sz="2200" b="1" dirty="0">
                  <a:solidFill>
                    <a:schemeClr val="tx2"/>
                  </a:solidFill>
                  <a:latin typeface="黑体" panose="02010609060101010101" pitchFamily="49" charset="-122"/>
                  <a:ea typeface="黑体" panose="02010609060101010101" pitchFamily="49" charset="-122"/>
                </a:rPr>
                <a:t>落实工作日程</a:t>
              </a:r>
              <a:endParaRPr lang="zh-CN" altLang="en-US" sz="2200" b="1" dirty="0">
                <a:solidFill>
                  <a:schemeClr val="tx2"/>
                </a:solidFill>
                <a:latin typeface="黑体" panose="02010609060101010101" pitchFamily="49" charset="-122"/>
                <a:ea typeface="黑体" panose="02010609060101010101" pitchFamily="49" charset="-122"/>
              </a:endParaRPr>
            </a:p>
            <a:p>
              <a:pPr algn="ctr" eaLnBrk="1" hangingPunct="1">
                <a:spcBef>
                  <a:spcPct val="50000"/>
                </a:spcBef>
              </a:pPr>
              <a:r>
                <a:rPr lang="zh-CN" altLang="en-US" sz="2200" b="1" dirty="0">
                  <a:solidFill>
                    <a:schemeClr val="tx2"/>
                  </a:solidFill>
                  <a:latin typeface="黑体" panose="02010609060101010101" pitchFamily="49" charset="-122"/>
                  <a:ea typeface="黑体" panose="02010609060101010101" pitchFamily="49" charset="-122"/>
                </a:rPr>
                <a:t>控制风险</a:t>
              </a:r>
              <a:endParaRPr lang="zh-CN" altLang="en-US" sz="2200" b="1" dirty="0">
                <a:solidFill>
                  <a:schemeClr val="tx2"/>
                </a:solidFill>
                <a:latin typeface="黑体" panose="02010609060101010101" pitchFamily="49" charset="-122"/>
                <a:ea typeface="黑体" panose="02010609060101010101" pitchFamily="49" charset="-122"/>
              </a:endParaRPr>
            </a:p>
            <a:p>
              <a:pPr algn="ctr" eaLnBrk="1" hangingPunct="1">
                <a:spcBef>
                  <a:spcPct val="50000"/>
                </a:spcBef>
              </a:pPr>
              <a:r>
                <a:rPr lang="zh-CN" altLang="en-US" sz="2200" b="1" dirty="0">
                  <a:solidFill>
                    <a:schemeClr val="tx2"/>
                  </a:solidFill>
                  <a:latin typeface="黑体" panose="02010609060101010101" pitchFamily="49" charset="-122"/>
                  <a:ea typeface="黑体" panose="02010609060101010101" pitchFamily="49" charset="-122"/>
                </a:rPr>
                <a:t>创造机遇</a:t>
              </a:r>
              <a:endParaRPr lang="zh-CN" altLang="en-US" sz="2200" b="1" dirty="0">
                <a:solidFill>
                  <a:schemeClr val="tx2"/>
                </a:solidFill>
                <a:latin typeface="黑体" panose="02010609060101010101" pitchFamily="49" charset="-122"/>
                <a:ea typeface="黑体" panose="02010609060101010101" pitchFamily="49" charset="-122"/>
              </a:endParaRPr>
            </a:p>
          </p:txBody>
        </p:sp>
      </p:grpSp>
      <p:sp>
        <p:nvSpPr>
          <p:cNvPr id="109572" name="Text Box 11"/>
          <p:cNvSpPr txBox="1">
            <a:spLocks noChangeArrowheads="1"/>
          </p:cNvSpPr>
          <p:nvPr/>
        </p:nvSpPr>
        <p:spPr bwMode="auto">
          <a:xfrm>
            <a:off x="5337175" y="1930400"/>
            <a:ext cx="4146550" cy="1552575"/>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r"/>
            <a:r>
              <a:rPr lang="zh-CN" altLang="en-US" b="1">
                <a:solidFill>
                  <a:srgbClr val="000000"/>
                </a:solidFill>
                <a:latin typeface="黑体" panose="02010609060101010101" pitchFamily="49" charset="-122"/>
                <a:ea typeface="黑体" panose="02010609060101010101" pitchFamily="49" charset="-122"/>
              </a:rPr>
              <a:t>参考资源需求表</a:t>
            </a:r>
            <a:r>
              <a:rPr lang="zh-CN" altLang="en-US">
                <a:solidFill>
                  <a:srgbClr val="000000"/>
                </a:solidFill>
                <a:latin typeface="黑体" panose="02010609060101010101" pitchFamily="49" charset="-122"/>
                <a:ea typeface="黑体" panose="02010609060101010101" pitchFamily="49" charset="-122"/>
              </a:rPr>
              <a:t>：</a:t>
            </a:r>
            <a:endParaRPr lang="zh-CN" altLang="en-US">
              <a:solidFill>
                <a:srgbClr val="000000"/>
              </a:solidFill>
              <a:latin typeface="黑体" panose="02010609060101010101" pitchFamily="49" charset="-122"/>
              <a:ea typeface="黑体" panose="02010609060101010101" pitchFamily="49" charset="-122"/>
            </a:endParaRPr>
          </a:p>
          <a:p>
            <a:pPr algn="r"/>
            <a:r>
              <a:rPr lang="zh-CN" altLang="en-US">
                <a:solidFill>
                  <a:srgbClr val="000000"/>
                </a:solidFill>
                <a:latin typeface="黑体" panose="02010609060101010101" pitchFamily="49" charset="-122"/>
                <a:ea typeface="黑体" panose="02010609060101010101" pitchFamily="49" charset="-122"/>
              </a:rPr>
              <a:t>谁拥有完成工作所需的资源？</a:t>
            </a:r>
            <a:endParaRPr lang="zh-CN" altLang="en-US">
              <a:solidFill>
                <a:srgbClr val="000000"/>
              </a:solidFill>
              <a:latin typeface="黑体" panose="02010609060101010101" pitchFamily="49" charset="-122"/>
              <a:ea typeface="黑体" panose="02010609060101010101" pitchFamily="49" charset="-122"/>
            </a:endParaRPr>
          </a:p>
          <a:p>
            <a:pPr algn="r"/>
            <a:r>
              <a:rPr lang="zh-CN" altLang="en-US">
                <a:solidFill>
                  <a:srgbClr val="000000"/>
                </a:solidFill>
                <a:latin typeface="黑体" panose="02010609060101010101" pitchFamily="49" charset="-122"/>
                <a:ea typeface="黑体" panose="02010609060101010101" pitchFamily="49" charset="-122"/>
              </a:rPr>
              <a:t>谁拥有完成工作所需的信息？</a:t>
            </a:r>
            <a:endParaRPr lang="zh-CN" altLang="en-US">
              <a:solidFill>
                <a:srgbClr val="000000"/>
              </a:solidFill>
              <a:latin typeface="黑体" panose="02010609060101010101" pitchFamily="49" charset="-122"/>
              <a:ea typeface="黑体" panose="02010609060101010101" pitchFamily="49" charset="-122"/>
            </a:endParaRPr>
          </a:p>
          <a:p>
            <a:pPr algn="r"/>
            <a:r>
              <a:rPr lang="zh-CN" altLang="en-US">
                <a:solidFill>
                  <a:srgbClr val="000000"/>
                </a:solidFill>
                <a:latin typeface="黑体" panose="02010609060101010101" pitchFamily="49" charset="-122"/>
                <a:ea typeface="黑体" panose="02010609060101010101" pitchFamily="49" charset="-122"/>
              </a:rPr>
              <a:t>我们需要谁的承诺？</a:t>
            </a:r>
            <a:endParaRPr lang="zh-CN" altLang="en-US">
              <a:solidFill>
                <a:srgbClr val="000000"/>
              </a:solidFill>
              <a:latin typeface="黑体" panose="02010609060101010101" pitchFamily="49" charset="-122"/>
              <a:ea typeface="黑体" panose="02010609060101010101" pitchFamily="49" charset="-122"/>
            </a:endParaRPr>
          </a:p>
        </p:txBody>
      </p:sp>
      <p:sp>
        <p:nvSpPr>
          <p:cNvPr id="109573" name="Text Box 12"/>
          <p:cNvSpPr txBox="1">
            <a:spLocks noChangeArrowheads="1"/>
          </p:cNvSpPr>
          <p:nvPr/>
        </p:nvSpPr>
        <p:spPr bwMode="auto">
          <a:xfrm>
            <a:off x="3424238" y="3983038"/>
            <a:ext cx="4167187" cy="457200"/>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zh-CN" altLang="en-US" b="1">
                <a:solidFill>
                  <a:srgbClr val="000000"/>
                </a:solidFill>
                <a:latin typeface="黑体" panose="02010609060101010101" pitchFamily="49" charset="-122"/>
                <a:ea typeface="黑体" panose="02010609060101010101" pitchFamily="49" charset="-122"/>
              </a:rPr>
              <a:t>列出参加工作的人员及其责任</a:t>
            </a:r>
            <a:endParaRPr lang="zh-CN" altLang="en-US" b="1">
              <a:solidFill>
                <a:srgbClr val="000000"/>
              </a:solidFill>
              <a:latin typeface="黑体" panose="02010609060101010101" pitchFamily="49" charset="-122"/>
              <a:ea typeface="黑体" panose="02010609060101010101" pitchFamily="49" charset="-122"/>
            </a:endParaRPr>
          </a:p>
        </p:txBody>
      </p:sp>
      <p:sp>
        <p:nvSpPr>
          <p:cNvPr id="109574" name="Text Box 13"/>
          <p:cNvSpPr txBox="1">
            <a:spLocks noChangeArrowheads="1"/>
          </p:cNvSpPr>
          <p:nvPr/>
        </p:nvSpPr>
        <p:spPr bwMode="auto">
          <a:xfrm>
            <a:off x="3403600" y="4478338"/>
            <a:ext cx="4167188" cy="457200"/>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zh-CN" altLang="en-US" b="1">
                <a:solidFill>
                  <a:srgbClr val="000000"/>
                </a:solidFill>
                <a:latin typeface="黑体" panose="02010609060101010101" pitchFamily="49" charset="-122"/>
                <a:ea typeface="黑体" panose="02010609060101010101" pitchFamily="49" charset="-122"/>
              </a:rPr>
              <a:t>多人参与时，标出主要责任人</a:t>
            </a:r>
            <a:endParaRPr lang="zh-CN" altLang="en-US" b="1">
              <a:solidFill>
                <a:srgbClr val="000000"/>
              </a:solidFill>
              <a:latin typeface="黑体" panose="02010609060101010101" pitchFamily="49" charset="-122"/>
              <a:ea typeface="黑体" panose="02010609060101010101" pitchFamily="49" charset="-122"/>
            </a:endParaRPr>
          </a:p>
        </p:txBody>
      </p:sp>
      <p:sp>
        <p:nvSpPr>
          <p:cNvPr id="109575" name="Text Box 14"/>
          <p:cNvSpPr txBox="1">
            <a:spLocks noChangeArrowheads="1"/>
          </p:cNvSpPr>
          <p:nvPr/>
        </p:nvSpPr>
        <p:spPr bwMode="auto">
          <a:xfrm>
            <a:off x="3440113" y="4973638"/>
            <a:ext cx="4475162" cy="457200"/>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zh-CN" altLang="en-US" b="1">
                <a:solidFill>
                  <a:srgbClr val="000000"/>
                </a:solidFill>
                <a:latin typeface="黑体" panose="02010609060101010101" pitchFamily="49" charset="-122"/>
                <a:ea typeface="黑体" panose="02010609060101010101" pitchFamily="49" charset="-122"/>
              </a:rPr>
              <a:t>谈判协商，取得参与人员的承诺</a:t>
            </a:r>
            <a:endParaRPr lang="zh-CN" altLang="en-US" b="1">
              <a:solidFill>
                <a:srgbClr val="000000"/>
              </a:solidFill>
              <a:latin typeface="黑体" panose="02010609060101010101" pitchFamily="49" charset="-122"/>
              <a:ea typeface="黑体" panose="02010609060101010101" pitchFamily="49" charset="-122"/>
            </a:endParaRPr>
          </a:p>
        </p:txBody>
      </p:sp>
      <p:sp>
        <p:nvSpPr>
          <p:cNvPr id="109576" name="Rectangle 17"/>
          <p:cNvSpPr>
            <a:spLocks noGrp="1" noChangeArrowheads="1"/>
          </p:cNvSpPr>
          <p:nvPr>
            <p:ph type="title"/>
          </p:nvPr>
        </p:nvSpPr>
        <p:spPr/>
        <p:txBody>
          <a:bodyPr/>
          <a:lstStyle/>
          <a:p>
            <a:pPr eaLnBrk="1" hangingPunct="1"/>
            <a:r>
              <a:rPr lang="zh-CN" altLang="en-US" sz="3200"/>
              <a:t>分配职责</a:t>
            </a:r>
            <a:br>
              <a:rPr lang="zh-CN" altLang="en-US" sz="3200"/>
            </a:br>
            <a:r>
              <a:rPr lang="en-US" altLang="zh-CN" sz="2400">
                <a:latin typeface="Arial" panose="020B0604020202020204" pitchFamily="34" charset="0"/>
              </a:rPr>
              <a:t>——</a:t>
            </a:r>
            <a:r>
              <a:rPr lang="zh-CN" altLang="en-US" sz="2400"/>
              <a:t>落实所有工作的责任人</a:t>
            </a:r>
            <a:endParaRPr lang="zh-CN" altLang="en-US" sz="2400"/>
          </a:p>
        </p:txBody>
      </p:sp>
      <p:sp>
        <p:nvSpPr>
          <p:cNvPr id="3" name="灯片编号占位符 2"/>
          <p:cNvSpPr>
            <a:spLocks noGrp="1"/>
          </p:cNvSpPr>
          <p:nvPr>
            <p:ph type="sldNum" sz="quarter" idx="10"/>
          </p:nvPr>
        </p:nvSpPr>
        <p:spPr/>
        <p:txBody>
          <a:bodyPr/>
          <a:lstStyle/>
          <a:p>
            <a:pPr>
              <a:defRPr/>
            </a:pPr>
            <a:fld id="{A6A0D67D-9B30-457F-9874-1F92730590A0}" type="slidenum">
              <a:rPr lang="en-US" altLang="zh-CN" smtClean="0"/>
            </a:fld>
            <a:endParaRPr lang="en-US" altLang="zh-CN" dirty="0"/>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CCFF99"/>
        </a:solidFill>
        <a:effectLst/>
      </p:bgPr>
    </p:bg>
    <p:spTree>
      <p:nvGrpSpPr>
        <p:cNvPr id="1" name=""/>
        <p:cNvGrpSpPr/>
        <p:nvPr/>
      </p:nvGrpSpPr>
      <p:grpSpPr>
        <a:xfrm>
          <a:off x="0" y="0"/>
          <a:ext cx="0" cy="0"/>
          <a:chOff x="0" y="0"/>
          <a:chExt cx="0" cy="0"/>
        </a:xfrm>
      </p:grpSpPr>
      <p:sp>
        <p:nvSpPr>
          <p:cNvPr id="111619" name="Rectangle 42"/>
          <p:cNvSpPr>
            <a:spLocks noGrp="1" noChangeArrowheads="1"/>
          </p:cNvSpPr>
          <p:nvPr>
            <p:ph type="title"/>
          </p:nvPr>
        </p:nvSpPr>
        <p:spPr>
          <a:noFill/>
          <a:extLst>
            <a:ext uri="{91240B29-F687-4F45-9708-019B960494DF}">
              <a14:hiddenLine xmlns:a14="http://schemas.microsoft.com/office/drawing/2010/main" w="3175">
                <a:solidFill>
                  <a:schemeClr val="bg2"/>
                </a:solidFill>
                <a:prstDash val="solid"/>
                <a:miter lim="800000"/>
                <a:headEnd/>
                <a:tailEnd/>
              </a14:hiddenLine>
            </a:ext>
          </a:extLst>
        </p:spPr>
        <p:txBody>
          <a:bodyPr/>
          <a:lstStyle/>
          <a:p>
            <a:pPr eaLnBrk="1" hangingPunct="1"/>
            <a:r>
              <a:rPr lang="zh-CN" altLang="en-US" sz="3200"/>
              <a:t>人员职责分配表</a:t>
            </a:r>
            <a:br>
              <a:rPr lang="zh-CN" altLang="en-US" sz="3200"/>
            </a:br>
            <a:endParaRPr lang="zh-CN" altLang="en-US" sz="3200"/>
          </a:p>
        </p:txBody>
      </p:sp>
      <p:sp>
        <p:nvSpPr>
          <p:cNvPr id="111620" name="Line 3"/>
          <p:cNvSpPr>
            <a:spLocks noChangeShapeType="1"/>
          </p:cNvSpPr>
          <p:nvPr/>
        </p:nvSpPr>
        <p:spPr bwMode="auto">
          <a:xfrm>
            <a:off x="220663" y="1295400"/>
            <a:ext cx="9464675" cy="0"/>
          </a:xfrm>
          <a:prstGeom prst="line">
            <a:avLst/>
          </a:prstGeom>
          <a:noFill/>
          <a:ln w="31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11621" name="Line 4"/>
          <p:cNvSpPr>
            <a:spLocks noChangeShapeType="1"/>
          </p:cNvSpPr>
          <p:nvPr/>
        </p:nvSpPr>
        <p:spPr bwMode="auto">
          <a:xfrm>
            <a:off x="192088" y="2133600"/>
            <a:ext cx="9466262" cy="0"/>
          </a:xfrm>
          <a:prstGeom prst="line">
            <a:avLst/>
          </a:prstGeom>
          <a:noFill/>
          <a:ln w="31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11622" name="Line 5"/>
          <p:cNvSpPr>
            <a:spLocks noChangeShapeType="1"/>
          </p:cNvSpPr>
          <p:nvPr/>
        </p:nvSpPr>
        <p:spPr bwMode="auto">
          <a:xfrm>
            <a:off x="192088" y="2819400"/>
            <a:ext cx="9466262" cy="0"/>
          </a:xfrm>
          <a:prstGeom prst="line">
            <a:avLst/>
          </a:prstGeom>
          <a:noFill/>
          <a:ln w="31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11623" name="Line 6"/>
          <p:cNvSpPr>
            <a:spLocks noChangeShapeType="1"/>
          </p:cNvSpPr>
          <p:nvPr/>
        </p:nvSpPr>
        <p:spPr bwMode="auto">
          <a:xfrm>
            <a:off x="165100" y="3505200"/>
            <a:ext cx="9466263" cy="0"/>
          </a:xfrm>
          <a:prstGeom prst="line">
            <a:avLst/>
          </a:prstGeom>
          <a:noFill/>
          <a:ln w="31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11624" name="Line 7"/>
          <p:cNvSpPr>
            <a:spLocks noChangeShapeType="1"/>
          </p:cNvSpPr>
          <p:nvPr/>
        </p:nvSpPr>
        <p:spPr bwMode="auto">
          <a:xfrm>
            <a:off x="220663" y="4300538"/>
            <a:ext cx="9464675" cy="0"/>
          </a:xfrm>
          <a:prstGeom prst="line">
            <a:avLst/>
          </a:prstGeom>
          <a:noFill/>
          <a:ln w="31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11625" name="Line 8"/>
          <p:cNvSpPr>
            <a:spLocks noChangeShapeType="1"/>
          </p:cNvSpPr>
          <p:nvPr/>
        </p:nvSpPr>
        <p:spPr bwMode="auto">
          <a:xfrm>
            <a:off x="220663" y="5314950"/>
            <a:ext cx="9464675" cy="0"/>
          </a:xfrm>
          <a:prstGeom prst="line">
            <a:avLst/>
          </a:prstGeom>
          <a:noFill/>
          <a:ln w="31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11626" name="Line 9"/>
          <p:cNvSpPr>
            <a:spLocks noChangeShapeType="1"/>
          </p:cNvSpPr>
          <p:nvPr/>
        </p:nvSpPr>
        <p:spPr bwMode="auto">
          <a:xfrm>
            <a:off x="1568450" y="928688"/>
            <a:ext cx="0" cy="5314950"/>
          </a:xfrm>
          <a:prstGeom prst="line">
            <a:avLst/>
          </a:prstGeom>
          <a:noFill/>
          <a:ln w="31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11627" name="Line 10"/>
          <p:cNvSpPr>
            <a:spLocks noChangeShapeType="1"/>
          </p:cNvSpPr>
          <p:nvPr/>
        </p:nvSpPr>
        <p:spPr bwMode="auto">
          <a:xfrm>
            <a:off x="3467100" y="928688"/>
            <a:ext cx="0" cy="5314950"/>
          </a:xfrm>
          <a:prstGeom prst="line">
            <a:avLst/>
          </a:prstGeom>
          <a:noFill/>
          <a:ln w="31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11628" name="Line 11"/>
          <p:cNvSpPr>
            <a:spLocks noChangeShapeType="1"/>
          </p:cNvSpPr>
          <p:nvPr/>
        </p:nvSpPr>
        <p:spPr bwMode="auto">
          <a:xfrm>
            <a:off x="5035550" y="914400"/>
            <a:ext cx="0" cy="5314950"/>
          </a:xfrm>
          <a:prstGeom prst="line">
            <a:avLst/>
          </a:prstGeom>
          <a:noFill/>
          <a:ln w="31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11629" name="Rectangle 12"/>
          <p:cNvSpPr>
            <a:spLocks noChangeArrowheads="1"/>
          </p:cNvSpPr>
          <p:nvPr/>
        </p:nvSpPr>
        <p:spPr bwMode="auto">
          <a:xfrm>
            <a:off x="654050" y="889000"/>
            <a:ext cx="6937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kumimoji="1" lang="en-US" altLang="zh-CN" sz="1600" b="1">
                <a:solidFill>
                  <a:srgbClr val="CCFF66"/>
                </a:solidFill>
                <a:latin typeface="Arial Black" panose="020B0A04020102020204" pitchFamily="34" charset="0"/>
              </a:rPr>
              <a:t>WBS</a:t>
            </a:r>
            <a:endParaRPr kumimoji="1" lang="en-US" altLang="zh-CN" sz="1600" b="1">
              <a:solidFill>
                <a:srgbClr val="CCFF66"/>
              </a:solidFill>
              <a:latin typeface="Arial Black" panose="020B0A04020102020204" pitchFamily="34" charset="0"/>
            </a:endParaRPr>
          </a:p>
        </p:txBody>
      </p:sp>
      <p:sp>
        <p:nvSpPr>
          <p:cNvPr id="111630" name="Rectangle 13"/>
          <p:cNvSpPr>
            <a:spLocks noChangeArrowheads="1"/>
          </p:cNvSpPr>
          <p:nvPr/>
        </p:nvSpPr>
        <p:spPr bwMode="auto">
          <a:xfrm>
            <a:off x="1003300" y="1524000"/>
            <a:ext cx="3032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kumimoji="1" lang="en-US" altLang="zh-CN" sz="1400">
                <a:solidFill>
                  <a:schemeClr val="bg2"/>
                </a:solidFill>
                <a:latin typeface="Arial Black" panose="020B0A04020102020204" pitchFamily="34" charset="0"/>
              </a:rPr>
              <a:t>1</a:t>
            </a:r>
            <a:endParaRPr kumimoji="1" lang="en-US" altLang="zh-CN" sz="1400">
              <a:solidFill>
                <a:schemeClr val="bg2"/>
              </a:solidFill>
              <a:latin typeface="Arial Black" panose="020B0A04020102020204" pitchFamily="34" charset="0"/>
            </a:endParaRPr>
          </a:p>
        </p:txBody>
      </p:sp>
      <p:sp>
        <p:nvSpPr>
          <p:cNvPr id="111631" name="Rectangle 14"/>
          <p:cNvSpPr>
            <a:spLocks noChangeArrowheads="1"/>
          </p:cNvSpPr>
          <p:nvPr/>
        </p:nvSpPr>
        <p:spPr bwMode="auto">
          <a:xfrm>
            <a:off x="1003300" y="2362200"/>
            <a:ext cx="3032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kumimoji="1" lang="en-US" altLang="zh-CN" sz="1400">
                <a:solidFill>
                  <a:schemeClr val="bg2"/>
                </a:solidFill>
                <a:latin typeface="Arial Black" panose="020B0A04020102020204" pitchFamily="34" charset="0"/>
              </a:rPr>
              <a:t>2</a:t>
            </a:r>
            <a:endParaRPr kumimoji="1" lang="en-US" altLang="zh-CN" sz="1400">
              <a:solidFill>
                <a:schemeClr val="bg2"/>
              </a:solidFill>
              <a:latin typeface="Arial Black" panose="020B0A04020102020204" pitchFamily="34" charset="0"/>
            </a:endParaRPr>
          </a:p>
        </p:txBody>
      </p:sp>
      <p:sp>
        <p:nvSpPr>
          <p:cNvPr id="111632" name="Rectangle 15"/>
          <p:cNvSpPr>
            <a:spLocks noChangeArrowheads="1"/>
          </p:cNvSpPr>
          <p:nvPr/>
        </p:nvSpPr>
        <p:spPr bwMode="auto">
          <a:xfrm>
            <a:off x="844550" y="2971800"/>
            <a:ext cx="4810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kumimoji="1" lang="en-US" altLang="zh-CN" sz="1400">
                <a:solidFill>
                  <a:schemeClr val="bg2"/>
                </a:solidFill>
                <a:latin typeface="Arial Black" panose="020B0A04020102020204" pitchFamily="34" charset="0"/>
              </a:rPr>
              <a:t>3.1</a:t>
            </a:r>
            <a:endParaRPr kumimoji="1" lang="en-US" altLang="zh-CN" sz="1400">
              <a:solidFill>
                <a:schemeClr val="bg2"/>
              </a:solidFill>
              <a:latin typeface="Arial Black" panose="020B0A04020102020204" pitchFamily="34" charset="0"/>
            </a:endParaRPr>
          </a:p>
        </p:txBody>
      </p:sp>
      <p:sp>
        <p:nvSpPr>
          <p:cNvPr id="111633" name="Rectangle 16"/>
          <p:cNvSpPr>
            <a:spLocks noChangeArrowheads="1"/>
          </p:cNvSpPr>
          <p:nvPr/>
        </p:nvSpPr>
        <p:spPr bwMode="auto">
          <a:xfrm>
            <a:off x="844550" y="3686175"/>
            <a:ext cx="4810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kumimoji="1" lang="en-US" altLang="zh-CN" sz="1400">
                <a:solidFill>
                  <a:schemeClr val="bg2"/>
                </a:solidFill>
                <a:latin typeface="Arial Black" panose="020B0A04020102020204" pitchFamily="34" charset="0"/>
              </a:rPr>
              <a:t>3.2</a:t>
            </a:r>
            <a:endParaRPr kumimoji="1" lang="en-US" altLang="zh-CN" sz="1400">
              <a:solidFill>
                <a:schemeClr val="bg2"/>
              </a:solidFill>
              <a:latin typeface="Arial Black" panose="020B0A04020102020204" pitchFamily="34" charset="0"/>
            </a:endParaRPr>
          </a:p>
        </p:txBody>
      </p:sp>
      <p:sp>
        <p:nvSpPr>
          <p:cNvPr id="111634" name="Rectangle 17"/>
          <p:cNvSpPr>
            <a:spLocks noChangeArrowheads="1"/>
          </p:cNvSpPr>
          <p:nvPr/>
        </p:nvSpPr>
        <p:spPr bwMode="auto">
          <a:xfrm>
            <a:off x="844550" y="4686300"/>
            <a:ext cx="4810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kumimoji="1" lang="en-US" altLang="zh-CN" sz="1400">
                <a:solidFill>
                  <a:schemeClr val="bg2"/>
                </a:solidFill>
                <a:latin typeface="Arial Black" panose="020B0A04020102020204" pitchFamily="34" charset="0"/>
              </a:rPr>
              <a:t>3.3</a:t>
            </a:r>
            <a:endParaRPr kumimoji="1" lang="en-US" altLang="zh-CN" sz="1400">
              <a:solidFill>
                <a:schemeClr val="bg2"/>
              </a:solidFill>
              <a:latin typeface="Arial Black" panose="020B0A04020102020204" pitchFamily="34" charset="0"/>
            </a:endParaRPr>
          </a:p>
        </p:txBody>
      </p:sp>
      <p:sp>
        <p:nvSpPr>
          <p:cNvPr id="111635" name="Rectangle 18"/>
          <p:cNvSpPr>
            <a:spLocks noChangeArrowheads="1"/>
          </p:cNvSpPr>
          <p:nvPr/>
        </p:nvSpPr>
        <p:spPr bwMode="auto">
          <a:xfrm>
            <a:off x="920750" y="5715000"/>
            <a:ext cx="3032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kumimoji="1" lang="en-US" altLang="zh-CN" sz="1400">
                <a:solidFill>
                  <a:schemeClr val="bg2"/>
                </a:solidFill>
                <a:latin typeface="Arial Black" panose="020B0A04020102020204" pitchFamily="34" charset="0"/>
              </a:rPr>
              <a:t>4</a:t>
            </a:r>
            <a:endParaRPr kumimoji="1" lang="en-US" altLang="zh-CN" sz="1400">
              <a:solidFill>
                <a:schemeClr val="bg2"/>
              </a:solidFill>
              <a:latin typeface="Arial Black" panose="020B0A04020102020204" pitchFamily="34" charset="0"/>
            </a:endParaRPr>
          </a:p>
        </p:txBody>
      </p:sp>
      <p:sp>
        <p:nvSpPr>
          <p:cNvPr id="111636" name="Rectangle 19"/>
          <p:cNvSpPr>
            <a:spLocks noChangeArrowheads="1"/>
          </p:cNvSpPr>
          <p:nvPr/>
        </p:nvSpPr>
        <p:spPr bwMode="auto">
          <a:xfrm>
            <a:off x="1879600" y="887413"/>
            <a:ext cx="12001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r>
              <a:rPr kumimoji="1" lang="zh-CN" altLang="en-US" sz="1600" b="1">
                <a:solidFill>
                  <a:srgbClr val="CCFF66"/>
                </a:solidFill>
                <a:latin typeface="Arial Black" panose="020B0A04020102020204" pitchFamily="34" charset="0"/>
              </a:rPr>
              <a:t>运营部经理</a:t>
            </a:r>
            <a:endParaRPr kumimoji="1" lang="zh-CN" altLang="en-US" sz="1600" b="1">
              <a:solidFill>
                <a:srgbClr val="CCFF66"/>
              </a:solidFill>
              <a:latin typeface="Arial Black" panose="020B0A04020102020204" pitchFamily="34" charset="0"/>
            </a:endParaRPr>
          </a:p>
        </p:txBody>
      </p:sp>
      <p:sp>
        <p:nvSpPr>
          <p:cNvPr id="111637" name="Rectangle 20"/>
          <p:cNvSpPr>
            <a:spLocks noChangeArrowheads="1"/>
          </p:cNvSpPr>
          <p:nvPr/>
        </p:nvSpPr>
        <p:spPr bwMode="auto">
          <a:xfrm>
            <a:off x="3613150" y="887413"/>
            <a:ext cx="12001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r>
              <a:rPr kumimoji="1" lang="zh-CN" altLang="en-US" sz="1600" b="1">
                <a:solidFill>
                  <a:srgbClr val="CCFF66"/>
                </a:solidFill>
                <a:latin typeface="Arial Black" panose="020B0A04020102020204" pitchFamily="34" charset="0"/>
              </a:rPr>
              <a:t>工程部经理</a:t>
            </a:r>
            <a:endParaRPr kumimoji="1" lang="zh-CN" altLang="en-US" sz="1600" b="1">
              <a:solidFill>
                <a:srgbClr val="CCFF66"/>
              </a:solidFill>
              <a:latin typeface="Arial Black" panose="020B0A04020102020204" pitchFamily="34" charset="0"/>
            </a:endParaRPr>
          </a:p>
        </p:txBody>
      </p:sp>
      <p:sp>
        <p:nvSpPr>
          <p:cNvPr id="111638" name="Rectangle 21"/>
          <p:cNvSpPr>
            <a:spLocks noChangeArrowheads="1"/>
          </p:cNvSpPr>
          <p:nvPr/>
        </p:nvSpPr>
        <p:spPr bwMode="auto">
          <a:xfrm>
            <a:off x="5264150" y="887413"/>
            <a:ext cx="12001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r>
              <a:rPr kumimoji="1" lang="zh-CN" altLang="en-US" sz="1600" b="1">
                <a:solidFill>
                  <a:srgbClr val="CCFF66"/>
                </a:solidFill>
                <a:latin typeface="Arial Black" panose="020B0A04020102020204" pitchFamily="34" charset="0"/>
              </a:rPr>
              <a:t>生产线经理</a:t>
            </a:r>
            <a:endParaRPr kumimoji="1" lang="zh-CN" altLang="en-US" sz="1600" b="1">
              <a:solidFill>
                <a:srgbClr val="CCFF66"/>
              </a:solidFill>
              <a:latin typeface="Arial Black" panose="020B0A04020102020204" pitchFamily="34" charset="0"/>
            </a:endParaRPr>
          </a:p>
        </p:txBody>
      </p:sp>
      <p:sp>
        <p:nvSpPr>
          <p:cNvPr id="111639" name="Rectangle 22"/>
          <p:cNvSpPr>
            <a:spLocks noChangeArrowheads="1"/>
          </p:cNvSpPr>
          <p:nvPr/>
        </p:nvSpPr>
        <p:spPr bwMode="auto">
          <a:xfrm>
            <a:off x="5118100" y="2209800"/>
            <a:ext cx="181610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r>
              <a:rPr kumimoji="1" lang="zh-CN" altLang="en-US" sz="1400">
                <a:solidFill>
                  <a:schemeClr val="bg2"/>
                </a:solidFill>
                <a:latin typeface="Arial Black" panose="020B0A04020102020204" pitchFamily="34" charset="0"/>
              </a:rPr>
              <a:t>制定培训日程确定</a:t>
            </a:r>
            <a:endParaRPr kumimoji="1" lang="zh-CN" altLang="en-US" sz="1400">
              <a:solidFill>
                <a:schemeClr val="bg2"/>
              </a:solidFill>
              <a:latin typeface="Arial Black" panose="020B0A04020102020204" pitchFamily="34" charset="0"/>
            </a:endParaRPr>
          </a:p>
          <a:p>
            <a:pPr eaLnBrk="1" hangingPunct="1"/>
            <a:r>
              <a:rPr kumimoji="1" lang="zh-CN" altLang="en-US" sz="1400">
                <a:solidFill>
                  <a:schemeClr val="bg2"/>
                </a:solidFill>
                <a:latin typeface="Arial Black" panose="020B0A04020102020204" pitchFamily="34" charset="0"/>
              </a:rPr>
              <a:t>参与人员名单</a:t>
            </a:r>
            <a:r>
              <a:rPr kumimoji="1" lang="en-US" altLang="zh-CN" sz="1400">
                <a:solidFill>
                  <a:srgbClr val="FF0000"/>
                </a:solidFill>
                <a:latin typeface="Arial Black" panose="020B0A04020102020204" pitchFamily="34" charset="0"/>
              </a:rPr>
              <a:t>(P)</a:t>
            </a:r>
            <a:endParaRPr kumimoji="1" lang="en-US" altLang="zh-CN" sz="1400">
              <a:solidFill>
                <a:srgbClr val="FF0000"/>
              </a:solidFill>
              <a:latin typeface="Arial Black" panose="020B0A04020102020204" pitchFamily="34" charset="0"/>
            </a:endParaRPr>
          </a:p>
        </p:txBody>
      </p:sp>
      <p:sp>
        <p:nvSpPr>
          <p:cNvPr id="111640" name="Rectangle 23"/>
          <p:cNvSpPr>
            <a:spLocks noChangeArrowheads="1"/>
          </p:cNvSpPr>
          <p:nvPr/>
        </p:nvSpPr>
        <p:spPr bwMode="auto">
          <a:xfrm>
            <a:off x="1651000" y="2911475"/>
            <a:ext cx="181610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r>
              <a:rPr kumimoji="1" lang="zh-CN" altLang="en-US" sz="1400">
                <a:solidFill>
                  <a:schemeClr val="bg2"/>
                </a:solidFill>
                <a:latin typeface="Arial Black" panose="020B0A04020102020204" pitchFamily="34" charset="0"/>
              </a:rPr>
              <a:t>日程、地点，人</a:t>
            </a:r>
            <a:endParaRPr kumimoji="1" lang="zh-CN" altLang="en-US" sz="1400">
              <a:solidFill>
                <a:schemeClr val="bg2"/>
              </a:solidFill>
              <a:latin typeface="Arial Black" panose="020B0A04020102020204" pitchFamily="34" charset="0"/>
            </a:endParaRPr>
          </a:p>
          <a:p>
            <a:pPr eaLnBrk="1" hangingPunct="1"/>
            <a:r>
              <a:rPr kumimoji="1" lang="zh-CN" altLang="en-US" sz="1400">
                <a:solidFill>
                  <a:schemeClr val="bg2"/>
                </a:solidFill>
                <a:latin typeface="Arial Black" panose="020B0A04020102020204" pitchFamily="34" charset="0"/>
              </a:rPr>
              <a:t>员的选择确定 </a:t>
            </a:r>
            <a:r>
              <a:rPr kumimoji="1" lang="en-US" altLang="zh-CN" sz="1400">
                <a:solidFill>
                  <a:srgbClr val="FF0000"/>
                </a:solidFill>
                <a:latin typeface="Arial Black" panose="020B0A04020102020204" pitchFamily="34" charset="0"/>
              </a:rPr>
              <a:t>(P)</a:t>
            </a:r>
            <a:endParaRPr kumimoji="1" lang="en-US" altLang="zh-CN" sz="1400">
              <a:solidFill>
                <a:srgbClr val="FF0000"/>
              </a:solidFill>
              <a:latin typeface="Arial Black" panose="020B0A04020102020204" pitchFamily="34" charset="0"/>
            </a:endParaRPr>
          </a:p>
        </p:txBody>
      </p:sp>
      <p:sp>
        <p:nvSpPr>
          <p:cNvPr id="111641" name="Rectangle 24"/>
          <p:cNvSpPr>
            <a:spLocks noChangeArrowheads="1"/>
          </p:cNvSpPr>
          <p:nvPr/>
        </p:nvSpPr>
        <p:spPr bwMode="auto">
          <a:xfrm>
            <a:off x="1733550" y="3749675"/>
            <a:ext cx="1547813"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r>
              <a:rPr kumimoji="1" lang="zh-CN" altLang="en-US" sz="1400">
                <a:solidFill>
                  <a:schemeClr val="bg2"/>
                </a:solidFill>
                <a:latin typeface="Arial Black" panose="020B0A04020102020204" pitchFamily="34" charset="0"/>
              </a:rPr>
              <a:t>制定工作日程表</a:t>
            </a:r>
            <a:endParaRPr kumimoji="1" lang="zh-CN" altLang="en-US" sz="1400">
              <a:solidFill>
                <a:schemeClr val="bg2"/>
              </a:solidFill>
              <a:latin typeface="Arial Black" panose="020B0A04020102020204" pitchFamily="34" charset="0"/>
            </a:endParaRPr>
          </a:p>
          <a:p>
            <a:pPr eaLnBrk="1" hangingPunct="1"/>
            <a:r>
              <a:rPr kumimoji="1" lang="zh-CN" altLang="en-US" sz="1400">
                <a:solidFill>
                  <a:schemeClr val="bg2"/>
                </a:solidFill>
                <a:latin typeface="Arial Black" panose="020B0A04020102020204" pitchFamily="34" charset="0"/>
              </a:rPr>
              <a:t>人员分工表 </a:t>
            </a:r>
            <a:r>
              <a:rPr kumimoji="1" lang="en-US" altLang="zh-CN" sz="1400">
                <a:solidFill>
                  <a:srgbClr val="FF0000"/>
                </a:solidFill>
                <a:latin typeface="Arial Black" panose="020B0A04020102020204" pitchFamily="34" charset="0"/>
              </a:rPr>
              <a:t>(P)</a:t>
            </a:r>
            <a:endParaRPr kumimoji="1" lang="en-US" altLang="zh-CN" sz="1400">
              <a:solidFill>
                <a:srgbClr val="FF0000"/>
              </a:solidFill>
              <a:latin typeface="Arial Black" panose="020B0A04020102020204" pitchFamily="34" charset="0"/>
            </a:endParaRPr>
          </a:p>
        </p:txBody>
      </p:sp>
      <p:sp>
        <p:nvSpPr>
          <p:cNvPr id="111642" name="Rectangle 25"/>
          <p:cNvSpPr>
            <a:spLocks noChangeArrowheads="1"/>
          </p:cNvSpPr>
          <p:nvPr/>
        </p:nvSpPr>
        <p:spPr bwMode="auto">
          <a:xfrm>
            <a:off x="3549650" y="3673475"/>
            <a:ext cx="140335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r>
              <a:rPr kumimoji="1" lang="zh-CN" altLang="en-US" sz="1400">
                <a:solidFill>
                  <a:schemeClr val="bg2"/>
                </a:solidFill>
                <a:latin typeface="Arial Black" panose="020B0A04020102020204" pitchFamily="34" charset="0"/>
              </a:rPr>
              <a:t>根据需要提供技术支持</a:t>
            </a:r>
            <a:endParaRPr kumimoji="1" lang="zh-CN" altLang="en-US" sz="1400">
              <a:solidFill>
                <a:schemeClr val="bg2"/>
              </a:solidFill>
              <a:latin typeface="Arial Black" panose="020B0A04020102020204" pitchFamily="34" charset="0"/>
            </a:endParaRPr>
          </a:p>
        </p:txBody>
      </p:sp>
      <p:sp>
        <p:nvSpPr>
          <p:cNvPr id="111643" name="Rectangle 26"/>
          <p:cNvSpPr>
            <a:spLocks noChangeArrowheads="1"/>
          </p:cNvSpPr>
          <p:nvPr/>
        </p:nvSpPr>
        <p:spPr bwMode="auto">
          <a:xfrm>
            <a:off x="1733550" y="4587875"/>
            <a:ext cx="142875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r>
              <a:rPr kumimoji="1" lang="zh-CN" altLang="en-US" sz="1400">
                <a:solidFill>
                  <a:schemeClr val="bg2"/>
                </a:solidFill>
                <a:latin typeface="Arial Black" panose="020B0A04020102020204" pitchFamily="34" charset="0"/>
              </a:rPr>
              <a:t>制定工作日程表</a:t>
            </a:r>
            <a:endParaRPr kumimoji="1" lang="zh-CN" altLang="en-US" sz="1400">
              <a:solidFill>
                <a:schemeClr val="bg2"/>
              </a:solidFill>
              <a:latin typeface="Arial Black" panose="020B0A04020102020204" pitchFamily="34" charset="0"/>
            </a:endParaRPr>
          </a:p>
          <a:p>
            <a:pPr eaLnBrk="1" hangingPunct="1"/>
            <a:r>
              <a:rPr kumimoji="1" lang="zh-CN" altLang="en-US" sz="1400">
                <a:solidFill>
                  <a:schemeClr val="bg2"/>
                </a:solidFill>
                <a:latin typeface="Arial Black" panose="020B0A04020102020204" pitchFamily="34" charset="0"/>
              </a:rPr>
              <a:t>人员分工表 </a:t>
            </a:r>
            <a:r>
              <a:rPr kumimoji="1" lang="en-US" altLang="zh-CN" sz="1400">
                <a:solidFill>
                  <a:srgbClr val="FF0000"/>
                </a:solidFill>
                <a:latin typeface="Arial Black" panose="020B0A04020102020204" pitchFamily="34" charset="0"/>
              </a:rPr>
              <a:t>(P)</a:t>
            </a:r>
            <a:endParaRPr kumimoji="1" lang="en-US" altLang="zh-CN" sz="1400">
              <a:solidFill>
                <a:srgbClr val="FF0000"/>
              </a:solidFill>
              <a:latin typeface="Arial Black" panose="020B0A04020102020204" pitchFamily="34" charset="0"/>
            </a:endParaRPr>
          </a:p>
        </p:txBody>
      </p:sp>
      <p:sp>
        <p:nvSpPr>
          <p:cNvPr id="111644" name="Rectangle 27"/>
          <p:cNvSpPr>
            <a:spLocks noChangeArrowheads="1"/>
          </p:cNvSpPr>
          <p:nvPr/>
        </p:nvSpPr>
        <p:spPr bwMode="auto">
          <a:xfrm>
            <a:off x="3714750" y="4587875"/>
            <a:ext cx="132080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r>
              <a:rPr kumimoji="1" lang="zh-CN" altLang="en-US" sz="1400">
                <a:solidFill>
                  <a:schemeClr val="bg2"/>
                </a:solidFill>
                <a:latin typeface="Arial Black" panose="020B0A04020102020204" pitchFamily="34" charset="0"/>
              </a:rPr>
              <a:t>根据需要提供技术支持</a:t>
            </a:r>
            <a:endParaRPr kumimoji="1" lang="zh-CN" altLang="en-US" sz="1400">
              <a:solidFill>
                <a:schemeClr val="bg2"/>
              </a:solidFill>
              <a:latin typeface="Arial Black" panose="020B0A04020102020204" pitchFamily="34" charset="0"/>
            </a:endParaRPr>
          </a:p>
        </p:txBody>
      </p:sp>
      <p:sp>
        <p:nvSpPr>
          <p:cNvPr id="111645" name="Rectangle 28"/>
          <p:cNvSpPr>
            <a:spLocks noChangeArrowheads="1"/>
          </p:cNvSpPr>
          <p:nvPr/>
        </p:nvSpPr>
        <p:spPr bwMode="auto">
          <a:xfrm>
            <a:off x="5283200" y="4587875"/>
            <a:ext cx="132080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r>
              <a:rPr kumimoji="1" lang="zh-CN" altLang="en-US" sz="1400">
                <a:solidFill>
                  <a:schemeClr val="bg2"/>
                </a:solidFill>
                <a:latin typeface="Arial Black" panose="020B0A04020102020204" pitchFamily="34" charset="0"/>
              </a:rPr>
              <a:t>根据需要进行支持</a:t>
            </a:r>
            <a:endParaRPr kumimoji="1" lang="zh-CN" altLang="en-US" sz="1400">
              <a:solidFill>
                <a:schemeClr val="bg2"/>
              </a:solidFill>
              <a:latin typeface="Arial Black" panose="020B0A04020102020204" pitchFamily="34" charset="0"/>
            </a:endParaRPr>
          </a:p>
        </p:txBody>
      </p:sp>
      <p:sp>
        <p:nvSpPr>
          <p:cNvPr id="111646" name="Rectangle 29"/>
          <p:cNvSpPr>
            <a:spLocks noChangeArrowheads="1"/>
          </p:cNvSpPr>
          <p:nvPr/>
        </p:nvSpPr>
        <p:spPr bwMode="auto">
          <a:xfrm>
            <a:off x="1733550" y="5486400"/>
            <a:ext cx="165100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r>
              <a:rPr kumimoji="1" lang="zh-CN" altLang="en-US" sz="1400">
                <a:solidFill>
                  <a:schemeClr val="bg2"/>
                </a:solidFill>
                <a:latin typeface="Arial Black" panose="020B0A04020102020204" pitchFamily="34" charset="0"/>
              </a:rPr>
              <a:t>根据需要对其它部门进行支持</a:t>
            </a:r>
            <a:endParaRPr kumimoji="1" lang="zh-CN" altLang="en-US" sz="1400">
              <a:solidFill>
                <a:schemeClr val="bg2"/>
              </a:solidFill>
              <a:latin typeface="Arial Black" panose="020B0A04020102020204" pitchFamily="34" charset="0"/>
            </a:endParaRPr>
          </a:p>
        </p:txBody>
      </p:sp>
      <p:sp>
        <p:nvSpPr>
          <p:cNvPr id="111647" name="Rectangle 30"/>
          <p:cNvSpPr>
            <a:spLocks noChangeArrowheads="1"/>
          </p:cNvSpPr>
          <p:nvPr/>
        </p:nvSpPr>
        <p:spPr bwMode="auto">
          <a:xfrm>
            <a:off x="3632200" y="5562600"/>
            <a:ext cx="12509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r>
              <a:rPr kumimoji="1" lang="zh-CN" altLang="en-US" sz="1400">
                <a:solidFill>
                  <a:schemeClr val="bg2"/>
                </a:solidFill>
                <a:latin typeface="Arial Black" panose="020B0A04020102020204" pitchFamily="34" charset="0"/>
              </a:rPr>
              <a:t>核实测试成本</a:t>
            </a:r>
            <a:endParaRPr kumimoji="1" lang="zh-CN" altLang="en-US" sz="1400">
              <a:solidFill>
                <a:schemeClr val="bg2"/>
              </a:solidFill>
              <a:latin typeface="Arial Black" panose="020B0A04020102020204" pitchFamily="34" charset="0"/>
            </a:endParaRPr>
          </a:p>
        </p:txBody>
      </p:sp>
      <p:sp>
        <p:nvSpPr>
          <p:cNvPr id="111648" name="Rectangle 31"/>
          <p:cNvSpPr>
            <a:spLocks noChangeArrowheads="1"/>
          </p:cNvSpPr>
          <p:nvPr/>
        </p:nvSpPr>
        <p:spPr bwMode="auto">
          <a:xfrm>
            <a:off x="5283200" y="5562600"/>
            <a:ext cx="125095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r>
              <a:rPr kumimoji="1" lang="zh-CN" altLang="en-US" sz="1400">
                <a:solidFill>
                  <a:schemeClr val="bg2"/>
                </a:solidFill>
                <a:latin typeface="Arial Black" panose="020B0A04020102020204" pitchFamily="34" charset="0"/>
              </a:rPr>
              <a:t>进行运行测试</a:t>
            </a:r>
            <a:endParaRPr kumimoji="1" lang="zh-CN" altLang="en-US" sz="1400">
              <a:solidFill>
                <a:schemeClr val="bg2"/>
              </a:solidFill>
              <a:latin typeface="Arial Black" panose="020B0A04020102020204" pitchFamily="34" charset="0"/>
            </a:endParaRPr>
          </a:p>
          <a:p>
            <a:pPr eaLnBrk="1" hangingPunct="1"/>
            <a:r>
              <a:rPr kumimoji="1" lang="en-US" altLang="zh-CN" sz="1400">
                <a:solidFill>
                  <a:srgbClr val="FF0000"/>
                </a:solidFill>
                <a:latin typeface="Arial Black" panose="020B0A04020102020204" pitchFamily="34" charset="0"/>
              </a:rPr>
              <a:t>(P)</a:t>
            </a:r>
            <a:endParaRPr kumimoji="1" lang="en-US" altLang="zh-CN" sz="1400">
              <a:solidFill>
                <a:srgbClr val="FF0000"/>
              </a:solidFill>
              <a:latin typeface="Arial Black" panose="020B0A04020102020204" pitchFamily="34" charset="0"/>
            </a:endParaRPr>
          </a:p>
        </p:txBody>
      </p:sp>
      <p:sp>
        <p:nvSpPr>
          <p:cNvPr id="111649" name="Rectangle 32"/>
          <p:cNvSpPr>
            <a:spLocks noChangeArrowheads="1"/>
          </p:cNvSpPr>
          <p:nvPr/>
        </p:nvSpPr>
        <p:spPr bwMode="auto">
          <a:xfrm>
            <a:off x="6851650" y="838200"/>
            <a:ext cx="1320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r>
              <a:rPr kumimoji="1" lang="zh-CN" altLang="en-US" sz="1600" b="1">
                <a:solidFill>
                  <a:srgbClr val="CCFF66"/>
                </a:solidFill>
                <a:latin typeface="Arial Black" panose="020B0A04020102020204" pitchFamily="34" charset="0"/>
              </a:rPr>
              <a:t>验收负责人</a:t>
            </a:r>
            <a:endParaRPr kumimoji="1" lang="zh-CN" altLang="en-US" sz="1600" b="1">
              <a:solidFill>
                <a:srgbClr val="CCFF66"/>
              </a:solidFill>
              <a:latin typeface="Arial Black" panose="020B0A04020102020204" pitchFamily="34" charset="0"/>
            </a:endParaRPr>
          </a:p>
        </p:txBody>
      </p:sp>
      <p:sp>
        <p:nvSpPr>
          <p:cNvPr id="111650" name="Line 33"/>
          <p:cNvSpPr>
            <a:spLocks noChangeShapeType="1"/>
          </p:cNvSpPr>
          <p:nvPr/>
        </p:nvSpPr>
        <p:spPr bwMode="auto">
          <a:xfrm>
            <a:off x="6851650" y="857250"/>
            <a:ext cx="0" cy="5314950"/>
          </a:xfrm>
          <a:prstGeom prst="line">
            <a:avLst/>
          </a:prstGeom>
          <a:noFill/>
          <a:ln w="31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11651" name="Rectangle 34"/>
          <p:cNvSpPr>
            <a:spLocks noChangeArrowheads="1"/>
          </p:cNvSpPr>
          <p:nvPr/>
        </p:nvSpPr>
        <p:spPr bwMode="auto">
          <a:xfrm>
            <a:off x="8337550" y="685800"/>
            <a:ext cx="9906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r>
              <a:rPr kumimoji="1" lang="zh-CN" altLang="en-US" sz="1600" b="1">
                <a:solidFill>
                  <a:srgbClr val="CCFF66"/>
                </a:solidFill>
                <a:latin typeface="Arial Black" panose="020B0A04020102020204" pitchFamily="34" charset="0"/>
              </a:rPr>
              <a:t>机床供应商</a:t>
            </a:r>
            <a:endParaRPr kumimoji="1" lang="zh-CN" altLang="en-US" sz="1600" b="1">
              <a:solidFill>
                <a:srgbClr val="CCFF66"/>
              </a:solidFill>
              <a:latin typeface="Arial Black" panose="020B0A04020102020204" pitchFamily="34" charset="0"/>
            </a:endParaRPr>
          </a:p>
        </p:txBody>
      </p:sp>
      <p:sp>
        <p:nvSpPr>
          <p:cNvPr id="111652" name="Line 35"/>
          <p:cNvSpPr>
            <a:spLocks noChangeShapeType="1"/>
          </p:cNvSpPr>
          <p:nvPr/>
        </p:nvSpPr>
        <p:spPr bwMode="auto">
          <a:xfrm>
            <a:off x="8255000" y="857250"/>
            <a:ext cx="0" cy="5314950"/>
          </a:xfrm>
          <a:prstGeom prst="line">
            <a:avLst/>
          </a:prstGeom>
          <a:noFill/>
          <a:ln w="31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11653" name="Rectangle 36"/>
          <p:cNvSpPr>
            <a:spLocks noChangeArrowheads="1"/>
          </p:cNvSpPr>
          <p:nvPr/>
        </p:nvSpPr>
        <p:spPr bwMode="auto">
          <a:xfrm>
            <a:off x="6934200" y="1327150"/>
            <a:ext cx="1568450" cy="73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r>
              <a:rPr kumimoji="1" lang="zh-CN" altLang="en-US" sz="1400">
                <a:solidFill>
                  <a:schemeClr val="bg2"/>
                </a:solidFill>
                <a:latin typeface="Arial Black" panose="020B0A04020102020204" pitchFamily="34" charset="0"/>
              </a:rPr>
              <a:t>验收数控机床</a:t>
            </a:r>
            <a:endParaRPr kumimoji="1" lang="zh-CN" altLang="en-US" sz="1400">
              <a:solidFill>
                <a:schemeClr val="bg2"/>
              </a:solidFill>
              <a:latin typeface="Arial Black" panose="020B0A04020102020204" pitchFamily="34" charset="0"/>
            </a:endParaRPr>
          </a:p>
          <a:p>
            <a:pPr eaLnBrk="1" hangingPunct="1"/>
            <a:r>
              <a:rPr kumimoji="1" lang="zh-CN" altLang="en-US" sz="1400">
                <a:solidFill>
                  <a:schemeClr val="bg2"/>
                </a:solidFill>
                <a:latin typeface="Arial Black" panose="020B0A04020102020204" pitchFamily="34" charset="0"/>
              </a:rPr>
              <a:t>并通报项目</a:t>
            </a:r>
            <a:endParaRPr kumimoji="1" lang="zh-CN" altLang="en-US" sz="1400">
              <a:solidFill>
                <a:schemeClr val="bg2"/>
              </a:solidFill>
              <a:latin typeface="Arial Black" panose="020B0A04020102020204" pitchFamily="34" charset="0"/>
            </a:endParaRPr>
          </a:p>
          <a:p>
            <a:pPr eaLnBrk="1" hangingPunct="1"/>
            <a:r>
              <a:rPr kumimoji="1" lang="zh-CN" altLang="en-US" sz="1400">
                <a:solidFill>
                  <a:schemeClr val="bg2"/>
                </a:solidFill>
                <a:latin typeface="Arial Black" panose="020B0A04020102020204" pitchFamily="34" charset="0"/>
              </a:rPr>
              <a:t>经理  </a:t>
            </a:r>
            <a:r>
              <a:rPr kumimoji="1" lang="en-US" altLang="zh-CN" sz="1400">
                <a:solidFill>
                  <a:srgbClr val="FF0000"/>
                </a:solidFill>
                <a:latin typeface="Arial Black" panose="020B0A04020102020204" pitchFamily="34" charset="0"/>
              </a:rPr>
              <a:t>(P)</a:t>
            </a:r>
            <a:endParaRPr kumimoji="1" lang="en-US" altLang="zh-CN" sz="1400">
              <a:solidFill>
                <a:srgbClr val="FF0000"/>
              </a:solidFill>
              <a:latin typeface="Arial Black" panose="020B0A04020102020204" pitchFamily="34" charset="0"/>
            </a:endParaRPr>
          </a:p>
        </p:txBody>
      </p:sp>
      <p:sp>
        <p:nvSpPr>
          <p:cNvPr id="111654" name="Rectangle 37"/>
          <p:cNvSpPr>
            <a:spLocks noChangeArrowheads="1"/>
          </p:cNvSpPr>
          <p:nvPr/>
        </p:nvSpPr>
        <p:spPr bwMode="auto">
          <a:xfrm>
            <a:off x="8420100" y="1463675"/>
            <a:ext cx="99060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r>
              <a:rPr kumimoji="1" lang="zh-CN" altLang="en-US" sz="1400">
                <a:solidFill>
                  <a:schemeClr val="bg2"/>
                </a:solidFill>
                <a:latin typeface="Arial Black" panose="020B0A04020102020204" pitchFamily="34" charset="0"/>
              </a:rPr>
              <a:t>提供发货通知单</a:t>
            </a:r>
            <a:endParaRPr kumimoji="1" lang="zh-CN" altLang="en-US" sz="1400">
              <a:solidFill>
                <a:schemeClr val="bg2"/>
              </a:solidFill>
              <a:latin typeface="Arial Black" panose="020B0A04020102020204" pitchFamily="34" charset="0"/>
            </a:endParaRPr>
          </a:p>
        </p:txBody>
      </p:sp>
      <p:sp>
        <p:nvSpPr>
          <p:cNvPr id="111655" name="Rectangle 38"/>
          <p:cNvSpPr>
            <a:spLocks noChangeArrowheads="1"/>
          </p:cNvSpPr>
          <p:nvPr/>
        </p:nvSpPr>
        <p:spPr bwMode="auto">
          <a:xfrm>
            <a:off x="8337550" y="2209800"/>
            <a:ext cx="115570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r>
              <a:rPr kumimoji="1" lang="zh-CN" altLang="en-US" sz="1400">
                <a:solidFill>
                  <a:schemeClr val="bg2"/>
                </a:solidFill>
                <a:latin typeface="Arial Black" panose="020B0A04020102020204" pitchFamily="34" charset="0"/>
              </a:rPr>
              <a:t>供应商提供培训</a:t>
            </a:r>
            <a:endParaRPr kumimoji="1" lang="zh-CN" altLang="en-US" sz="1400">
              <a:solidFill>
                <a:schemeClr val="bg2"/>
              </a:solidFill>
              <a:latin typeface="Arial Black" panose="020B0A04020102020204" pitchFamily="34" charset="0"/>
            </a:endParaRPr>
          </a:p>
        </p:txBody>
      </p:sp>
      <p:sp>
        <p:nvSpPr>
          <p:cNvPr id="111656" name="Rectangle 39"/>
          <p:cNvSpPr>
            <a:spLocks noChangeArrowheads="1"/>
          </p:cNvSpPr>
          <p:nvPr/>
        </p:nvSpPr>
        <p:spPr bwMode="auto">
          <a:xfrm>
            <a:off x="8337550" y="3581400"/>
            <a:ext cx="115570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r>
              <a:rPr kumimoji="1" lang="zh-CN" altLang="en-US" sz="1400">
                <a:solidFill>
                  <a:schemeClr val="bg2"/>
                </a:solidFill>
                <a:latin typeface="Arial Black" panose="020B0A04020102020204" pitchFamily="34" charset="0"/>
              </a:rPr>
              <a:t>提供技术支持</a:t>
            </a:r>
            <a:endParaRPr kumimoji="1" lang="zh-CN" altLang="en-US" sz="1400">
              <a:solidFill>
                <a:schemeClr val="bg2"/>
              </a:solidFill>
              <a:latin typeface="Arial Black" panose="020B0A04020102020204" pitchFamily="34" charset="0"/>
            </a:endParaRPr>
          </a:p>
        </p:txBody>
      </p:sp>
      <p:sp>
        <p:nvSpPr>
          <p:cNvPr id="111657" name="Rectangle 40"/>
          <p:cNvSpPr>
            <a:spLocks noChangeArrowheads="1"/>
          </p:cNvSpPr>
          <p:nvPr/>
        </p:nvSpPr>
        <p:spPr bwMode="auto">
          <a:xfrm>
            <a:off x="8337550" y="4495800"/>
            <a:ext cx="115570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r>
              <a:rPr kumimoji="1" lang="zh-CN" altLang="en-US" sz="1400">
                <a:solidFill>
                  <a:schemeClr val="bg2"/>
                </a:solidFill>
                <a:latin typeface="Arial Black" panose="020B0A04020102020204" pitchFamily="34" charset="0"/>
              </a:rPr>
              <a:t>提供技术支持</a:t>
            </a:r>
            <a:endParaRPr kumimoji="1" lang="zh-CN" altLang="en-US" sz="1400">
              <a:solidFill>
                <a:schemeClr val="bg2"/>
              </a:solidFill>
              <a:latin typeface="Arial Black" panose="020B0A04020102020204" pitchFamily="34" charset="0"/>
            </a:endParaRPr>
          </a:p>
        </p:txBody>
      </p:sp>
      <p:sp>
        <p:nvSpPr>
          <p:cNvPr id="111658" name="Rectangle 41"/>
          <p:cNvSpPr>
            <a:spLocks noChangeArrowheads="1"/>
          </p:cNvSpPr>
          <p:nvPr/>
        </p:nvSpPr>
        <p:spPr bwMode="auto">
          <a:xfrm>
            <a:off x="8420100" y="5410200"/>
            <a:ext cx="115570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r>
              <a:rPr kumimoji="1" lang="zh-CN" altLang="en-US" sz="1400">
                <a:solidFill>
                  <a:schemeClr val="bg2"/>
                </a:solidFill>
                <a:latin typeface="Arial Black" panose="020B0A04020102020204" pitchFamily="34" charset="0"/>
              </a:rPr>
              <a:t>根据需要提供技术支持</a:t>
            </a:r>
            <a:endParaRPr kumimoji="1" lang="zh-CN" altLang="en-US" sz="1400">
              <a:solidFill>
                <a:schemeClr val="bg2"/>
              </a:solidFill>
              <a:latin typeface="Arial Black" panose="020B0A04020102020204" pitchFamily="34" charset="0"/>
            </a:endParaRPr>
          </a:p>
        </p:txBody>
      </p:sp>
      <p:sp>
        <p:nvSpPr>
          <p:cNvPr id="3" name="灯片编号占位符 2"/>
          <p:cNvSpPr>
            <a:spLocks noGrp="1"/>
          </p:cNvSpPr>
          <p:nvPr>
            <p:ph type="sldNum" sz="quarter" idx="10"/>
          </p:nvPr>
        </p:nvSpPr>
        <p:spPr/>
        <p:txBody>
          <a:bodyPr/>
          <a:lstStyle/>
          <a:p>
            <a:pPr>
              <a:defRPr/>
            </a:pPr>
            <a:fld id="{A6A0D67D-9B30-457F-9874-1F92730590A0}" type="slidenum">
              <a:rPr lang="en-US" altLang="zh-CN" smtClean="0"/>
            </a:fld>
            <a:endParaRPr lang="en-US" altLang="zh-CN"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13667" name="Text Box 5"/>
          <p:cNvSpPr txBox="1">
            <a:spLocks noChangeArrowheads="1"/>
          </p:cNvSpPr>
          <p:nvPr/>
        </p:nvSpPr>
        <p:spPr bwMode="auto">
          <a:xfrm>
            <a:off x="863600" y="1481138"/>
            <a:ext cx="7831138" cy="3990975"/>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marL="342900" indent="-342900">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lvl="2"/>
            <a:r>
              <a:rPr lang="zh-CN" altLang="en-US" sz="3200" b="1" dirty="0">
                <a:solidFill>
                  <a:srgbClr val="000000"/>
                </a:solidFill>
                <a:latin typeface="黑体" panose="02010609060101010101" pitchFamily="49" charset="-122"/>
                <a:ea typeface="黑体" panose="02010609060101010101" pitchFamily="49" charset="-122"/>
              </a:rPr>
              <a:t>3、下属的工作没有做好，你认为最先</a:t>
            </a:r>
            <a:endParaRPr lang="zh-CN" altLang="en-US" sz="3200" b="1" dirty="0">
              <a:solidFill>
                <a:srgbClr val="000000"/>
              </a:solidFill>
              <a:latin typeface="黑体" panose="02010609060101010101" pitchFamily="49" charset="-122"/>
              <a:ea typeface="黑体" panose="02010609060101010101" pitchFamily="49" charset="-122"/>
            </a:endParaRPr>
          </a:p>
          <a:p>
            <a:pPr lvl="2"/>
            <a:r>
              <a:rPr lang="zh-CN" altLang="en-US" sz="3200" b="1" dirty="0">
                <a:solidFill>
                  <a:srgbClr val="000000"/>
                </a:solidFill>
                <a:latin typeface="黑体" panose="02010609060101010101" pitchFamily="49" charset="-122"/>
                <a:ea typeface="黑体" panose="02010609060101010101" pitchFamily="49" charset="-122"/>
              </a:rPr>
              <a:t>   应该检查下列哪一个原因？</a:t>
            </a:r>
            <a:endParaRPr lang="zh-CN" altLang="en-US" sz="3200" b="1" dirty="0">
              <a:solidFill>
                <a:srgbClr val="000000"/>
              </a:solidFill>
              <a:latin typeface="黑体" panose="02010609060101010101" pitchFamily="49" charset="-122"/>
              <a:ea typeface="黑体" panose="02010609060101010101" pitchFamily="49" charset="-122"/>
            </a:endParaRPr>
          </a:p>
          <a:p>
            <a:pPr lvl="2"/>
            <a:endParaRPr lang="zh-CN" altLang="en-US" sz="3200" dirty="0">
              <a:solidFill>
                <a:srgbClr val="000000"/>
              </a:solidFill>
              <a:latin typeface="黑体" panose="02010609060101010101" pitchFamily="49" charset="-122"/>
              <a:ea typeface="黑体" panose="02010609060101010101" pitchFamily="49" charset="-122"/>
            </a:endParaRPr>
          </a:p>
          <a:p>
            <a:pPr lvl="2"/>
            <a:r>
              <a:rPr lang="zh-CN" altLang="en-US" sz="3200" dirty="0">
                <a:solidFill>
                  <a:srgbClr val="000000"/>
                </a:solidFill>
                <a:latin typeface="黑体" panose="02010609060101010101" pitchFamily="49" charset="-122"/>
                <a:ea typeface="黑体" panose="02010609060101010101" pitchFamily="49" charset="-122"/>
              </a:rPr>
              <a:t>     </a:t>
            </a:r>
            <a:r>
              <a:rPr lang="en-US" altLang="zh-CN" sz="3200" dirty="0">
                <a:solidFill>
                  <a:srgbClr val="000000"/>
                </a:solidFill>
                <a:latin typeface="黑体" panose="02010609060101010101" pitchFamily="49" charset="-122"/>
                <a:ea typeface="黑体" panose="02010609060101010101" pitchFamily="49" charset="-122"/>
              </a:rPr>
              <a:t>A   </a:t>
            </a:r>
            <a:r>
              <a:rPr lang="zh-CN" altLang="en-US" sz="3200" dirty="0">
                <a:solidFill>
                  <a:srgbClr val="000000"/>
                </a:solidFill>
                <a:latin typeface="黑体" panose="02010609060101010101" pitchFamily="49" charset="-122"/>
                <a:ea typeface="黑体" panose="02010609060101010101" pitchFamily="49" charset="-122"/>
              </a:rPr>
              <a:t>下属的业务能力</a:t>
            </a:r>
            <a:endParaRPr lang="zh-CN" altLang="en-US" sz="3200" dirty="0">
              <a:solidFill>
                <a:srgbClr val="000000"/>
              </a:solidFill>
              <a:latin typeface="黑体" panose="02010609060101010101" pitchFamily="49" charset="-122"/>
              <a:ea typeface="黑体" panose="02010609060101010101" pitchFamily="49" charset="-122"/>
            </a:endParaRPr>
          </a:p>
          <a:p>
            <a:pPr lvl="2"/>
            <a:r>
              <a:rPr lang="zh-CN" altLang="en-US" sz="3200" dirty="0">
                <a:solidFill>
                  <a:srgbClr val="000000"/>
                </a:solidFill>
                <a:latin typeface="黑体" panose="02010609060101010101" pitchFamily="49" charset="-122"/>
                <a:ea typeface="黑体" panose="02010609060101010101" pitchFamily="49" charset="-122"/>
              </a:rPr>
              <a:t>     </a:t>
            </a:r>
            <a:r>
              <a:rPr lang="en-US" altLang="zh-CN" sz="3200" dirty="0">
                <a:solidFill>
                  <a:srgbClr val="000000"/>
                </a:solidFill>
                <a:latin typeface="黑体" panose="02010609060101010101" pitchFamily="49" charset="-122"/>
                <a:ea typeface="黑体" panose="02010609060101010101" pitchFamily="49" charset="-122"/>
              </a:rPr>
              <a:t>B   </a:t>
            </a:r>
            <a:r>
              <a:rPr lang="zh-CN" altLang="en-US" sz="3200" dirty="0">
                <a:solidFill>
                  <a:srgbClr val="000000"/>
                </a:solidFill>
                <a:latin typeface="黑体" panose="02010609060101010101" pitchFamily="49" charset="-122"/>
                <a:ea typeface="黑体" panose="02010609060101010101" pitchFamily="49" charset="-122"/>
              </a:rPr>
              <a:t>自己是否了解下属</a:t>
            </a:r>
            <a:endParaRPr lang="zh-CN" altLang="en-US" sz="3200" dirty="0">
              <a:solidFill>
                <a:srgbClr val="000000"/>
              </a:solidFill>
              <a:latin typeface="黑体" panose="02010609060101010101" pitchFamily="49" charset="-122"/>
              <a:ea typeface="黑体" panose="02010609060101010101" pitchFamily="49" charset="-122"/>
            </a:endParaRPr>
          </a:p>
          <a:p>
            <a:pPr lvl="2"/>
            <a:r>
              <a:rPr lang="zh-CN" altLang="en-US" sz="3200" dirty="0">
                <a:solidFill>
                  <a:srgbClr val="000000"/>
                </a:solidFill>
                <a:latin typeface="黑体" panose="02010609060101010101" pitchFamily="49" charset="-122"/>
                <a:ea typeface="黑体" panose="02010609060101010101" pitchFamily="49" charset="-122"/>
              </a:rPr>
              <a:t>     </a:t>
            </a:r>
            <a:r>
              <a:rPr lang="en-US" altLang="zh-CN" sz="3200" dirty="0">
                <a:solidFill>
                  <a:srgbClr val="000000"/>
                </a:solidFill>
                <a:latin typeface="黑体" panose="02010609060101010101" pitchFamily="49" charset="-122"/>
                <a:ea typeface="黑体" panose="02010609060101010101" pitchFamily="49" charset="-122"/>
              </a:rPr>
              <a:t>C   </a:t>
            </a:r>
            <a:r>
              <a:rPr lang="zh-CN" altLang="en-US" sz="3200" dirty="0">
                <a:solidFill>
                  <a:srgbClr val="000000"/>
                </a:solidFill>
                <a:latin typeface="黑体" panose="02010609060101010101" pitchFamily="49" charset="-122"/>
                <a:ea typeface="黑体" panose="02010609060101010101" pitchFamily="49" charset="-122"/>
              </a:rPr>
              <a:t>下属的合作者</a:t>
            </a:r>
            <a:endParaRPr lang="zh-CN" altLang="en-US" sz="3200" dirty="0">
              <a:solidFill>
                <a:srgbClr val="000000"/>
              </a:solidFill>
              <a:latin typeface="黑体" panose="02010609060101010101" pitchFamily="49" charset="-122"/>
              <a:ea typeface="黑体" panose="02010609060101010101" pitchFamily="49" charset="-122"/>
            </a:endParaRPr>
          </a:p>
          <a:p>
            <a:pPr lvl="2"/>
            <a:r>
              <a:rPr lang="zh-CN" altLang="en-US" sz="3200" dirty="0">
                <a:solidFill>
                  <a:srgbClr val="000000"/>
                </a:solidFill>
                <a:latin typeface="黑体" panose="02010609060101010101" pitchFamily="49" charset="-122"/>
                <a:ea typeface="黑体" panose="02010609060101010101" pitchFamily="49" charset="-122"/>
              </a:rPr>
              <a:t>     </a:t>
            </a:r>
            <a:r>
              <a:rPr lang="en-US" altLang="zh-CN" sz="3200" dirty="0">
                <a:solidFill>
                  <a:srgbClr val="000000"/>
                </a:solidFill>
                <a:latin typeface="黑体" panose="02010609060101010101" pitchFamily="49" charset="-122"/>
                <a:ea typeface="黑体" panose="02010609060101010101" pitchFamily="49" charset="-122"/>
              </a:rPr>
              <a:t>D   </a:t>
            </a:r>
            <a:r>
              <a:rPr lang="zh-CN" altLang="en-US" sz="3200" dirty="0">
                <a:solidFill>
                  <a:srgbClr val="000000"/>
                </a:solidFill>
                <a:latin typeface="黑体" panose="02010609060101010101" pitchFamily="49" charset="-122"/>
                <a:ea typeface="黑体" panose="02010609060101010101" pitchFamily="49" charset="-122"/>
              </a:rPr>
              <a:t>下属的努力程度</a:t>
            </a:r>
            <a:endParaRPr lang="zh-CN" altLang="en-US" sz="3200" dirty="0">
              <a:solidFill>
                <a:srgbClr val="000000"/>
              </a:solidFill>
              <a:latin typeface="黑体" panose="02010609060101010101" pitchFamily="49" charset="-122"/>
              <a:ea typeface="黑体" panose="02010609060101010101" pitchFamily="49" charset="-122"/>
            </a:endParaRPr>
          </a:p>
          <a:p>
            <a:pPr lvl="2"/>
            <a:r>
              <a:rPr lang="zh-CN" altLang="en-US" sz="3200" dirty="0">
                <a:solidFill>
                  <a:srgbClr val="000000"/>
                </a:solidFill>
                <a:latin typeface="黑体" panose="02010609060101010101" pitchFamily="49" charset="-122"/>
                <a:ea typeface="黑体" panose="02010609060101010101" pitchFamily="49" charset="-122"/>
              </a:rPr>
              <a:t>     </a:t>
            </a:r>
            <a:r>
              <a:rPr lang="en-US" altLang="zh-CN" sz="3200" dirty="0">
                <a:solidFill>
                  <a:srgbClr val="000000"/>
                </a:solidFill>
                <a:latin typeface="黑体" panose="02010609060101010101" pitchFamily="49" charset="-122"/>
                <a:ea typeface="黑体" panose="02010609060101010101" pitchFamily="49" charset="-122"/>
              </a:rPr>
              <a:t>E   </a:t>
            </a:r>
            <a:r>
              <a:rPr lang="zh-CN" altLang="en-US" sz="3200" dirty="0">
                <a:solidFill>
                  <a:srgbClr val="000000"/>
                </a:solidFill>
                <a:latin typeface="黑体" panose="02010609060101010101" pitchFamily="49" charset="-122"/>
                <a:ea typeface="黑体" panose="02010609060101010101" pitchFamily="49" charset="-122"/>
              </a:rPr>
              <a:t>制定的工作目标是否适当</a:t>
            </a:r>
            <a:endParaRPr lang="zh-CN" altLang="en-US" sz="3200" dirty="0">
              <a:solidFill>
                <a:srgbClr val="000000"/>
              </a:solidFill>
              <a:latin typeface="黑体" panose="02010609060101010101" pitchFamily="49" charset="-122"/>
              <a:ea typeface="黑体" panose="02010609060101010101" pitchFamily="49" charset="-122"/>
            </a:endParaRPr>
          </a:p>
        </p:txBody>
      </p:sp>
      <p:pic>
        <p:nvPicPr>
          <p:cNvPr id="113668" name="Picture 6" descr="BD00028_"/>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12750" y="5202238"/>
            <a:ext cx="1327150" cy="1300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669" name="Rectangle 7"/>
          <p:cNvSpPr>
            <a:spLocks noGrp="1" noChangeArrowheads="1"/>
          </p:cNvSpPr>
          <p:nvPr>
            <p:ph type="title"/>
          </p:nvPr>
        </p:nvSpPr>
        <p:spPr/>
        <p:txBody>
          <a:bodyPr/>
          <a:lstStyle/>
          <a:p>
            <a:pPr eaLnBrk="1" hangingPunct="1"/>
            <a:r>
              <a:rPr lang="zh-CN" altLang="en-US"/>
              <a:t>测试</a:t>
            </a:r>
            <a:endParaRPr lang="zh-CN" altLang="en-US"/>
          </a:p>
        </p:txBody>
      </p:sp>
      <p:sp>
        <p:nvSpPr>
          <p:cNvPr id="3" name="灯片编号占位符 2"/>
          <p:cNvSpPr>
            <a:spLocks noGrp="1"/>
          </p:cNvSpPr>
          <p:nvPr>
            <p:ph type="sldNum" sz="quarter" idx="10"/>
          </p:nvPr>
        </p:nvSpPr>
        <p:spPr/>
        <p:txBody>
          <a:bodyPr/>
          <a:lstStyle/>
          <a:p>
            <a:pPr>
              <a:defRPr/>
            </a:pPr>
            <a:fld id="{A6A0D67D-9B30-457F-9874-1F92730590A0}" type="slidenum">
              <a:rPr lang="en-US" altLang="zh-CN" smtClean="0"/>
            </a:fld>
            <a:endParaRPr lang="en-US" altLang="zh-CN" dirty="0"/>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标题 3"/>
          <p:cNvSpPr>
            <a:spLocks noGrp="1" noChangeArrowheads="1"/>
          </p:cNvSpPr>
          <p:nvPr>
            <p:ph type="title"/>
          </p:nvPr>
        </p:nvSpPr>
        <p:spPr/>
        <p:txBody>
          <a:bodyPr/>
          <a:lstStyle/>
          <a:p>
            <a:r>
              <a:rPr lang="en-US" altLang="zh-CN"/>
              <a:t>3U</a:t>
            </a:r>
            <a:r>
              <a:rPr lang="zh-CN" altLang="en-US"/>
              <a:t>原则</a:t>
            </a:r>
            <a:endParaRPr lang="zh-CN" altLang="en-US"/>
          </a:p>
        </p:txBody>
      </p:sp>
      <p:sp>
        <p:nvSpPr>
          <p:cNvPr id="115715" name="内容占位符 4"/>
          <p:cNvSpPr>
            <a:spLocks noGrp="1" noChangeArrowheads="1"/>
          </p:cNvSpPr>
          <p:nvPr>
            <p:ph idx="1"/>
          </p:nvPr>
        </p:nvSpPr>
        <p:spPr>
          <a:xfrm>
            <a:off x="365125" y="1273175"/>
            <a:ext cx="9093200" cy="822325"/>
          </a:xfrm>
        </p:spPr>
        <p:txBody>
          <a:bodyPr/>
          <a:lstStyle/>
          <a:p>
            <a:r>
              <a:rPr lang="zh-CN" altLang="en-US" dirty="0"/>
              <a:t>当员工的表现出现问题时，管理者分析的</a:t>
            </a:r>
            <a:r>
              <a:rPr lang="en-US" altLang="zh-CN" dirty="0"/>
              <a:t>3U</a:t>
            </a:r>
            <a:r>
              <a:rPr lang="zh-CN" altLang="en-US" dirty="0"/>
              <a:t>原则</a:t>
            </a:r>
            <a:endParaRPr lang="zh-CN" altLang="en-US" dirty="0"/>
          </a:p>
        </p:txBody>
      </p:sp>
      <p:graphicFrame>
        <p:nvGraphicFramePr>
          <p:cNvPr id="9" name="表格 8"/>
          <p:cNvGraphicFramePr>
            <a:graphicFrameLocks noGrp="1"/>
          </p:cNvGraphicFramePr>
          <p:nvPr/>
        </p:nvGraphicFramePr>
        <p:xfrm>
          <a:off x="498475" y="2225675"/>
          <a:ext cx="8713788" cy="3327400"/>
        </p:xfrm>
        <a:graphic>
          <a:graphicData uri="http://schemas.openxmlformats.org/drawingml/2006/table">
            <a:tbl>
              <a:tblPr firstCol="1" bandRow="1">
                <a:tableStyleId>{1E171933-4619-4E11-9A3F-F7608DF75F80}</a:tableStyleId>
              </a:tblPr>
              <a:tblGrid>
                <a:gridCol w="2001019"/>
                <a:gridCol w="6712769"/>
              </a:tblGrid>
              <a:tr h="831850">
                <a:tc>
                  <a:txBody>
                    <a:bodyPr/>
                    <a:lstStyle/>
                    <a:p>
                      <a:r>
                        <a:rPr lang="zh-CN" altLang="en-US" sz="2400" b="1" dirty="0"/>
                        <a:t>情形</a:t>
                      </a:r>
                      <a:endParaRPr lang="zh-CN" altLang="en-US" sz="2400" b="1" dirty="0"/>
                    </a:p>
                  </a:txBody>
                  <a:tcPr marL="91438" marR="91438" marT="45716" marB="45716" anchor="ctr"/>
                </a:tc>
                <a:tc>
                  <a:txBody>
                    <a:bodyPr/>
                    <a:lstStyle/>
                    <a:p>
                      <a:r>
                        <a:rPr lang="zh-CN" altLang="en-US" sz="2400" b="1" dirty="0"/>
                        <a:t>管理者策略</a:t>
                      </a:r>
                      <a:endParaRPr lang="zh-CN" altLang="en-US" sz="2400" b="1" dirty="0"/>
                    </a:p>
                  </a:txBody>
                  <a:tcPr marL="91438" marR="91438" marT="45716" marB="45716" anchor="ctr"/>
                </a:tc>
              </a:tr>
              <a:tr h="831850">
                <a:tc>
                  <a:txBody>
                    <a:bodyPr/>
                    <a:lstStyle/>
                    <a:p>
                      <a:r>
                        <a:rPr lang="en-US" altLang="zh-CN" sz="2400" dirty="0"/>
                        <a:t>Unaware</a:t>
                      </a:r>
                      <a:endParaRPr lang="zh-CN" altLang="en-US" sz="2400" dirty="0"/>
                    </a:p>
                  </a:txBody>
                  <a:tcPr marL="91438" marR="91438" marT="45716" marB="45716" anchor="ctr"/>
                </a:tc>
                <a:tc>
                  <a:txBody>
                    <a:bodyPr/>
                    <a:lstStyle/>
                    <a:p>
                      <a:r>
                        <a:rPr lang="en-US" altLang="zh-CN" sz="2400" dirty="0"/>
                        <a:t>I do. </a:t>
                      </a:r>
                      <a:r>
                        <a:rPr lang="zh-CN" altLang="en-US" sz="2400" dirty="0"/>
                        <a:t>沟通，明确自己的期望，指出员工盲点</a:t>
                      </a:r>
                      <a:endParaRPr lang="zh-CN" altLang="en-US" sz="2400" dirty="0"/>
                    </a:p>
                  </a:txBody>
                  <a:tcPr marL="91438" marR="91438" marT="45716" marB="45716" anchor="ctr"/>
                </a:tc>
              </a:tr>
              <a:tr h="831850">
                <a:tc>
                  <a:txBody>
                    <a:bodyPr/>
                    <a:lstStyle/>
                    <a:p>
                      <a:r>
                        <a:rPr lang="en-US" altLang="zh-CN" sz="2400" dirty="0"/>
                        <a:t>Unable</a:t>
                      </a:r>
                      <a:endParaRPr lang="zh-CN" altLang="en-US" sz="2400" dirty="0"/>
                    </a:p>
                  </a:txBody>
                  <a:tcPr marL="91438" marR="91438" marT="45716" marB="45716" anchor="ctr"/>
                </a:tc>
                <a:tc>
                  <a:txBody>
                    <a:bodyPr/>
                    <a:lstStyle/>
                    <a:p>
                      <a:r>
                        <a:rPr lang="en-US" altLang="zh-CN" sz="2400" dirty="0"/>
                        <a:t>We do. </a:t>
                      </a:r>
                      <a:r>
                        <a:rPr lang="zh-CN" altLang="en-US" sz="2400" dirty="0"/>
                        <a:t>一起制定大致计划，提供培训和帮助</a:t>
                      </a:r>
                      <a:endParaRPr lang="zh-CN" altLang="en-US" sz="2400" dirty="0"/>
                    </a:p>
                  </a:txBody>
                  <a:tcPr marL="91438" marR="91438" marT="45716" marB="45716" anchor="ctr"/>
                </a:tc>
              </a:tr>
              <a:tr h="831850">
                <a:tc>
                  <a:txBody>
                    <a:bodyPr/>
                    <a:lstStyle/>
                    <a:p>
                      <a:r>
                        <a:rPr lang="en-US" altLang="zh-CN" sz="2400" dirty="0"/>
                        <a:t>Unwilling</a:t>
                      </a:r>
                      <a:endParaRPr lang="zh-CN" altLang="en-US" sz="2400" dirty="0"/>
                    </a:p>
                  </a:txBody>
                  <a:tcPr marL="91438" marR="91438" marT="45716" marB="45716" anchor="ctr"/>
                </a:tc>
                <a:tc>
                  <a:txBody>
                    <a:bodyPr/>
                    <a:lstStyle/>
                    <a:p>
                      <a:r>
                        <a:rPr lang="en-US" altLang="zh-CN" sz="2400" dirty="0"/>
                        <a:t>You do. </a:t>
                      </a:r>
                      <a:r>
                        <a:rPr lang="zh-CN" altLang="en-US" sz="2400" dirty="0"/>
                        <a:t>关注员工，了解问题根因，提供资源</a:t>
                      </a:r>
                      <a:endParaRPr lang="zh-CN" altLang="en-US" sz="2400" dirty="0"/>
                    </a:p>
                  </a:txBody>
                  <a:tcPr marL="91438" marR="91438" marT="45716" marB="45716" anchor="ctr"/>
                </a:tc>
              </a:tr>
            </a:tbl>
          </a:graphicData>
        </a:graphic>
      </p:graphicFrame>
      <p:sp>
        <p:nvSpPr>
          <p:cNvPr id="3" name="灯片编号占位符 2"/>
          <p:cNvSpPr>
            <a:spLocks noGrp="1"/>
          </p:cNvSpPr>
          <p:nvPr>
            <p:ph type="sldNum" sz="quarter" idx="10"/>
          </p:nvPr>
        </p:nvSpPr>
        <p:spPr/>
        <p:txBody>
          <a:bodyPr/>
          <a:lstStyle/>
          <a:p>
            <a:pPr>
              <a:defRPr/>
            </a:pPr>
            <a:fld id="{6D9D2222-8541-46EA-AD3B-36A5E091B774}" type="slidenum">
              <a:rPr lang="en-US" altLang="zh-CN" smtClean="0"/>
            </a:fld>
            <a:endParaRPr lang="en-US" altLang="zh-CN"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116738" name="Text Box 2"/>
          <p:cNvSpPr txBox="1">
            <a:spLocks noChangeArrowheads="1"/>
          </p:cNvSpPr>
          <p:nvPr/>
        </p:nvSpPr>
        <p:spPr bwMode="gray">
          <a:xfrm>
            <a:off x="1317625" y="693738"/>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endParaRPr lang="zh-CN" altLang="en-US" sz="1800">
              <a:latin typeface="Futura Lt" pitchFamily="34" charset="0"/>
            </a:endParaRPr>
          </a:p>
        </p:txBody>
      </p:sp>
      <p:pic>
        <p:nvPicPr>
          <p:cNvPr id="116739" name="Picture 3" descr="pm_sequenc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62225" y="247650"/>
            <a:ext cx="4746625" cy="644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灯片编号占位符 2"/>
          <p:cNvSpPr>
            <a:spLocks noGrp="1"/>
          </p:cNvSpPr>
          <p:nvPr>
            <p:ph type="sldNum" sz="quarter" idx="10"/>
          </p:nvPr>
        </p:nvSpPr>
        <p:spPr/>
        <p:txBody>
          <a:bodyPr/>
          <a:lstStyle/>
          <a:p>
            <a:pPr>
              <a:defRPr/>
            </a:pPr>
            <a:fld id="{7BCA0E37-74AF-40C7-A4B1-8FEEC1BBF772}" type="slidenum">
              <a:rPr lang="en-US" altLang="zh-CN" smtClean="0"/>
            </a:fld>
            <a:endParaRPr lang="en-US" altLang="zh-CN" dirty="0"/>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pSp>
        <p:nvGrpSpPr>
          <p:cNvPr id="118787" name="Group 3"/>
          <p:cNvGrpSpPr/>
          <p:nvPr/>
        </p:nvGrpSpPr>
        <p:grpSpPr bwMode="auto">
          <a:xfrm>
            <a:off x="1042988" y="2132013"/>
            <a:ext cx="2101850" cy="3303587"/>
            <a:chOff x="2528" y="1091"/>
            <a:chExt cx="1325" cy="2081"/>
          </a:xfrm>
        </p:grpSpPr>
        <p:sp>
          <p:nvSpPr>
            <p:cNvPr id="118791" name="Rectangle 4"/>
            <p:cNvSpPr>
              <a:spLocks noChangeArrowheads="1"/>
            </p:cNvSpPr>
            <p:nvPr/>
          </p:nvSpPr>
          <p:spPr bwMode="auto">
            <a:xfrm>
              <a:off x="2528" y="1091"/>
              <a:ext cx="1325" cy="2081"/>
            </a:xfrm>
            <a:prstGeom prst="rect">
              <a:avLst/>
            </a:prstGeom>
            <a:solidFill>
              <a:srgbClr val="C3BE00"/>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118792" name="Text Box 5"/>
            <p:cNvSpPr txBox="1">
              <a:spLocks noChangeArrowheads="1"/>
            </p:cNvSpPr>
            <p:nvPr/>
          </p:nvSpPr>
          <p:spPr bwMode="auto">
            <a:xfrm>
              <a:off x="2701" y="1145"/>
              <a:ext cx="958" cy="28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r>
                <a:rPr lang="zh-CN" altLang="en-US" b="1" u="sng" dirty="0">
                  <a:solidFill>
                    <a:schemeClr val="tx2"/>
                  </a:solidFill>
                  <a:latin typeface="黑体" panose="02010609060101010101" pitchFamily="49" charset="-122"/>
                  <a:ea typeface="黑体" panose="02010609060101010101" pitchFamily="49" charset="-122"/>
                </a:rPr>
                <a:t>规划阶段</a:t>
              </a:r>
              <a:endParaRPr lang="zh-CN" altLang="en-US" b="1" u="sng" dirty="0">
                <a:solidFill>
                  <a:srgbClr val="000099"/>
                </a:solidFill>
                <a:latin typeface="黑体" panose="02010609060101010101" pitchFamily="49" charset="-122"/>
                <a:ea typeface="黑体" panose="02010609060101010101" pitchFamily="49" charset="-122"/>
              </a:endParaRPr>
            </a:p>
          </p:txBody>
        </p:sp>
        <p:sp>
          <p:nvSpPr>
            <p:cNvPr id="118793" name="Text Box 6"/>
            <p:cNvSpPr txBox="1">
              <a:spLocks noChangeArrowheads="1"/>
            </p:cNvSpPr>
            <p:nvPr/>
          </p:nvSpPr>
          <p:spPr bwMode="auto">
            <a:xfrm>
              <a:off x="2538" y="1511"/>
              <a:ext cx="1265" cy="1537"/>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lang="zh-CN" altLang="en-US" sz="2200" b="1" dirty="0">
                  <a:solidFill>
                    <a:schemeClr val="tx2"/>
                  </a:solidFill>
                  <a:latin typeface="黑体" panose="02010609060101010101" pitchFamily="49" charset="-122"/>
                  <a:ea typeface="黑体" panose="02010609060101010101" pitchFamily="49" charset="-122"/>
                </a:rPr>
                <a:t>分配职责</a:t>
              </a:r>
              <a:endParaRPr lang="zh-CN" altLang="en-US" sz="2200" b="1" dirty="0">
                <a:solidFill>
                  <a:schemeClr val="tx2"/>
                </a:solidFill>
                <a:latin typeface="黑体" panose="02010609060101010101" pitchFamily="49" charset="-122"/>
                <a:ea typeface="黑体" panose="02010609060101010101" pitchFamily="49" charset="-122"/>
              </a:endParaRPr>
            </a:p>
            <a:p>
              <a:pPr algn="ctr" eaLnBrk="1" hangingPunct="1">
                <a:spcBef>
                  <a:spcPct val="50000"/>
                </a:spcBef>
              </a:pPr>
              <a:r>
                <a:rPr lang="zh-CN" altLang="en-US" sz="2200" b="1" dirty="0">
                  <a:solidFill>
                    <a:srgbClr val="000099"/>
                  </a:solidFill>
                  <a:latin typeface="黑体" panose="02010609060101010101" pitchFamily="49" charset="-122"/>
                  <a:ea typeface="黑体" panose="02010609060101010101" pitchFamily="49" charset="-122"/>
                </a:rPr>
                <a:t>确定工作顺序</a:t>
              </a:r>
              <a:endParaRPr lang="zh-CN" altLang="en-US" sz="2200" b="1" dirty="0">
                <a:solidFill>
                  <a:schemeClr val="tx2"/>
                </a:solidFill>
                <a:latin typeface="黑体" panose="02010609060101010101" pitchFamily="49" charset="-122"/>
                <a:ea typeface="黑体" panose="02010609060101010101" pitchFamily="49" charset="-122"/>
              </a:endParaRPr>
            </a:p>
            <a:p>
              <a:pPr algn="ctr" eaLnBrk="1" hangingPunct="1">
                <a:spcBef>
                  <a:spcPct val="50000"/>
                </a:spcBef>
              </a:pPr>
              <a:r>
                <a:rPr lang="zh-CN" altLang="en-US" sz="2200" b="1" dirty="0">
                  <a:solidFill>
                    <a:schemeClr val="tx2"/>
                  </a:solidFill>
                  <a:latin typeface="黑体" panose="02010609060101010101" pitchFamily="49" charset="-122"/>
                  <a:ea typeface="黑体" panose="02010609060101010101" pitchFamily="49" charset="-122"/>
                </a:rPr>
                <a:t>落实工作日程</a:t>
              </a:r>
              <a:endParaRPr lang="zh-CN" altLang="en-US" sz="2200" b="1" dirty="0">
                <a:solidFill>
                  <a:schemeClr val="tx2"/>
                </a:solidFill>
                <a:latin typeface="黑体" panose="02010609060101010101" pitchFamily="49" charset="-122"/>
                <a:ea typeface="黑体" panose="02010609060101010101" pitchFamily="49" charset="-122"/>
              </a:endParaRPr>
            </a:p>
            <a:p>
              <a:pPr algn="ctr" eaLnBrk="1" hangingPunct="1">
                <a:spcBef>
                  <a:spcPct val="50000"/>
                </a:spcBef>
              </a:pPr>
              <a:r>
                <a:rPr lang="zh-CN" altLang="en-US" sz="2200" b="1" dirty="0">
                  <a:solidFill>
                    <a:schemeClr val="tx2"/>
                  </a:solidFill>
                  <a:latin typeface="黑体" panose="02010609060101010101" pitchFamily="49" charset="-122"/>
                  <a:ea typeface="黑体" panose="02010609060101010101" pitchFamily="49" charset="-122"/>
                </a:rPr>
                <a:t>控制风险</a:t>
              </a:r>
              <a:endParaRPr lang="zh-CN" altLang="en-US" sz="2200" b="1" dirty="0">
                <a:solidFill>
                  <a:schemeClr val="tx2"/>
                </a:solidFill>
                <a:latin typeface="黑体" panose="02010609060101010101" pitchFamily="49" charset="-122"/>
                <a:ea typeface="黑体" panose="02010609060101010101" pitchFamily="49" charset="-122"/>
              </a:endParaRPr>
            </a:p>
            <a:p>
              <a:pPr algn="ctr" eaLnBrk="1" hangingPunct="1">
                <a:spcBef>
                  <a:spcPct val="50000"/>
                </a:spcBef>
              </a:pPr>
              <a:r>
                <a:rPr lang="zh-CN" altLang="en-US" sz="2200" b="1" dirty="0">
                  <a:solidFill>
                    <a:schemeClr val="tx2"/>
                  </a:solidFill>
                  <a:latin typeface="黑体" panose="02010609060101010101" pitchFamily="49" charset="-122"/>
                  <a:ea typeface="黑体" panose="02010609060101010101" pitchFamily="49" charset="-122"/>
                </a:rPr>
                <a:t>创造机遇</a:t>
              </a:r>
              <a:endParaRPr lang="zh-CN" altLang="en-US" sz="2200" b="1" dirty="0">
                <a:solidFill>
                  <a:schemeClr val="tx2"/>
                </a:solidFill>
                <a:latin typeface="黑体" panose="02010609060101010101" pitchFamily="49" charset="-122"/>
                <a:ea typeface="黑体" panose="02010609060101010101" pitchFamily="49" charset="-122"/>
              </a:endParaRPr>
            </a:p>
          </p:txBody>
        </p:sp>
      </p:grpSp>
      <p:sp>
        <p:nvSpPr>
          <p:cNvPr id="118788" name="Text Box 11"/>
          <p:cNvSpPr txBox="1">
            <a:spLocks noChangeArrowheads="1"/>
          </p:cNvSpPr>
          <p:nvPr/>
        </p:nvSpPr>
        <p:spPr bwMode="auto">
          <a:xfrm>
            <a:off x="5280025" y="2170113"/>
            <a:ext cx="4146550" cy="1187450"/>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r"/>
            <a:r>
              <a:rPr lang="zh-CN" altLang="en-US" b="1">
                <a:solidFill>
                  <a:srgbClr val="000000"/>
                </a:solidFill>
                <a:latin typeface="黑体" panose="02010609060101010101" pitchFamily="49" charset="-122"/>
                <a:ea typeface="黑体" panose="02010609060101010101" pitchFamily="49" charset="-122"/>
              </a:rPr>
              <a:t>参考工作分解结构图</a:t>
            </a:r>
            <a:endParaRPr lang="zh-CN" altLang="en-US">
              <a:solidFill>
                <a:srgbClr val="000000"/>
              </a:solidFill>
              <a:latin typeface="黑体" panose="02010609060101010101" pitchFamily="49" charset="-122"/>
              <a:ea typeface="黑体" panose="02010609060101010101" pitchFamily="49" charset="-122"/>
            </a:endParaRPr>
          </a:p>
          <a:p>
            <a:pPr algn="r"/>
            <a:r>
              <a:rPr lang="zh-CN" altLang="en-US">
                <a:solidFill>
                  <a:srgbClr val="000000"/>
                </a:solidFill>
                <a:latin typeface="黑体" panose="02010609060101010101" pitchFamily="49" charset="-122"/>
                <a:ea typeface="黑体" panose="02010609060101010101" pitchFamily="49" charset="-122"/>
              </a:rPr>
              <a:t>估计每项工作所需的日历时间</a:t>
            </a:r>
            <a:endParaRPr lang="zh-CN" altLang="en-US">
              <a:solidFill>
                <a:srgbClr val="000000"/>
              </a:solidFill>
              <a:latin typeface="黑体" panose="02010609060101010101" pitchFamily="49" charset="-122"/>
              <a:ea typeface="黑体" panose="02010609060101010101" pitchFamily="49" charset="-122"/>
            </a:endParaRPr>
          </a:p>
          <a:p>
            <a:pPr algn="r"/>
            <a:r>
              <a:rPr lang="zh-CN" altLang="en-US">
                <a:solidFill>
                  <a:srgbClr val="000000"/>
                </a:solidFill>
                <a:latin typeface="黑体" panose="02010609060101010101" pitchFamily="49" charset="-122"/>
                <a:ea typeface="黑体" panose="02010609060101010101" pitchFamily="49" charset="-122"/>
              </a:rPr>
              <a:t>列出先后次序</a:t>
            </a:r>
            <a:endParaRPr lang="zh-CN" altLang="en-US">
              <a:solidFill>
                <a:srgbClr val="000000"/>
              </a:solidFill>
              <a:latin typeface="黑体" panose="02010609060101010101" pitchFamily="49" charset="-122"/>
              <a:ea typeface="黑体" panose="02010609060101010101" pitchFamily="49" charset="-122"/>
            </a:endParaRPr>
          </a:p>
        </p:txBody>
      </p:sp>
      <p:sp>
        <p:nvSpPr>
          <p:cNvPr id="118789" name="Text Box 12"/>
          <p:cNvSpPr txBox="1">
            <a:spLocks noChangeArrowheads="1"/>
          </p:cNvSpPr>
          <p:nvPr/>
        </p:nvSpPr>
        <p:spPr bwMode="auto">
          <a:xfrm>
            <a:off x="3614738" y="4821238"/>
            <a:ext cx="3248025" cy="457200"/>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zh-CN" altLang="en-US" b="1">
                <a:solidFill>
                  <a:srgbClr val="000000"/>
                </a:solidFill>
                <a:latin typeface="黑体" panose="02010609060101010101" pitchFamily="49" charset="-122"/>
                <a:ea typeface="黑体" panose="02010609060101010101" pitchFamily="49" charset="-122"/>
              </a:rPr>
              <a:t>用网络图画出先后次序</a:t>
            </a:r>
            <a:endParaRPr lang="zh-CN" altLang="en-US" b="1">
              <a:solidFill>
                <a:srgbClr val="000000"/>
              </a:solidFill>
              <a:latin typeface="黑体" panose="02010609060101010101" pitchFamily="49" charset="-122"/>
              <a:ea typeface="黑体" panose="02010609060101010101" pitchFamily="49" charset="-122"/>
            </a:endParaRPr>
          </a:p>
        </p:txBody>
      </p:sp>
      <p:sp>
        <p:nvSpPr>
          <p:cNvPr id="118790" name="Rectangle 16"/>
          <p:cNvSpPr>
            <a:spLocks noGrp="1" noChangeArrowheads="1"/>
          </p:cNvSpPr>
          <p:nvPr>
            <p:ph type="title"/>
          </p:nvPr>
        </p:nvSpPr>
        <p:spPr/>
        <p:txBody>
          <a:bodyPr/>
          <a:lstStyle/>
          <a:p>
            <a:pPr eaLnBrk="1" hangingPunct="1"/>
            <a:r>
              <a:rPr lang="zh-CN" altLang="en-US" sz="3200"/>
              <a:t>确定工作顺序</a:t>
            </a:r>
            <a:br>
              <a:rPr lang="zh-CN" altLang="en-US" sz="3200"/>
            </a:br>
            <a:r>
              <a:rPr lang="en-US" altLang="zh-CN" sz="2400">
                <a:latin typeface="Arial" panose="020B0604020202020204" pitchFamily="34" charset="0"/>
              </a:rPr>
              <a:t>——</a:t>
            </a:r>
            <a:r>
              <a:rPr lang="zh-CN" altLang="en-US" sz="2400"/>
              <a:t>以便有效安排工作</a:t>
            </a:r>
            <a:endParaRPr lang="zh-CN" altLang="en-US" sz="2400"/>
          </a:p>
        </p:txBody>
      </p:sp>
      <p:sp>
        <p:nvSpPr>
          <p:cNvPr id="3" name="灯片编号占位符 2"/>
          <p:cNvSpPr>
            <a:spLocks noGrp="1"/>
          </p:cNvSpPr>
          <p:nvPr>
            <p:ph type="sldNum" sz="quarter" idx="10"/>
          </p:nvPr>
        </p:nvSpPr>
        <p:spPr/>
        <p:txBody>
          <a:bodyPr/>
          <a:lstStyle/>
          <a:p>
            <a:pPr>
              <a:defRPr/>
            </a:pPr>
            <a:fld id="{A6A0D67D-9B30-457F-9874-1F92730590A0}" type="slidenum">
              <a:rPr lang="en-US" altLang="zh-CN" smtClean="0"/>
            </a:fld>
            <a:endParaRPr lang="en-US" altLang="zh-CN" dirty="0"/>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CCFF99"/>
        </a:solidFill>
        <a:effectLst/>
      </p:bgPr>
    </p:bg>
    <p:spTree>
      <p:nvGrpSpPr>
        <p:cNvPr id="1" name=""/>
        <p:cNvGrpSpPr/>
        <p:nvPr/>
      </p:nvGrpSpPr>
      <p:grpSpPr>
        <a:xfrm>
          <a:off x="0" y="0"/>
          <a:ext cx="0" cy="0"/>
          <a:chOff x="0" y="0"/>
          <a:chExt cx="0" cy="0"/>
        </a:xfrm>
      </p:grpSpPr>
      <p:sp>
        <p:nvSpPr>
          <p:cNvPr id="120835" name="Rectangle 4"/>
          <p:cNvSpPr>
            <a:spLocks noGrp="1" noChangeArrowheads="1"/>
          </p:cNvSpPr>
          <p:nvPr>
            <p:ph type="title"/>
          </p:nvPr>
        </p:nvSpPr>
        <p:spPr/>
        <p:txBody>
          <a:bodyPr/>
          <a:lstStyle/>
          <a:p>
            <a:pPr eaLnBrk="1" hangingPunct="1"/>
            <a:r>
              <a:rPr lang="zh-CN" altLang="en-US"/>
              <a:t>工作次序表</a:t>
            </a:r>
            <a:endParaRPr lang="zh-CN" altLang="en-US"/>
          </a:p>
        </p:txBody>
      </p:sp>
      <p:graphicFrame>
        <p:nvGraphicFramePr>
          <p:cNvPr id="927927" name="Group 183"/>
          <p:cNvGraphicFramePr>
            <a:graphicFrameLocks noGrp="1"/>
          </p:cNvGraphicFramePr>
          <p:nvPr>
            <p:ph type="tbl" idx="1"/>
          </p:nvPr>
        </p:nvGraphicFramePr>
        <p:xfrm>
          <a:off x="365125" y="1273175"/>
          <a:ext cx="9093200" cy="5270501"/>
        </p:xfrm>
        <a:graphic>
          <a:graphicData uri="http://schemas.openxmlformats.org/drawingml/2006/table">
            <a:tbl>
              <a:tblPr/>
              <a:tblGrid>
                <a:gridCol w="4791075"/>
                <a:gridCol w="1638300"/>
                <a:gridCol w="2663825"/>
              </a:tblGrid>
              <a:tr h="752475">
                <a:tc>
                  <a:txBody>
                    <a:bodyPr/>
                    <a:lstStyle>
                      <a:lvl1pPr>
                        <a:lnSpc>
                          <a:spcPct val="95000"/>
                        </a:lnSpc>
                        <a:spcBef>
                          <a:spcPct val="10000"/>
                        </a:spcBef>
                        <a:spcAft>
                          <a:spcPct val="30000"/>
                        </a:spcAft>
                        <a:buSzPct val="80000"/>
                        <a:defRPr sz="2800">
                          <a:solidFill>
                            <a:schemeClr val="bg2"/>
                          </a:solidFill>
                          <a:latin typeface="Futura Bk" pitchFamily="34" charset="0"/>
                          <a:ea typeface="黑体" panose="02010609060101010101" pitchFamily="49" charset="-122"/>
                        </a:defRPr>
                      </a:lvl1pPr>
                      <a:lvl2pPr marL="227330">
                        <a:lnSpc>
                          <a:spcPct val="95000"/>
                        </a:lnSpc>
                        <a:spcBef>
                          <a:spcPct val="10000"/>
                        </a:spcBef>
                        <a:spcAft>
                          <a:spcPct val="30000"/>
                        </a:spcAft>
                        <a:buSzPct val="80000"/>
                        <a:buFont typeface="Futura Bk" pitchFamily="34" charset="0"/>
                        <a:defRPr sz="2400">
                          <a:solidFill>
                            <a:schemeClr val="bg2"/>
                          </a:solidFill>
                          <a:latin typeface="Futura Bk" pitchFamily="34" charset="0"/>
                          <a:ea typeface="黑体" panose="02010609060101010101" pitchFamily="49" charset="-122"/>
                        </a:defRPr>
                      </a:lvl2pPr>
                      <a:lvl3pPr marL="713105">
                        <a:lnSpc>
                          <a:spcPct val="95000"/>
                        </a:lnSpc>
                        <a:spcBef>
                          <a:spcPct val="10000"/>
                        </a:spcBef>
                        <a:spcAft>
                          <a:spcPct val="30000"/>
                        </a:spcAft>
                        <a:buSzPct val="85000"/>
                        <a:defRPr sz="2000">
                          <a:solidFill>
                            <a:schemeClr val="bg1"/>
                          </a:solidFill>
                          <a:latin typeface="Futura Bk" pitchFamily="34" charset="0"/>
                          <a:ea typeface="宋体" panose="02010600030101010101" pitchFamily="2" charset="-122"/>
                        </a:defRPr>
                      </a:lvl3pPr>
                      <a:lvl4pPr marL="1025525">
                        <a:lnSpc>
                          <a:spcPct val="95000"/>
                        </a:lnSpc>
                        <a:spcBef>
                          <a:spcPct val="10000"/>
                        </a:spcBef>
                        <a:spcAft>
                          <a:spcPct val="30000"/>
                        </a:spcAft>
                        <a:buFont typeface="Futura Bk" pitchFamily="34" charset="0"/>
                        <a:defRPr sz="1600">
                          <a:solidFill>
                            <a:schemeClr val="tx1"/>
                          </a:solidFill>
                          <a:latin typeface="Futura Bk" pitchFamily="34" charset="0"/>
                          <a:ea typeface="宋体" panose="02010600030101010101" pitchFamily="2" charset="-122"/>
                        </a:defRPr>
                      </a:lvl4pPr>
                      <a:lvl5pPr marL="1713230">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5pPr>
                      <a:lvl6pPr marL="21704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6pPr>
                      <a:lvl7pPr marL="26276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7pPr>
                      <a:lvl8pPr marL="30848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8pPr>
                      <a:lvl9pPr marL="35420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9pPr>
                    </a:lstStyle>
                    <a:p>
                      <a:pPr marL="0" marR="0" lvl="0" indent="0" algn="l" defTabSz="914400" rtl="0" eaLnBrk="1" fontAlgn="base" latinLnBrk="0" hangingPunct="1">
                        <a:lnSpc>
                          <a:spcPct val="95000"/>
                        </a:lnSpc>
                        <a:spcBef>
                          <a:spcPct val="10000"/>
                        </a:spcBef>
                        <a:spcAft>
                          <a:spcPct val="30000"/>
                        </a:spcAft>
                        <a:buClrTx/>
                        <a:buSzPct val="80000"/>
                        <a:buFontTx/>
                        <a:buNone/>
                      </a:pPr>
                      <a:r>
                        <a:rPr kumimoji="0" lang="zh-CN" altLang="en-US" sz="2000" b="0" i="0" u="none" strike="noStrike" cap="none" normalizeH="0" baseline="0">
                          <a:ln>
                            <a:noFill/>
                          </a:ln>
                          <a:solidFill>
                            <a:schemeClr val="bg2"/>
                          </a:solidFill>
                          <a:effectLst/>
                          <a:latin typeface="Futura Bk" pitchFamily="34" charset="0"/>
                          <a:ea typeface="黑体" panose="02010609060101010101" pitchFamily="49" charset="-122"/>
                        </a:rPr>
                        <a:t>项目</a:t>
                      </a:r>
                      <a:endParaRPr kumimoji="0" lang="zh-CN" altLang="en-US" sz="2000" b="0" i="0" u="none" strike="noStrike" cap="none" normalizeH="0" baseline="0">
                        <a:ln>
                          <a:noFill/>
                        </a:ln>
                        <a:solidFill>
                          <a:schemeClr val="bg2"/>
                        </a:solidFill>
                        <a:effectLst/>
                        <a:latin typeface="Futura Bk" pitchFamily="34" charset="0"/>
                        <a:ea typeface="黑体" panose="02010609060101010101" pitchFamily="49" charset="-122"/>
                      </a:endParaRPr>
                    </a:p>
                  </a:txBody>
                  <a:tcPr marL="72000" marR="72000" marT="72000" marB="72000" anchor="ctr" horzOverflow="overflow">
                    <a:lnL w="12700" cap="flat" cmpd="sng" algn="ctr">
                      <a:solidFill>
                        <a:schemeClr val="bg1"/>
                      </a:solidFill>
                      <a:prstDash val="solid"/>
                      <a:round/>
                      <a:headEnd type="none" w="med" len="med"/>
                      <a:tailEnd type="none" w="lg" len="sm"/>
                    </a:lnL>
                    <a:lnR w="12700" cap="flat" cmpd="sng" algn="ctr">
                      <a:solidFill>
                        <a:schemeClr val="bg1"/>
                      </a:solidFill>
                      <a:prstDash val="solid"/>
                      <a:round/>
                      <a:headEnd type="none" w="med" len="med"/>
                      <a:tailEnd type="arrow" w="lg" len="sm"/>
                    </a:lnR>
                    <a:lnT w="12700" cap="flat" cmpd="sng" algn="ctr">
                      <a:solidFill>
                        <a:schemeClr val="bg1"/>
                      </a:solidFill>
                      <a:prstDash val="solid"/>
                      <a:round/>
                      <a:headEnd type="none" w="med" len="med"/>
                      <a:tailEnd type="none" w="lg" len="sm"/>
                    </a:lnT>
                    <a:lnB w="12700" cap="flat" cmpd="sng" algn="ctr">
                      <a:solidFill>
                        <a:schemeClr val="bg1"/>
                      </a:solidFill>
                      <a:prstDash val="solid"/>
                      <a:round/>
                      <a:headEnd type="none" w="med" len="med"/>
                      <a:tailEnd type="arrow" w="lg" len="sm"/>
                    </a:lnB>
                    <a:lnTlToBr>
                      <a:noFill/>
                    </a:lnTlToBr>
                    <a:lnBlToTr>
                      <a:noFill/>
                    </a:lnBlToTr>
                    <a:noFill/>
                  </a:tcPr>
                </a:tc>
                <a:tc>
                  <a:txBody>
                    <a:bodyPr/>
                    <a:lstStyle>
                      <a:lvl1pPr>
                        <a:lnSpc>
                          <a:spcPct val="95000"/>
                        </a:lnSpc>
                        <a:spcBef>
                          <a:spcPct val="10000"/>
                        </a:spcBef>
                        <a:spcAft>
                          <a:spcPct val="30000"/>
                        </a:spcAft>
                        <a:buSzPct val="80000"/>
                        <a:defRPr sz="2800">
                          <a:solidFill>
                            <a:schemeClr val="bg2"/>
                          </a:solidFill>
                          <a:latin typeface="Futura Bk" pitchFamily="34" charset="0"/>
                          <a:ea typeface="黑体" panose="02010609060101010101" pitchFamily="49" charset="-122"/>
                        </a:defRPr>
                      </a:lvl1pPr>
                      <a:lvl2pPr marL="227330">
                        <a:lnSpc>
                          <a:spcPct val="95000"/>
                        </a:lnSpc>
                        <a:spcBef>
                          <a:spcPct val="10000"/>
                        </a:spcBef>
                        <a:spcAft>
                          <a:spcPct val="30000"/>
                        </a:spcAft>
                        <a:buSzPct val="80000"/>
                        <a:buFont typeface="Futura Bk" pitchFamily="34" charset="0"/>
                        <a:defRPr sz="2400">
                          <a:solidFill>
                            <a:schemeClr val="bg2"/>
                          </a:solidFill>
                          <a:latin typeface="Futura Bk" pitchFamily="34" charset="0"/>
                          <a:ea typeface="黑体" panose="02010609060101010101" pitchFamily="49" charset="-122"/>
                        </a:defRPr>
                      </a:lvl2pPr>
                      <a:lvl3pPr marL="713105">
                        <a:lnSpc>
                          <a:spcPct val="95000"/>
                        </a:lnSpc>
                        <a:spcBef>
                          <a:spcPct val="10000"/>
                        </a:spcBef>
                        <a:spcAft>
                          <a:spcPct val="30000"/>
                        </a:spcAft>
                        <a:buSzPct val="85000"/>
                        <a:defRPr sz="2000">
                          <a:solidFill>
                            <a:schemeClr val="bg1"/>
                          </a:solidFill>
                          <a:latin typeface="Futura Bk" pitchFamily="34" charset="0"/>
                          <a:ea typeface="宋体" panose="02010600030101010101" pitchFamily="2" charset="-122"/>
                        </a:defRPr>
                      </a:lvl3pPr>
                      <a:lvl4pPr marL="1025525">
                        <a:lnSpc>
                          <a:spcPct val="95000"/>
                        </a:lnSpc>
                        <a:spcBef>
                          <a:spcPct val="10000"/>
                        </a:spcBef>
                        <a:spcAft>
                          <a:spcPct val="30000"/>
                        </a:spcAft>
                        <a:buFont typeface="Futura Bk" pitchFamily="34" charset="0"/>
                        <a:defRPr sz="1600">
                          <a:solidFill>
                            <a:schemeClr val="tx1"/>
                          </a:solidFill>
                          <a:latin typeface="Futura Bk" pitchFamily="34" charset="0"/>
                          <a:ea typeface="宋体" panose="02010600030101010101" pitchFamily="2" charset="-122"/>
                        </a:defRPr>
                      </a:lvl4pPr>
                      <a:lvl5pPr marL="1713230">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5pPr>
                      <a:lvl6pPr marL="21704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6pPr>
                      <a:lvl7pPr marL="26276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7pPr>
                      <a:lvl8pPr marL="30848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8pPr>
                      <a:lvl9pPr marL="35420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9pPr>
                    </a:lstStyle>
                    <a:p>
                      <a:pPr marL="0" marR="0" lvl="0" indent="0" algn="l" defTabSz="914400" rtl="0" eaLnBrk="1" fontAlgn="base" latinLnBrk="0" hangingPunct="1">
                        <a:lnSpc>
                          <a:spcPct val="95000"/>
                        </a:lnSpc>
                        <a:spcBef>
                          <a:spcPct val="10000"/>
                        </a:spcBef>
                        <a:spcAft>
                          <a:spcPct val="30000"/>
                        </a:spcAft>
                        <a:buClrTx/>
                        <a:buSzPct val="80000"/>
                        <a:buFontTx/>
                        <a:buNone/>
                      </a:pPr>
                      <a:r>
                        <a:rPr kumimoji="0" lang="zh-CN" altLang="en-US" sz="2000" b="0" i="0" u="none" strike="noStrike" cap="none" normalizeH="0" baseline="0">
                          <a:ln>
                            <a:noFill/>
                          </a:ln>
                          <a:solidFill>
                            <a:schemeClr val="bg2"/>
                          </a:solidFill>
                          <a:effectLst/>
                          <a:latin typeface="Futura Bk" pitchFamily="34" charset="0"/>
                          <a:ea typeface="黑体" panose="02010609060101010101" pitchFamily="49" charset="-122"/>
                        </a:rPr>
                        <a:t>先决条件</a:t>
                      </a:r>
                      <a:endParaRPr kumimoji="0" lang="zh-CN" altLang="en-US" sz="2000" b="0" i="0" u="none" strike="noStrike" cap="none" normalizeH="0" baseline="0">
                        <a:ln>
                          <a:noFill/>
                        </a:ln>
                        <a:solidFill>
                          <a:schemeClr val="bg2"/>
                        </a:solidFill>
                        <a:effectLst/>
                        <a:latin typeface="Futura Bk" pitchFamily="34" charset="0"/>
                        <a:ea typeface="黑体" panose="02010609060101010101" pitchFamily="49" charset="-122"/>
                      </a:endParaRPr>
                    </a:p>
                  </a:txBody>
                  <a:tcPr marL="72000" marR="72000" marT="72000" marB="72000" anchor="ctr" horzOverflow="overflow">
                    <a:lnL w="12700" cap="flat" cmpd="sng" algn="ctr">
                      <a:solidFill>
                        <a:schemeClr val="bg1"/>
                      </a:solidFill>
                      <a:prstDash val="solid"/>
                      <a:round/>
                      <a:headEnd type="none" w="med" len="med"/>
                      <a:tailEnd type="arrow" w="lg" len="sm"/>
                    </a:lnL>
                    <a:lnR w="12700" cap="flat" cmpd="sng" algn="ctr">
                      <a:solidFill>
                        <a:schemeClr val="bg1"/>
                      </a:solidFill>
                      <a:prstDash val="solid"/>
                      <a:round/>
                      <a:headEnd type="none" w="med" len="med"/>
                      <a:tailEnd type="arrow" w="lg" len="sm"/>
                    </a:lnR>
                    <a:lnT w="12700" cap="flat" cmpd="sng" algn="ctr">
                      <a:solidFill>
                        <a:schemeClr val="bg1"/>
                      </a:solidFill>
                      <a:prstDash val="solid"/>
                      <a:round/>
                      <a:headEnd type="none" w="med" len="med"/>
                      <a:tailEnd type="none" w="lg" len="sm"/>
                    </a:lnT>
                    <a:lnB w="12700" cap="flat" cmpd="sng" algn="ctr">
                      <a:solidFill>
                        <a:schemeClr val="bg1"/>
                      </a:solidFill>
                      <a:prstDash val="solid"/>
                      <a:round/>
                      <a:headEnd type="none" w="med" len="med"/>
                      <a:tailEnd type="arrow" w="lg" len="sm"/>
                    </a:lnB>
                    <a:lnTlToBr>
                      <a:noFill/>
                    </a:lnTlToBr>
                    <a:lnBlToTr>
                      <a:noFill/>
                    </a:lnBlToTr>
                    <a:noFill/>
                  </a:tcPr>
                </a:tc>
                <a:tc>
                  <a:txBody>
                    <a:bodyPr/>
                    <a:lstStyle>
                      <a:lvl1pPr>
                        <a:lnSpc>
                          <a:spcPct val="95000"/>
                        </a:lnSpc>
                        <a:spcBef>
                          <a:spcPct val="10000"/>
                        </a:spcBef>
                        <a:spcAft>
                          <a:spcPct val="30000"/>
                        </a:spcAft>
                        <a:buSzPct val="80000"/>
                        <a:defRPr sz="2800">
                          <a:solidFill>
                            <a:schemeClr val="bg2"/>
                          </a:solidFill>
                          <a:latin typeface="Futura Bk" pitchFamily="34" charset="0"/>
                          <a:ea typeface="黑体" panose="02010609060101010101" pitchFamily="49" charset="-122"/>
                        </a:defRPr>
                      </a:lvl1pPr>
                      <a:lvl2pPr marL="227330">
                        <a:lnSpc>
                          <a:spcPct val="95000"/>
                        </a:lnSpc>
                        <a:spcBef>
                          <a:spcPct val="10000"/>
                        </a:spcBef>
                        <a:spcAft>
                          <a:spcPct val="30000"/>
                        </a:spcAft>
                        <a:buSzPct val="80000"/>
                        <a:buFont typeface="Futura Bk" pitchFamily="34" charset="0"/>
                        <a:defRPr sz="2400">
                          <a:solidFill>
                            <a:schemeClr val="bg2"/>
                          </a:solidFill>
                          <a:latin typeface="Futura Bk" pitchFamily="34" charset="0"/>
                          <a:ea typeface="黑体" panose="02010609060101010101" pitchFamily="49" charset="-122"/>
                        </a:defRPr>
                      </a:lvl2pPr>
                      <a:lvl3pPr marL="713105">
                        <a:lnSpc>
                          <a:spcPct val="95000"/>
                        </a:lnSpc>
                        <a:spcBef>
                          <a:spcPct val="10000"/>
                        </a:spcBef>
                        <a:spcAft>
                          <a:spcPct val="30000"/>
                        </a:spcAft>
                        <a:buSzPct val="85000"/>
                        <a:defRPr sz="2000">
                          <a:solidFill>
                            <a:schemeClr val="bg1"/>
                          </a:solidFill>
                          <a:latin typeface="Futura Bk" pitchFamily="34" charset="0"/>
                          <a:ea typeface="宋体" panose="02010600030101010101" pitchFamily="2" charset="-122"/>
                        </a:defRPr>
                      </a:lvl3pPr>
                      <a:lvl4pPr marL="1025525">
                        <a:lnSpc>
                          <a:spcPct val="95000"/>
                        </a:lnSpc>
                        <a:spcBef>
                          <a:spcPct val="10000"/>
                        </a:spcBef>
                        <a:spcAft>
                          <a:spcPct val="30000"/>
                        </a:spcAft>
                        <a:buFont typeface="Futura Bk" pitchFamily="34" charset="0"/>
                        <a:defRPr sz="1600">
                          <a:solidFill>
                            <a:schemeClr val="tx1"/>
                          </a:solidFill>
                          <a:latin typeface="Futura Bk" pitchFamily="34" charset="0"/>
                          <a:ea typeface="宋体" panose="02010600030101010101" pitchFamily="2" charset="-122"/>
                        </a:defRPr>
                      </a:lvl4pPr>
                      <a:lvl5pPr marL="1713230">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5pPr>
                      <a:lvl6pPr marL="21704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6pPr>
                      <a:lvl7pPr marL="26276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7pPr>
                      <a:lvl8pPr marL="30848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8pPr>
                      <a:lvl9pPr marL="35420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9pPr>
                    </a:lstStyle>
                    <a:p>
                      <a:pPr marL="0" marR="0" lvl="0" indent="0" algn="l" defTabSz="914400" rtl="0" eaLnBrk="1" fontAlgn="base" latinLnBrk="0" hangingPunct="1">
                        <a:lnSpc>
                          <a:spcPct val="95000"/>
                        </a:lnSpc>
                        <a:spcBef>
                          <a:spcPct val="10000"/>
                        </a:spcBef>
                        <a:spcAft>
                          <a:spcPct val="30000"/>
                        </a:spcAft>
                        <a:buClrTx/>
                        <a:buSzPct val="80000"/>
                        <a:buFontTx/>
                        <a:buNone/>
                      </a:pPr>
                      <a:r>
                        <a:rPr kumimoji="0" lang="zh-CN" altLang="en-US" sz="2000" b="0" i="0" u="none" strike="noStrike" cap="none" normalizeH="0" baseline="0">
                          <a:ln>
                            <a:noFill/>
                          </a:ln>
                          <a:solidFill>
                            <a:schemeClr val="bg2"/>
                          </a:solidFill>
                          <a:effectLst/>
                          <a:latin typeface="Futura Bk" pitchFamily="34" charset="0"/>
                          <a:ea typeface="黑体" panose="02010609060101010101" pitchFamily="49" charset="-122"/>
                        </a:rPr>
                        <a:t>周期</a:t>
                      </a:r>
                      <a:endParaRPr kumimoji="0" lang="zh-CN" altLang="en-US" sz="2000" b="0" i="0" u="none" strike="noStrike" cap="none" normalizeH="0" baseline="0">
                        <a:ln>
                          <a:noFill/>
                        </a:ln>
                        <a:solidFill>
                          <a:schemeClr val="bg2"/>
                        </a:solidFill>
                        <a:effectLst/>
                        <a:latin typeface="Futura Bk" pitchFamily="34" charset="0"/>
                        <a:ea typeface="黑体" panose="02010609060101010101" pitchFamily="49" charset="-122"/>
                      </a:endParaRPr>
                    </a:p>
                  </a:txBody>
                  <a:tcPr marL="72000" marR="72000" marT="72000" marB="72000" anchor="ctr" horzOverflow="overflow">
                    <a:lnL w="12700" cap="flat" cmpd="sng" algn="ctr">
                      <a:solidFill>
                        <a:schemeClr val="bg1"/>
                      </a:solidFill>
                      <a:prstDash val="solid"/>
                      <a:round/>
                      <a:headEnd type="none" w="med" len="med"/>
                      <a:tailEnd type="arrow" w="lg" len="sm"/>
                    </a:lnL>
                    <a:lnR w="12700" cap="flat" cmpd="sng" algn="ctr">
                      <a:solidFill>
                        <a:schemeClr val="bg1"/>
                      </a:solidFill>
                      <a:prstDash val="solid"/>
                      <a:round/>
                      <a:headEnd type="none" w="med" len="med"/>
                      <a:tailEnd type="none" w="lg" len="sm"/>
                    </a:lnR>
                    <a:lnT w="12700" cap="flat" cmpd="sng" algn="ctr">
                      <a:solidFill>
                        <a:schemeClr val="bg1"/>
                      </a:solidFill>
                      <a:prstDash val="solid"/>
                      <a:round/>
                      <a:headEnd type="none" w="med" len="med"/>
                      <a:tailEnd type="none" w="lg" len="sm"/>
                    </a:lnT>
                    <a:lnB w="12700" cap="flat" cmpd="sng" algn="ctr">
                      <a:solidFill>
                        <a:schemeClr val="bg1"/>
                      </a:solidFill>
                      <a:prstDash val="solid"/>
                      <a:round/>
                      <a:headEnd type="none" w="med" len="med"/>
                      <a:tailEnd type="arrow" w="lg" len="sm"/>
                    </a:lnB>
                    <a:lnTlToBr>
                      <a:noFill/>
                    </a:lnTlToBr>
                    <a:lnBlToTr>
                      <a:noFill/>
                    </a:lnBlToTr>
                    <a:noFill/>
                  </a:tcPr>
                </a:tc>
              </a:tr>
              <a:tr h="754063">
                <a:tc>
                  <a:txBody>
                    <a:bodyPr/>
                    <a:lstStyle>
                      <a:lvl1pPr>
                        <a:lnSpc>
                          <a:spcPct val="95000"/>
                        </a:lnSpc>
                        <a:spcBef>
                          <a:spcPct val="10000"/>
                        </a:spcBef>
                        <a:spcAft>
                          <a:spcPct val="30000"/>
                        </a:spcAft>
                        <a:buSzPct val="80000"/>
                        <a:defRPr sz="2800">
                          <a:solidFill>
                            <a:schemeClr val="bg2"/>
                          </a:solidFill>
                          <a:latin typeface="Futura Bk" pitchFamily="34" charset="0"/>
                          <a:ea typeface="黑体" panose="02010609060101010101" pitchFamily="49" charset="-122"/>
                        </a:defRPr>
                      </a:lvl1pPr>
                      <a:lvl2pPr marL="227330">
                        <a:lnSpc>
                          <a:spcPct val="95000"/>
                        </a:lnSpc>
                        <a:spcBef>
                          <a:spcPct val="10000"/>
                        </a:spcBef>
                        <a:spcAft>
                          <a:spcPct val="30000"/>
                        </a:spcAft>
                        <a:buSzPct val="80000"/>
                        <a:buFont typeface="Futura Bk" pitchFamily="34" charset="0"/>
                        <a:defRPr sz="2400">
                          <a:solidFill>
                            <a:schemeClr val="bg2"/>
                          </a:solidFill>
                          <a:latin typeface="Futura Bk" pitchFamily="34" charset="0"/>
                          <a:ea typeface="黑体" panose="02010609060101010101" pitchFamily="49" charset="-122"/>
                        </a:defRPr>
                      </a:lvl2pPr>
                      <a:lvl3pPr marL="713105">
                        <a:lnSpc>
                          <a:spcPct val="95000"/>
                        </a:lnSpc>
                        <a:spcBef>
                          <a:spcPct val="10000"/>
                        </a:spcBef>
                        <a:spcAft>
                          <a:spcPct val="30000"/>
                        </a:spcAft>
                        <a:buSzPct val="85000"/>
                        <a:defRPr sz="2000">
                          <a:solidFill>
                            <a:schemeClr val="bg1"/>
                          </a:solidFill>
                          <a:latin typeface="Futura Bk" pitchFamily="34" charset="0"/>
                          <a:ea typeface="宋体" panose="02010600030101010101" pitchFamily="2" charset="-122"/>
                        </a:defRPr>
                      </a:lvl3pPr>
                      <a:lvl4pPr marL="1025525">
                        <a:lnSpc>
                          <a:spcPct val="95000"/>
                        </a:lnSpc>
                        <a:spcBef>
                          <a:spcPct val="10000"/>
                        </a:spcBef>
                        <a:spcAft>
                          <a:spcPct val="30000"/>
                        </a:spcAft>
                        <a:buFont typeface="Futura Bk" pitchFamily="34" charset="0"/>
                        <a:defRPr sz="1600">
                          <a:solidFill>
                            <a:schemeClr val="tx1"/>
                          </a:solidFill>
                          <a:latin typeface="Futura Bk" pitchFamily="34" charset="0"/>
                          <a:ea typeface="宋体" panose="02010600030101010101" pitchFamily="2" charset="-122"/>
                        </a:defRPr>
                      </a:lvl4pPr>
                      <a:lvl5pPr marL="1713230">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5pPr>
                      <a:lvl6pPr marL="21704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6pPr>
                      <a:lvl7pPr marL="26276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7pPr>
                      <a:lvl8pPr marL="30848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8pPr>
                      <a:lvl9pPr marL="35420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9pPr>
                    </a:lstStyle>
                    <a:p>
                      <a:pPr marL="0" marR="0" lvl="0" indent="0" algn="l" defTabSz="914400" rtl="0" eaLnBrk="1" fontAlgn="base" latinLnBrk="0" hangingPunct="1">
                        <a:lnSpc>
                          <a:spcPct val="95000"/>
                        </a:lnSpc>
                        <a:spcBef>
                          <a:spcPct val="10000"/>
                        </a:spcBef>
                        <a:spcAft>
                          <a:spcPct val="30000"/>
                        </a:spcAft>
                        <a:buClrTx/>
                        <a:buSzPct val="80000"/>
                        <a:buFontTx/>
                        <a:buNone/>
                      </a:pPr>
                      <a:r>
                        <a:rPr kumimoji="0" lang="en-US" altLang="zh-CN" sz="2000" b="0" i="0" u="none" strike="noStrike" cap="none" normalizeH="0" baseline="0">
                          <a:ln>
                            <a:noFill/>
                          </a:ln>
                          <a:solidFill>
                            <a:schemeClr val="bg2"/>
                          </a:solidFill>
                          <a:effectLst/>
                          <a:latin typeface="Futura Bk" pitchFamily="34" charset="0"/>
                          <a:ea typeface="黑体" panose="02010609060101010101" pitchFamily="49" charset="-122"/>
                        </a:rPr>
                        <a:t>1.    </a:t>
                      </a:r>
                      <a:r>
                        <a:rPr kumimoji="0" lang="zh-CN" altLang="en-US" sz="2000" b="0" i="0" u="none" strike="noStrike" cap="none" normalizeH="0" baseline="0">
                          <a:ln>
                            <a:noFill/>
                          </a:ln>
                          <a:solidFill>
                            <a:schemeClr val="bg2"/>
                          </a:solidFill>
                          <a:effectLst/>
                          <a:latin typeface="Futura Bk" pitchFamily="34" charset="0"/>
                          <a:ea typeface="黑体" panose="02010609060101010101" pitchFamily="49" charset="-122"/>
                        </a:rPr>
                        <a:t>数控机床收货与验货</a:t>
                      </a:r>
                      <a:endParaRPr kumimoji="0" lang="zh-CN" altLang="en-US" sz="2000" b="0" i="0" u="none" strike="noStrike" cap="none" normalizeH="0" baseline="0">
                        <a:ln>
                          <a:noFill/>
                        </a:ln>
                        <a:solidFill>
                          <a:schemeClr val="bg2"/>
                        </a:solidFill>
                        <a:effectLst/>
                        <a:latin typeface="Futura Bk" pitchFamily="34" charset="0"/>
                        <a:ea typeface="黑体" panose="02010609060101010101" pitchFamily="49" charset="-122"/>
                      </a:endParaRPr>
                    </a:p>
                  </a:txBody>
                  <a:tcPr marL="72000" marR="72000" marT="72000" marB="72000" anchor="ctr" horzOverflow="overflow">
                    <a:lnL w="12700" cap="flat" cmpd="sng" algn="ctr">
                      <a:solidFill>
                        <a:schemeClr val="bg1"/>
                      </a:solidFill>
                      <a:prstDash val="solid"/>
                      <a:round/>
                      <a:headEnd type="none" w="med" len="med"/>
                      <a:tailEnd type="none" w="lg" len="sm"/>
                    </a:lnL>
                    <a:lnR w="12700" cap="flat" cmpd="sng" algn="ctr">
                      <a:solidFill>
                        <a:schemeClr val="bg1"/>
                      </a:solidFill>
                      <a:prstDash val="solid"/>
                      <a:round/>
                      <a:headEnd type="none" w="med" len="med"/>
                      <a:tailEnd type="arrow" w="lg" len="sm"/>
                    </a:lnR>
                    <a:lnT w="12700" cap="flat" cmpd="sng" algn="ctr">
                      <a:solidFill>
                        <a:schemeClr val="bg1"/>
                      </a:solidFill>
                      <a:prstDash val="solid"/>
                      <a:round/>
                      <a:headEnd type="none" w="med" len="med"/>
                      <a:tailEnd type="arrow" w="lg" len="sm"/>
                    </a:lnT>
                    <a:lnB w="12700" cap="flat" cmpd="sng" algn="ctr">
                      <a:solidFill>
                        <a:schemeClr val="bg1"/>
                      </a:solidFill>
                      <a:prstDash val="solid"/>
                      <a:round/>
                      <a:headEnd type="none" w="med" len="med"/>
                      <a:tailEnd type="arrow" w="lg" len="sm"/>
                    </a:lnB>
                    <a:lnTlToBr>
                      <a:noFill/>
                    </a:lnTlToBr>
                    <a:lnBlToTr>
                      <a:noFill/>
                    </a:lnBlToTr>
                    <a:noFill/>
                  </a:tcPr>
                </a:tc>
                <a:tc>
                  <a:txBody>
                    <a:bodyPr/>
                    <a:lstStyle>
                      <a:lvl1pPr>
                        <a:lnSpc>
                          <a:spcPct val="95000"/>
                        </a:lnSpc>
                        <a:spcBef>
                          <a:spcPct val="10000"/>
                        </a:spcBef>
                        <a:spcAft>
                          <a:spcPct val="30000"/>
                        </a:spcAft>
                        <a:buSzPct val="80000"/>
                        <a:defRPr sz="2800">
                          <a:solidFill>
                            <a:schemeClr val="bg2"/>
                          </a:solidFill>
                          <a:latin typeface="Futura Bk" pitchFamily="34" charset="0"/>
                          <a:ea typeface="黑体" panose="02010609060101010101" pitchFamily="49" charset="-122"/>
                        </a:defRPr>
                      </a:lvl1pPr>
                      <a:lvl2pPr marL="227330">
                        <a:lnSpc>
                          <a:spcPct val="95000"/>
                        </a:lnSpc>
                        <a:spcBef>
                          <a:spcPct val="10000"/>
                        </a:spcBef>
                        <a:spcAft>
                          <a:spcPct val="30000"/>
                        </a:spcAft>
                        <a:buSzPct val="80000"/>
                        <a:buFont typeface="Futura Bk" pitchFamily="34" charset="0"/>
                        <a:defRPr sz="2400">
                          <a:solidFill>
                            <a:schemeClr val="bg2"/>
                          </a:solidFill>
                          <a:latin typeface="Futura Bk" pitchFamily="34" charset="0"/>
                          <a:ea typeface="黑体" panose="02010609060101010101" pitchFamily="49" charset="-122"/>
                        </a:defRPr>
                      </a:lvl2pPr>
                      <a:lvl3pPr marL="713105">
                        <a:lnSpc>
                          <a:spcPct val="95000"/>
                        </a:lnSpc>
                        <a:spcBef>
                          <a:spcPct val="10000"/>
                        </a:spcBef>
                        <a:spcAft>
                          <a:spcPct val="30000"/>
                        </a:spcAft>
                        <a:buSzPct val="85000"/>
                        <a:defRPr sz="2000">
                          <a:solidFill>
                            <a:schemeClr val="bg1"/>
                          </a:solidFill>
                          <a:latin typeface="Futura Bk" pitchFamily="34" charset="0"/>
                          <a:ea typeface="宋体" panose="02010600030101010101" pitchFamily="2" charset="-122"/>
                        </a:defRPr>
                      </a:lvl3pPr>
                      <a:lvl4pPr marL="1025525">
                        <a:lnSpc>
                          <a:spcPct val="95000"/>
                        </a:lnSpc>
                        <a:spcBef>
                          <a:spcPct val="10000"/>
                        </a:spcBef>
                        <a:spcAft>
                          <a:spcPct val="30000"/>
                        </a:spcAft>
                        <a:buFont typeface="Futura Bk" pitchFamily="34" charset="0"/>
                        <a:defRPr sz="1600">
                          <a:solidFill>
                            <a:schemeClr val="tx1"/>
                          </a:solidFill>
                          <a:latin typeface="Futura Bk" pitchFamily="34" charset="0"/>
                          <a:ea typeface="宋体" panose="02010600030101010101" pitchFamily="2" charset="-122"/>
                        </a:defRPr>
                      </a:lvl4pPr>
                      <a:lvl5pPr marL="1713230">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5pPr>
                      <a:lvl6pPr marL="21704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6pPr>
                      <a:lvl7pPr marL="26276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7pPr>
                      <a:lvl8pPr marL="30848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8pPr>
                      <a:lvl9pPr marL="35420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9pPr>
                    </a:lstStyle>
                    <a:p>
                      <a:pPr marL="0" marR="0" lvl="0" indent="0" algn="l" defTabSz="914400" rtl="0" eaLnBrk="1" fontAlgn="base" latinLnBrk="0" hangingPunct="1">
                        <a:lnSpc>
                          <a:spcPct val="95000"/>
                        </a:lnSpc>
                        <a:spcBef>
                          <a:spcPct val="10000"/>
                        </a:spcBef>
                        <a:spcAft>
                          <a:spcPct val="30000"/>
                        </a:spcAft>
                        <a:buClrTx/>
                        <a:buSzPct val="80000"/>
                        <a:buFontTx/>
                        <a:buNone/>
                      </a:pPr>
                      <a:r>
                        <a:rPr kumimoji="0" lang="zh-CN" altLang="en-US" sz="2000" b="0" i="0" u="none" strike="noStrike" cap="none" normalizeH="0" baseline="0">
                          <a:ln>
                            <a:noFill/>
                          </a:ln>
                          <a:solidFill>
                            <a:schemeClr val="bg2"/>
                          </a:solidFill>
                          <a:effectLst/>
                          <a:latin typeface="Futura Bk" pitchFamily="34" charset="0"/>
                          <a:ea typeface="黑体" panose="02010609060101010101" pitchFamily="49" charset="-122"/>
                        </a:rPr>
                        <a:t>无</a:t>
                      </a:r>
                      <a:endParaRPr kumimoji="0" lang="zh-CN" altLang="en-US" sz="2000" b="0" i="0" u="none" strike="noStrike" cap="none" normalizeH="0" baseline="0">
                        <a:ln>
                          <a:noFill/>
                        </a:ln>
                        <a:solidFill>
                          <a:schemeClr val="bg2"/>
                        </a:solidFill>
                        <a:effectLst/>
                        <a:latin typeface="Futura Bk" pitchFamily="34" charset="0"/>
                        <a:ea typeface="黑体" panose="02010609060101010101" pitchFamily="49" charset="-122"/>
                      </a:endParaRPr>
                    </a:p>
                  </a:txBody>
                  <a:tcPr marL="72000" marR="72000" marT="72000" marB="72000" anchor="ctr" horzOverflow="overflow">
                    <a:lnL w="12700" cap="flat" cmpd="sng" algn="ctr">
                      <a:solidFill>
                        <a:schemeClr val="bg1"/>
                      </a:solidFill>
                      <a:prstDash val="solid"/>
                      <a:round/>
                      <a:headEnd type="none" w="med" len="med"/>
                      <a:tailEnd type="arrow" w="lg" len="sm"/>
                    </a:lnL>
                    <a:lnR w="12700" cap="flat" cmpd="sng" algn="ctr">
                      <a:solidFill>
                        <a:schemeClr val="bg1"/>
                      </a:solidFill>
                      <a:prstDash val="solid"/>
                      <a:round/>
                      <a:headEnd type="none" w="med" len="med"/>
                      <a:tailEnd type="arrow" w="lg" len="sm"/>
                    </a:lnR>
                    <a:lnT w="12700" cap="flat" cmpd="sng" algn="ctr">
                      <a:solidFill>
                        <a:schemeClr val="bg1"/>
                      </a:solidFill>
                      <a:prstDash val="solid"/>
                      <a:round/>
                      <a:headEnd type="none" w="med" len="med"/>
                      <a:tailEnd type="arrow" w="lg" len="sm"/>
                    </a:lnT>
                    <a:lnB w="12700" cap="flat" cmpd="sng" algn="ctr">
                      <a:solidFill>
                        <a:schemeClr val="bg1"/>
                      </a:solidFill>
                      <a:prstDash val="solid"/>
                      <a:round/>
                      <a:headEnd type="none" w="med" len="med"/>
                      <a:tailEnd type="arrow" w="lg" len="sm"/>
                    </a:lnB>
                    <a:lnTlToBr>
                      <a:noFill/>
                    </a:lnTlToBr>
                    <a:lnBlToTr>
                      <a:noFill/>
                    </a:lnBlToTr>
                    <a:noFill/>
                  </a:tcPr>
                </a:tc>
                <a:tc>
                  <a:txBody>
                    <a:bodyPr/>
                    <a:lstStyle>
                      <a:lvl1pPr>
                        <a:lnSpc>
                          <a:spcPct val="95000"/>
                        </a:lnSpc>
                        <a:spcBef>
                          <a:spcPct val="10000"/>
                        </a:spcBef>
                        <a:spcAft>
                          <a:spcPct val="30000"/>
                        </a:spcAft>
                        <a:buSzPct val="80000"/>
                        <a:defRPr sz="2800">
                          <a:solidFill>
                            <a:schemeClr val="bg2"/>
                          </a:solidFill>
                          <a:latin typeface="Futura Bk" pitchFamily="34" charset="0"/>
                          <a:ea typeface="黑体" panose="02010609060101010101" pitchFamily="49" charset="-122"/>
                        </a:defRPr>
                      </a:lvl1pPr>
                      <a:lvl2pPr marL="227330">
                        <a:lnSpc>
                          <a:spcPct val="95000"/>
                        </a:lnSpc>
                        <a:spcBef>
                          <a:spcPct val="10000"/>
                        </a:spcBef>
                        <a:spcAft>
                          <a:spcPct val="30000"/>
                        </a:spcAft>
                        <a:buSzPct val="80000"/>
                        <a:buFont typeface="Futura Bk" pitchFamily="34" charset="0"/>
                        <a:defRPr sz="2400">
                          <a:solidFill>
                            <a:schemeClr val="bg2"/>
                          </a:solidFill>
                          <a:latin typeface="Futura Bk" pitchFamily="34" charset="0"/>
                          <a:ea typeface="黑体" panose="02010609060101010101" pitchFamily="49" charset="-122"/>
                        </a:defRPr>
                      </a:lvl2pPr>
                      <a:lvl3pPr marL="713105">
                        <a:lnSpc>
                          <a:spcPct val="95000"/>
                        </a:lnSpc>
                        <a:spcBef>
                          <a:spcPct val="10000"/>
                        </a:spcBef>
                        <a:spcAft>
                          <a:spcPct val="30000"/>
                        </a:spcAft>
                        <a:buSzPct val="85000"/>
                        <a:defRPr sz="2000">
                          <a:solidFill>
                            <a:schemeClr val="bg1"/>
                          </a:solidFill>
                          <a:latin typeface="Futura Bk" pitchFamily="34" charset="0"/>
                          <a:ea typeface="宋体" panose="02010600030101010101" pitchFamily="2" charset="-122"/>
                        </a:defRPr>
                      </a:lvl3pPr>
                      <a:lvl4pPr marL="1025525">
                        <a:lnSpc>
                          <a:spcPct val="95000"/>
                        </a:lnSpc>
                        <a:spcBef>
                          <a:spcPct val="10000"/>
                        </a:spcBef>
                        <a:spcAft>
                          <a:spcPct val="30000"/>
                        </a:spcAft>
                        <a:buFont typeface="Futura Bk" pitchFamily="34" charset="0"/>
                        <a:defRPr sz="1600">
                          <a:solidFill>
                            <a:schemeClr val="tx1"/>
                          </a:solidFill>
                          <a:latin typeface="Futura Bk" pitchFamily="34" charset="0"/>
                          <a:ea typeface="宋体" panose="02010600030101010101" pitchFamily="2" charset="-122"/>
                        </a:defRPr>
                      </a:lvl4pPr>
                      <a:lvl5pPr marL="1713230">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5pPr>
                      <a:lvl6pPr marL="21704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6pPr>
                      <a:lvl7pPr marL="26276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7pPr>
                      <a:lvl8pPr marL="30848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8pPr>
                      <a:lvl9pPr marL="35420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9pPr>
                    </a:lstStyle>
                    <a:p>
                      <a:pPr marL="0" marR="0" lvl="0" indent="0" algn="l" defTabSz="914400" rtl="0" eaLnBrk="1" fontAlgn="base" latinLnBrk="0" hangingPunct="1">
                        <a:lnSpc>
                          <a:spcPct val="95000"/>
                        </a:lnSpc>
                        <a:spcBef>
                          <a:spcPct val="10000"/>
                        </a:spcBef>
                        <a:spcAft>
                          <a:spcPct val="30000"/>
                        </a:spcAft>
                        <a:buClrTx/>
                        <a:buSzPct val="80000"/>
                        <a:buFontTx/>
                        <a:buNone/>
                      </a:pPr>
                      <a:r>
                        <a:rPr kumimoji="0" lang="en-US" altLang="zh-CN" sz="2000" b="0" i="0" u="none" strike="noStrike" cap="none" normalizeH="0" baseline="0">
                          <a:ln>
                            <a:noFill/>
                          </a:ln>
                          <a:solidFill>
                            <a:schemeClr val="bg2"/>
                          </a:solidFill>
                          <a:effectLst/>
                          <a:latin typeface="Futura Bk" pitchFamily="34" charset="0"/>
                          <a:ea typeface="黑体" panose="02010609060101010101" pitchFamily="49" charset="-122"/>
                        </a:rPr>
                        <a:t>2</a:t>
                      </a:r>
                      <a:r>
                        <a:rPr kumimoji="0" lang="zh-CN" altLang="en-US" sz="2000" b="0" i="0" u="none" strike="noStrike" cap="none" normalizeH="0" baseline="0">
                          <a:ln>
                            <a:noFill/>
                          </a:ln>
                          <a:solidFill>
                            <a:schemeClr val="bg2"/>
                          </a:solidFill>
                          <a:effectLst/>
                          <a:latin typeface="Futura Bk" pitchFamily="34" charset="0"/>
                          <a:ea typeface="黑体" panose="02010609060101010101" pitchFamily="49" charset="-122"/>
                        </a:rPr>
                        <a:t>天</a:t>
                      </a:r>
                      <a:endParaRPr kumimoji="0" lang="zh-CN" altLang="en-US" sz="2000" b="0" i="0" u="none" strike="noStrike" cap="none" normalizeH="0" baseline="0">
                        <a:ln>
                          <a:noFill/>
                        </a:ln>
                        <a:solidFill>
                          <a:schemeClr val="bg2"/>
                        </a:solidFill>
                        <a:effectLst/>
                        <a:latin typeface="Futura Bk" pitchFamily="34" charset="0"/>
                        <a:ea typeface="黑体" panose="02010609060101010101" pitchFamily="49" charset="-122"/>
                      </a:endParaRPr>
                    </a:p>
                  </a:txBody>
                  <a:tcPr marL="72000" marR="72000" marT="72000" marB="72000" anchor="ctr" horzOverflow="overflow">
                    <a:lnL w="12700" cap="flat" cmpd="sng" algn="ctr">
                      <a:solidFill>
                        <a:schemeClr val="bg1"/>
                      </a:solidFill>
                      <a:prstDash val="solid"/>
                      <a:round/>
                      <a:headEnd type="none" w="med" len="med"/>
                      <a:tailEnd type="arrow" w="lg" len="sm"/>
                    </a:lnL>
                    <a:lnR w="12700" cap="flat" cmpd="sng" algn="ctr">
                      <a:solidFill>
                        <a:schemeClr val="bg1"/>
                      </a:solidFill>
                      <a:prstDash val="solid"/>
                      <a:round/>
                      <a:headEnd type="none" w="med" len="med"/>
                      <a:tailEnd type="none" w="lg" len="sm"/>
                    </a:lnR>
                    <a:lnT w="12700" cap="flat" cmpd="sng" algn="ctr">
                      <a:solidFill>
                        <a:schemeClr val="bg1"/>
                      </a:solidFill>
                      <a:prstDash val="solid"/>
                      <a:round/>
                      <a:headEnd type="none" w="med" len="med"/>
                      <a:tailEnd type="arrow" w="lg" len="sm"/>
                    </a:lnT>
                    <a:lnB w="12700" cap="flat" cmpd="sng" algn="ctr">
                      <a:solidFill>
                        <a:schemeClr val="bg1"/>
                      </a:solidFill>
                      <a:prstDash val="solid"/>
                      <a:round/>
                      <a:headEnd type="none" w="med" len="med"/>
                      <a:tailEnd type="arrow" w="lg" len="sm"/>
                    </a:lnB>
                    <a:lnTlToBr>
                      <a:noFill/>
                    </a:lnTlToBr>
                    <a:lnBlToTr>
                      <a:noFill/>
                    </a:lnBlToTr>
                    <a:noFill/>
                  </a:tcPr>
                </a:tc>
              </a:tr>
              <a:tr h="752475">
                <a:tc>
                  <a:txBody>
                    <a:bodyPr/>
                    <a:lstStyle>
                      <a:lvl1pPr>
                        <a:lnSpc>
                          <a:spcPct val="95000"/>
                        </a:lnSpc>
                        <a:spcBef>
                          <a:spcPct val="10000"/>
                        </a:spcBef>
                        <a:spcAft>
                          <a:spcPct val="30000"/>
                        </a:spcAft>
                        <a:buSzPct val="80000"/>
                        <a:defRPr sz="2800">
                          <a:solidFill>
                            <a:schemeClr val="bg2"/>
                          </a:solidFill>
                          <a:latin typeface="Futura Bk" pitchFamily="34" charset="0"/>
                          <a:ea typeface="黑体" panose="02010609060101010101" pitchFamily="49" charset="-122"/>
                        </a:defRPr>
                      </a:lvl1pPr>
                      <a:lvl2pPr marL="227330">
                        <a:lnSpc>
                          <a:spcPct val="95000"/>
                        </a:lnSpc>
                        <a:spcBef>
                          <a:spcPct val="10000"/>
                        </a:spcBef>
                        <a:spcAft>
                          <a:spcPct val="30000"/>
                        </a:spcAft>
                        <a:buSzPct val="80000"/>
                        <a:buFont typeface="Futura Bk" pitchFamily="34" charset="0"/>
                        <a:defRPr sz="2400">
                          <a:solidFill>
                            <a:schemeClr val="bg2"/>
                          </a:solidFill>
                          <a:latin typeface="Futura Bk" pitchFamily="34" charset="0"/>
                          <a:ea typeface="黑体" panose="02010609060101010101" pitchFamily="49" charset="-122"/>
                        </a:defRPr>
                      </a:lvl2pPr>
                      <a:lvl3pPr marL="713105">
                        <a:lnSpc>
                          <a:spcPct val="95000"/>
                        </a:lnSpc>
                        <a:spcBef>
                          <a:spcPct val="10000"/>
                        </a:spcBef>
                        <a:spcAft>
                          <a:spcPct val="30000"/>
                        </a:spcAft>
                        <a:buSzPct val="85000"/>
                        <a:defRPr sz="2000">
                          <a:solidFill>
                            <a:schemeClr val="bg1"/>
                          </a:solidFill>
                          <a:latin typeface="Futura Bk" pitchFamily="34" charset="0"/>
                          <a:ea typeface="宋体" panose="02010600030101010101" pitchFamily="2" charset="-122"/>
                        </a:defRPr>
                      </a:lvl3pPr>
                      <a:lvl4pPr marL="1025525">
                        <a:lnSpc>
                          <a:spcPct val="95000"/>
                        </a:lnSpc>
                        <a:spcBef>
                          <a:spcPct val="10000"/>
                        </a:spcBef>
                        <a:spcAft>
                          <a:spcPct val="30000"/>
                        </a:spcAft>
                        <a:buFont typeface="Futura Bk" pitchFamily="34" charset="0"/>
                        <a:defRPr sz="1600">
                          <a:solidFill>
                            <a:schemeClr val="tx1"/>
                          </a:solidFill>
                          <a:latin typeface="Futura Bk" pitchFamily="34" charset="0"/>
                          <a:ea typeface="宋体" panose="02010600030101010101" pitchFamily="2" charset="-122"/>
                        </a:defRPr>
                      </a:lvl4pPr>
                      <a:lvl5pPr marL="1713230">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5pPr>
                      <a:lvl6pPr marL="21704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6pPr>
                      <a:lvl7pPr marL="26276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7pPr>
                      <a:lvl8pPr marL="30848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8pPr>
                      <a:lvl9pPr marL="35420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9pPr>
                    </a:lstStyle>
                    <a:p>
                      <a:pPr marL="0" marR="0" lvl="0" indent="0" algn="l" defTabSz="914400" rtl="0" eaLnBrk="1" fontAlgn="base" latinLnBrk="0" hangingPunct="1">
                        <a:lnSpc>
                          <a:spcPct val="95000"/>
                        </a:lnSpc>
                        <a:spcBef>
                          <a:spcPct val="10000"/>
                        </a:spcBef>
                        <a:spcAft>
                          <a:spcPct val="30000"/>
                        </a:spcAft>
                        <a:buClrTx/>
                        <a:buSzPct val="80000"/>
                        <a:buFontTx/>
                        <a:buNone/>
                      </a:pPr>
                      <a:r>
                        <a:rPr kumimoji="0" lang="en-US" altLang="zh-CN" sz="2000" b="0" i="0" u="none" strike="noStrike" cap="none" normalizeH="0" baseline="0">
                          <a:ln>
                            <a:noFill/>
                          </a:ln>
                          <a:solidFill>
                            <a:schemeClr val="bg2"/>
                          </a:solidFill>
                          <a:effectLst/>
                          <a:latin typeface="Futura Bk" pitchFamily="34" charset="0"/>
                          <a:ea typeface="黑体" panose="02010609060101010101" pitchFamily="49" charset="-122"/>
                        </a:rPr>
                        <a:t>2.    </a:t>
                      </a:r>
                      <a:r>
                        <a:rPr kumimoji="0" lang="zh-CN" altLang="en-US" sz="2000" b="0" i="0" u="none" strike="noStrike" cap="none" normalizeH="0" baseline="0">
                          <a:ln>
                            <a:noFill/>
                          </a:ln>
                          <a:solidFill>
                            <a:schemeClr val="bg2"/>
                          </a:solidFill>
                          <a:effectLst/>
                          <a:latin typeface="Futura Bk" pitchFamily="34" charset="0"/>
                          <a:ea typeface="黑体" panose="02010609060101010101" pitchFamily="49" charset="-122"/>
                        </a:rPr>
                        <a:t>培训操作员</a:t>
                      </a:r>
                      <a:endParaRPr kumimoji="0" lang="zh-CN" altLang="en-US" sz="2000" b="0" i="0" u="none" strike="noStrike" cap="none" normalizeH="0" baseline="0">
                        <a:ln>
                          <a:noFill/>
                        </a:ln>
                        <a:solidFill>
                          <a:schemeClr val="bg2"/>
                        </a:solidFill>
                        <a:effectLst/>
                        <a:latin typeface="Futura Bk" pitchFamily="34" charset="0"/>
                        <a:ea typeface="黑体" panose="02010609060101010101" pitchFamily="49" charset="-122"/>
                      </a:endParaRPr>
                    </a:p>
                  </a:txBody>
                  <a:tcPr marL="72000" marR="72000" marT="72000" marB="72000" anchor="ctr" horzOverflow="overflow">
                    <a:lnL w="12700" cap="flat" cmpd="sng" algn="ctr">
                      <a:solidFill>
                        <a:schemeClr val="bg1"/>
                      </a:solidFill>
                      <a:prstDash val="solid"/>
                      <a:round/>
                      <a:headEnd type="none" w="med" len="med"/>
                      <a:tailEnd type="none" w="lg" len="sm"/>
                    </a:lnL>
                    <a:lnR w="12700" cap="flat" cmpd="sng" algn="ctr">
                      <a:solidFill>
                        <a:schemeClr val="bg1"/>
                      </a:solidFill>
                      <a:prstDash val="solid"/>
                      <a:round/>
                      <a:headEnd type="none" w="med" len="med"/>
                      <a:tailEnd type="arrow" w="lg" len="sm"/>
                    </a:lnR>
                    <a:lnT w="12700" cap="flat" cmpd="sng" algn="ctr">
                      <a:solidFill>
                        <a:schemeClr val="bg1"/>
                      </a:solidFill>
                      <a:prstDash val="solid"/>
                      <a:round/>
                      <a:headEnd type="none" w="med" len="med"/>
                      <a:tailEnd type="arrow" w="lg" len="sm"/>
                    </a:lnT>
                    <a:lnB w="12700" cap="flat" cmpd="sng" algn="ctr">
                      <a:solidFill>
                        <a:schemeClr val="bg1"/>
                      </a:solidFill>
                      <a:prstDash val="solid"/>
                      <a:round/>
                      <a:headEnd type="none" w="med" len="med"/>
                      <a:tailEnd type="arrow" w="lg" len="sm"/>
                    </a:lnB>
                    <a:lnTlToBr>
                      <a:noFill/>
                    </a:lnTlToBr>
                    <a:lnBlToTr>
                      <a:noFill/>
                    </a:lnBlToTr>
                    <a:noFill/>
                  </a:tcPr>
                </a:tc>
                <a:tc>
                  <a:txBody>
                    <a:bodyPr/>
                    <a:lstStyle>
                      <a:lvl1pPr>
                        <a:lnSpc>
                          <a:spcPct val="95000"/>
                        </a:lnSpc>
                        <a:spcBef>
                          <a:spcPct val="10000"/>
                        </a:spcBef>
                        <a:spcAft>
                          <a:spcPct val="30000"/>
                        </a:spcAft>
                        <a:buSzPct val="80000"/>
                        <a:defRPr sz="2800">
                          <a:solidFill>
                            <a:schemeClr val="bg2"/>
                          </a:solidFill>
                          <a:latin typeface="Futura Bk" pitchFamily="34" charset="0"/>
                          <a:ea typeface="黑体" panose="02010609060101010101" pitchFamily="49" charset="-122"/>
                        </a:defRPr>
                      </a:lvl1pPr>
                      <a:lvl2pPr marL="227330">
                        <a:lnSpc>
                          <a:spcPct val="95000"/>
                        </a:lnSpc>
                        <a:spcBef>
                          <a:spcPct val="10000"/>
                        </a:spcBef>
                        <a:spcAft>
                          <a:spcPct val="30000"/>
                        </a:spcAft>
                        <a:buSzPct val="80000"/>
                        <a:buFont typeface="Futura Bk" pitchFamily="34" charset="0"/>
                        <a:defRPr sz="2400">
                          <a:solidFill>
                            <a:schemeClr val="bg2"/>
                          </a:solidFill>
                          <a:latin typeface="Futura Bk" pitchFamily="34" charset="0"/>
                          <a:ea typeface="黑体" panose="02010609060101010101" pitchFamily="49" charset="-122"/>
                        </a:defRPr>
                      </a:lvl2pPr>
                      <a:lvl3pPr marL="713105">
                        <a:lnSpc>
                          <a:spcPct val="95000"/>
                        </a:lnSpc>
                        <a:spcBef>
                          <a:spcPct val="10000"/>
                        </a:spcBef>
                        <a:spcAft>
                          <a:spcPct val="30000"/>
                        </a:spcAft>
                        <a:buSzPct val="85000"/>
                        <a:defRPr sz="2000">
                          <a:solidFill>
                            <a:schemeClr val="bg1"/>
                          </a:solidFill>
                          <a:latin typeface="Futura Bk" pitchFamily="34" charset="0"/>
                          <a:ea typeface="宋体" panose="02010600030101010101" pitchFamily="2" charset="-122"/>
                        </a:defRPr>
                      </a:lvl3pPr>
                      <a:lvl4pPr marL="1025525">
                        <a:lnSpc>
                          <a:spcPct val="95000"/>
                        </a:lnSpc>
                        <a:spcBef>
                          <a:spcPct val="10000"/>
                        </a:spcBef>
                        <a:spcAft>
                          <a:spcPct val="30000"/>
                        </a:spcAft>
                        <a:buFont typeface="Futura Bk" pitchFamily="34" charset="0"/>
                        <a:defRPr sz="1600">
                          <a:solidFill>
                            <a:schemeClr val="tx1"/>
                          </a:solidFill>
                          <a:latin typeface="Futura Bk" pitchFamily="34" charset="0"/>
                          <a:ea typeface="宋体" panose="02010600030101010101" pitchFamily="2" charset="-122"/>
                        </a:defRPr>
                      </a:lvl4pPr>
                      <a:lvl5pPr marL="1713230">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5pPr>
                      <a:lvl6pPr marL="21704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6pPr>
                      <a:lvl7pPr marL="26276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7pPr>
                      <a:lvl8pPr marL="30848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8pPr>
                      <a:lvl9pPr marL="35420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9pPr>
                    </a:lstStyle>
                    <a:p>
                      <a:pPr marL="0" marR="0" lvl="0" indent="0" algn="l" defTabSz="914400" rtl="0" eaLnBrk="1" fontAlgn="base" latinLnBrk="0" hangingPunct="1">
                        <a:lnSpc>
                          <a:spcPct val="95000"/>
                        </a:lnSpc>
                        <a:spcBef>
                          <a:spcPct val="10000"/>
                        </a:spcBef>
                        <a:spcAft>
                          <a:spcPct val="30000"/>
                        </a:spcAft>
                        <a:buClrTx/>
                        <a:buSzPct val="80000"/>
                        <a:buFontTx/>
                        <a:buNone/>
                      </a:pPr>
                      <a:r>
                        <a:rPr kumimoji="0" lang="en-US" altLang="zh-CN" sz="2000" b="0" i="0" u="none" strike="noStrike" cap="none" normalizeH="0" baseline="0">
                          <a:ln>
                            <a:noFill/>
                          </a:ln>
                          <a:solidFill>
                            <a:schemeClr val="bg2"/>
                          </a:solidFill>
                          <a:effectLst/>
                          <a:latin typeface="Futura Bk" pitchFamily="34" charset="0"/>
                          <a:ea typeface="黑体" panose="02010609060101010101" pitchFamily="49" charset="-122"/>
                        </a:rPr>
                        <a:t>1</a:t>
                      </a:r>
                      <a:endParaRPr kumimoji="0" lang="en-US" altLang="zh-CN" sz="2000" b="0" i="0" u="none" strike="noStrike" cap="none" normalizeH="0" baseline="0">
                        <a:ln>
                          <a:noFill/>
                        </a:ln>
                        <a:solidFill>
                          <a:schemeClr val="bg2"/>
                        </a:solidFill>
                        <a:effectLst/>
                        <a:latin typeface="Futura Bk" pitchFamily="34" charset="0"/>
                        <a:ea typeface="黑体" panose="02010609060101010101" pitchFamily="49" charset="-122"/>
                      </a:endParaRPr>
                    </a:p>
                  </a:txBody>
                  <a:tcPr marL="72000" marR="72000" marT="72000" marB="72000" anchor="ctr" horzOverflow="overflow">
                    <a:lnL w="12700" cap="flat" cmpd="sng" algn="ctr">
                      <a:solidFill>
                        <a:schemeClr val="bg1"/>
                      </a:solidFill>
                      <a:prstDash val="solid"/>
                      <a:round/>
                      <a:headEnd type="none" w="med" len="med"/>
                      <a:tailEnd type="arrow" w="lg" len="sm"/>
                    </a:lnL>
                    <a:lnR w="12700" cap="flat" cmpd="sng" algn="ctr">
                      <a:solidFill>
                        <a:schemeClr val="bg1"/>
                      </a:solidFill>
                      <a:prstDash val="solid"/>
                      <a:round/>
                      <a:headEnd type="none" w="med" len="med"/>
                      <a:tailEnd type="arrow" w="lg" len="sm"/>
                    </a:lnR>
                    <a:lnT w="12700" cap="flat" cmpd="sng" algn="ctr">
                      <a:solidFill>
                        <a:schemeClr val="bg1"/>
                      </a:solidFill>
                      <a:prstDash val="solid"/>
                      <a:round/>
                      <a:headEnd type="none" w="med" len="med"/>
                      <a:tailEnd type="arrow" w="lg" len="sm"/>
                    </a:lnT>
                    <a:lnB w="12700" cap="flat" cmpd="sng" algn="ctr">
                      <a:solidFill>
                        <a:schemeClr val="bg1"/>
                      </a:solidFill>
                      <a:prstDash val="solid"/>
                      <a:round/>
                      <a:headEnd type="none" w="med" len="med"/>
                      <a:tailEnd type="arrow" w="lg" len="sm"/>
                    </a:lnB>
                    <a:lnTlToBr>
                      <a:noFill/>
                    </a:lnTlToBr>
                    <a:lnBlToTr>
                      <a:noFill/>
                    </a:lnBlToTr>
                    <a:noFill/>
                  </a:tcPr>
                </a:tc>
                <a:tc>
                  <a:txBody>
                    <a:bodyPr/>
                    <a:lstStyle>
                      <a:lvl1pPr>
                        <a:lnSpc>
                          <a:spcPct val="95000"/>
                        </a:lnSpc>
                        <a:spcBef>
                          <a:spcPct val="10000"/>
                        </a:spcBef>
                        <a:spcAft>
                          <a:spcPct val="30000"/>
                        </a:spcAft>
                        <a:buSzPct val="80000"/>
                        <a:defRPr sz="2800">
                          <a:solidFill>
                            <a:schemeClr val="bg2"/>
                          </a:solidFill>
                          <a:latin typeface="Futura Bk" pitchFamily="34" charset="0"/>
                          <a:ea typeface="黑体" panose="02010609060101010101" pitchFamily="49" charset="-122"/>
                        </a:defRPr>
                      </a:lvl1pPr>
                      <a:lvl2pPr marL="227330">
                        <a:lnSpc>
                          <a:spcPct val="95000"/>
                        </a:lnSpc>
                        <a:spcBef>
                          <a:spcPct val="10000"/>
                        </a:spcBef>
                        <a:spcAft>
                          <a:spcPct val="30000"/>
                        </a:spcAft>
                        <a:buSzPct val="80000"/>
                        <a:buFont typeface="Futura Bk" pitchFamily="34" charset="0"/>
                        <a:defRPr sz="2400">
                          <a:solidFill>
                            <a:schemeClr val="bg2"/>
                          </a:solidFill>
                          <a:latin typeface="Futura Bk" pitchFamily="34" charset="0"/>
                          <a:ea typeface="黑体" panose="02010609060101010101" pitchFamily="49" charset="-122"/>
                        </a:defRPr>
                      </a:lvl2pPr>
                      <a:lvl3pPr marL="713105">
                        <a:lnSpc>
                          <a:spcPct val="95000"/>
                        </a:lnSpc>
                        <a:spcBef>
                          <a:spcPct val="10000"/>
                        </a:spcBef>
                        <a:spcAft>
                          <a:spcPct val="30000"/>
                        </a:spcAft>
                        <a:buSzPct val="85000"/>
                        <a:defRPr sz="2000">
                          <a:solidFill>
                            <a:schemeClr val="bg1"/>
                          </a:solidFill>
                          <a:latin typeface="Futura Bk" pitchFamily="34" charset="0"/>
                          <a:ea typeface="宋体" panose="02010600030101010101" pitchFamily="2" charset="-122"/>
                        </a:defRPr>
                      </a:lvl3pPr>
                      <a:lvl4pPr marL="1025525">
                        <a:lnSpc>
                          <a:spcPct val="95000"/>
                        </a:lnSpc>
                        <a:spcBef>
                          <a:spcPct val="10000"/>
                        </a:spcBef>
                        <a:spcAft>
                          <a:spcPct val="30000"/>
                        </a:spcAft>
                        <a:buFont typeface="Futura Bk" pitchFamily="34" charset="0"/>
                        <a:defRPr sz="1600">
                          <a:solidFill>
                            <a:schemeClr val="tx1"/>
                          </a:solidFill>
                          <a:latin typeface="Futura Bk" pitchFamily="34" charset="0"/>
                          <a:ea typeface="宋体" panose="02010600030101010101" pitchFamily="2" charset="-122"/>
                        </a:defRPr>
                      </a:lvl4pPr>
                      <a:lvl5pPr marL="1713230">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5pPr>
                      <a:lvl6pPr marL="21704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6pPr>
                      <a:lvl7pPr marL="26276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7pPr>
                      <a:lvl8pPr marL="30848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8pPr>
                      <a:lvl9pPr marL="35420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9pPr>
                    </a:lstStyle>
                    <a:p>
                      <a:pPr marL="0" marR="0" lvl="0" indent="0" algn="l" defTabSz="914400" rtl="0" eaLnBrk="1" fontAlgn="base" latinLnBrk="0" hangingPunct="1">
                        <a:lnSpc>
                          <a:spcPct val="95000"/>
                        </a:lnSpc>
                        <a:spcBef>
                          <a:spcPct val="10000"/>
                        </a:spcBef>
                        <a:spcAft>
                          <a:spcPct val="30000"/>
                        </a:spcAft>
                        <a:buClrTx/>
                        <a:buSzPct val="80000"/>
                        <a:buFontTx/>
                        <a:buNone/>
                      </a:pPr>
                      <a:r>
                        <a:rPr kumimoji="0" lang="en-US" altLang="zh-CN" sz="2000" b="0" i="0" u="none" strike="noStrike" cap="none" normalizeH="0" baseline="0">
                          <a:ln>
                            <a:noFill/>
                          </a:ln>
                          <a:solidFill>
                            <a:schemeClr val="bg2"/>
                          </a:solidFill>
                          <a:effectLst/>
                          <a:latin typeface="Futura Bk" pitchFamily="34" charset="0"/>
                          <a:ea typeface="黑体" panose="02010609060101010101" pitchFamily="49" charset="-122"/>
                        </a:rPr>
                        <a:t>3</a:t>
                      </a:r>
                      <a:r>
                        <a:rPr kumimoji="0" lang="zh-CN" altLang="en-US" sz="2000" b="0" i="0" u="none" strike="noStrike" cap="none" normalizeH="0" baseline="0">
                          <a:ln>
                            <a:noFill/>
                          </a:ln>
                          <a:solidFill>
                            <a:schemeClr val="bg2"/>
                          </a:solidFill>
                          <a:effectLst/>
                          <a:latin typeface="Futura Bk" pitchFamily="34" charset="0"/>
                          <a:ea typeface="黑体" panose="02010609060101010101" pitchFamily="49" charset="-122"/>
                        </a:rPr>
                        <a:t>天</a:t>
                      </a:r>
                      <a:endParaRPr kumimoji="0" lang="zh-CN" altLang="en-US" sz="2000" b="0" i="0" u="none" strike="noStrike" cap="none" normalizeH="0" baseline="0">
                        <a:ln>
                          <a:noFill/>
                        </a:ln>
                        <a:solidFill>
                          <a:schemeClr val="bg2"/>
                        </a:solidFill>
                        <a:effectLst/>
                        <a:latin typeface="Futura Bk" pitchFamily="34" charset="0"/>
                        <a:ea typeface="黑体" panose="02010609060101010101" pitchFamily="49" charset="-122"/>
                      </a:endParaRPr>
                    </a:p>
                  </a:txBody>
                  <a:tcPr marL="72000" marR="72000" marT="72000" marB="72000" anchor="ctr" horzOverflow="overflow">
                    <a:lnL w="12700" cap="flat" cmpd="sng" algn="ctr">
                      <a:solidFill>
                        <a:schemeClr val="bg1"/>
                      </a:solidFill>
                      <a:prstDash val="solid"/>
                      <a:round/>
                      <a:headEnd type="none" w="med" len="med"/>
                      <a:tailEnd type="arrow" w="lg" len="sm"/>
                    </a:lnL>
                    <a:lnR w="12700" cap="flat" cmpd="sng" algn="ctr">
                      <a:solidFill>
                        <a:schemeClr val="bg1"/>
                      </a:solidFill>
                      <a:prstDash val="solid"/>
                      <a:round/>
                      <a:headEnd type="none" w="med" len="med"/>
                      <a:tailEnd type="none" w="lg" len="sm"/>
                    </a:lnR>
                    <a:lnT w="12700" cap="flat" cmpd="sng" algn="ctr">
                      <a:solidFill>
                        <a:schemeClr val="bg1"/>
                      </a:solidFill>
                      <a:prstDash val="solid"/>
                      <a:round/>
                      <a:headEnd type="none" w="med" len="med"/>
                      <a:tailEnd type="arrow" w="lg" len="sm"/>
                    </a:lnT>
                    <a:lnB w="12700" cap="flat" cmpd="sng" algn="ctr">
                      <a:solidFill>
                        <a:schemeClr val="bg1"/>
                      </a:solidFill>
                      <a:prstDash val="solid"/>
                      <a:round/>
                      <a:headEnd type="none" w="med" len="med"/>
                      <a:tailEnd type="arrow" w="lg" len="sm"/>
                    </a:lnB>
                    <a:lnTlToBr>
                      <a:noFill/>
                    </a:lnTlToBr>
                    <a:lnBlToTr>
                      <a:noFill/>
                    </a:lnBlToTr>
                    <a:noFill/>
                  </a:tcPr>
                </a:tc>
              </a:tr>
              <a:tr h="752475">
                <a:tc>
                  <a:txBody>
                    <a:bodyPr/>
                    <a:lstStyle>
                      <a:lvl1pPr>
                        <a:lnSpc>
                          <a:spcPct val="95000"/>
                        </a:lnSpc>
                        <a:spcBef>
                          <a:spcPct val="10000"/>
                        </a:spcBef>
                        <a:spcAft>
                          <a:spcPct val="30000"/>
                        </a:spcAft>
                        <a:buSzPct val="80000"/>
                        <a:defRPr sz="2800">
                          <a:solidFill>
                            <a:schemeClr val="bg2"/>
                          </a:solidFill>
                          <a:latin typeface="Futura Bk" pitchFamily="34" charset="0"/>
                          <a:ea typeface="黑体" panose="02010609060101010101" pitchFamily="49" charset="-122"/>
                        </a:defRPr>
                      </a:lvl1pPr>
                      <a:lvl2pPr marL="227330">
                        <a:lnSpc>
                          <a:spcPct val="95000"/>
                        </a:lnSpc>
                        <a:spcBef>
                          <a:spcPct val="10000"/>
                        </a:spcBef>
                        <a:spcAft>
                          <a:spcPct val="30000"/>
                        </a:spcAft>
                        <a:buSzPct val="80000"/>
                        <a:buFont typeface="Futura Bk" pitchFamily="34" charset="0"/>
                        <a:defRPr sz="2400">
                          <a:solidFill>
                            <a:schemeClr val="bg2"/>
                          </a:solidFill>
                          <a:latin typeface="Futura Bk" pitchFamily="34" charset="0"/>
                          <a:ea typeface="黑体" panose="02010609060101010101" pitchFamily="49" charset="-122"/>
                        </a:defRPr>
                      </a:lvl2pPr>
                      <a:lvl3pPr marL="713105">
                        <a:lnSpc>
                          <a:spcPct val="95000"/>
                        </a:lnSpc>
                        <a:spcBef>
                          <a:spcPct val="10000"/>
                        </a:spcBef>
                        <a:spcAft>
                          <a:spcPct val="30000"/>
                        </a:spcAft>
                        <a:buSzPct val="85000"/>
                        <a:defRPr sz="2000">
                          <a:solidFill>
                            <a:schemeClr val="bg1"/>
                          </a:solidFill>
                          <a:latin typeface="Futura Bk" pitchFamily="34" charset="0"/>
                          <a:ea typeface="宋体" panose="02010600030101010101" pitchFamily="2" charset="-122"/>
                        </a:defRPr>
                      </a:lvl3pPr>
                      <a:lvl4pPr marL="1025525">
                        <a:lnSpc>
                          <a:spcPct val="95000"/>
                        </a:lnSpc>
                        <a:spcBef>
                          <a:spcPct val="10000"/>
                        </a:spcBef>
                        <a:spcAft>
                          <a:spcPct val="30000"/>
                        </a:spcAft>
                        <a:buFont typeface="Futura Bk" pitchFamily="34" charset="0"/>
                        <a:defRPr sz="1600">
                          <a:solidFill>
                            <a:schemeClr val="tx1"/>
                          </a:solidFill>
                          <a:latin typeface="Futura Bk" pitchFamily="34" charset="0"/>
                          <a:ea typeface="宋体" panose="02010600030101010101" pitchFamily="2" charset="-122"/>
                        </a:defRPr>
                      </a:lvl4pPr>
                      <a:lvl5pPr marL="1713230">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5pPr>
                      <a:lvl6pPr marL="21704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6pPr>
                      <a:lvl7pPr marL="26276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7pPr>
                      <a:lvl8pPr marL="30848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8pPr>
                      <a:lvl9pPr marL="35420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9pPr>
                    </a:lstStyle>
                    <a:p>
                      <a:pPr marL="0" marR="0" lvl="0" indent="0" algn="l" defTabSz="914400" rtl="0" eaLnBrk="1" fontAlgn="base" latinLnBrk="0" hangingPunct="1">
                        <a:lnSpc>
                          <a:spcPct val="95000"/>
                        </a:lnSpc>
                        <a:spcBef>
                          <a:spcPct val="10000"/>
                        </a:spcBef>
                        <a:spcAft>
                          <a:spcPct val="30000"/>
                        </a:spcAft>
                        <a:buClrTx/>
                        <a:buSzPct val="80000"/>
                        <a:buFontTx/>
                        <a:buNone/>
                      </a:pPr>
                      <a:r>
                        <a:rPr kumimoji="0" lang="en-US" altLang="zh-CN" sz="2000" b="0" i="0" u="none" strike="noStrike" cap="none" normalizeH="0" baseline="0">
                          <a:ln>
                            <a:noFill/>
                          </a:ln>
                          <a:solidFill>
                            <a:schemeClr val="bg2"/>
                          </a:solidFill>
                          <a:effectLst/>
                          <a:latin typeface="Futura Bk" pitchFamily="34" charset="0"/>
                          <a:ea typeface="黑体" panose="02010609060101010101" pitchFamily="49" charset="-122"/>
                        </a:rPr>
                        <a:t>3.1  </a:t>
                      </a:r>
                      <a:r>
                        <a:rPr kumimoji="0" lang="zh-CN" altLang="en-US" sz="2000" b="0" i="0" u="none" strike="noStrike" cap="none" normalizeH="0" baseline="0">
                          <a:ln>
                            <a:noFill/>
                          </a:ln>
                          <a:solidFill>
                            <a:schemeClr val="bg2"/>
                          </a:solidFill>
                          <a:effectLst/>
                          <a:latin typeface="Futura Bk" pitchFamily="34" charset="0"/>
                          <a:ea typeface="黑体" panose="02010609060101010101" pitchFamily="49" charset="-122"/>
                        </a:rPr>
                        <a:t>安装场地准备</a:t>
                      </a:r>
                      <a:endParaRPr kumimoji="0" lang="zh-CN" altLang="en-US" sz="2000" b="0" i="0" u="none" strike="noStrike" cap="none" normalizeH="0" baseline="0">
                        <a:ln>
                          <a:noFill/>
                        </a:ln>
                        <a:solidFill>
                          <a:schemeClr val="bg2"/>
                        </a:solidFill>
                        <a:effectLst/>
                        <a:latin typeface="Futura Bk" pitchFamily="34" charset="0"/>
                        <a:ea typeface="黑体" panose="02010609060101010101" pitchFamily="49" charset="-122"/>
                      </a:endParaRPr>
                    </a:p>
                  </a:txBody>
                  <a:tcPr marL="72000" marR="72000" marT="72000" marB="72000" anchor="ctr" horzOverflow="overflow">
                    <a:lnL w="12700" cap="flat" cmpd="sng" algn="ctr">
                      <a:solidFill>
                        <a:schemeClr val="bg1"/>
                      </a:solidFill>
                      <a:prstDash val="solid"/>
                      <a:round/>
                      <a:headEnd type="none" w="med" len="med"/>
                      <a:tailEnd type="none" w="lg" len="sm"/>
                    </a:lnL>
                    <a:lnR w="12700" cap="flat" cmpd="sng" algn="ctr">
                      <a:solidFill>
                        <a:schemeClr val="bg1"/>
                      </a:solidFill>
                      <a:prstDash val="solid"/>
                      <a:round/>
                      <a:headEnd type="none" w="med" len="med"/>
                      <a:tailEnd type="arrow" w="lg" len="sm"/>
                    </a:lnR>
                    <a:lnT w="12700" cap="flat" cmpd="sng" algn="ctr">
                      <a:solidFill>
                        <a:schemeClr val="bg1"/>
                      </a:solidFill>
                      <a:prstDash val="solid"/>
                      <a:round/>
                      <a:headEnd type="none" w="med" len="med"/>
                      <a:tailEnd type="arrow" w="lg" len="sm"/>
                    </a:lnT>
                    <a:lnB w="12700" cap="flat" cmpd="sng" algn="ctr">
                      <a:solidFill>
                        <a:schemeClr val="bg1"/>
                      </a:solidFill>
                      <a:prstDash val="solid"/>
                      <a:round/>
                      <a:headEnd type="none" w="med" len="med"/>
                      <a:tailEnd type="arrow" w="lg" len="sm"/>
                    </a:lnB>
                    <a:lnTlToBr>
                      <a:noFill/>
                    </a:lnTlToBr>
                    <a:lnBlToTr>
                      <a:noFill/>
                    </a:lnBlToTr>
                    <a:noFill/>
                  </a:tcPr>
                </a:tc>
                <a:tc>
                  <a:txBody>
                    <a:bodyPr/>
                    <a:lstStyle>
                      <a:lvl1pPr>
                        <a:lnSpc>
                          <a:spcPct val="95000"/>
                        </a:lnSpc>
                        <a:spcBef>
                          <a:spcPct val="10000"/>
                        </a:spcBef>
                        <a:spcAft>
                          <a:spcPct val="30000"/>
                        </a:spcAft>
                        <a:buSzPct val="80000"/>
                        <a:defRPr sz="2800">
                          <a:solidFill>
                            <a:schemeClr val="bg2"/>
                          </a:solidFill>
                          <a:latin typeface="Futura Bk" pitchFamily="34" charset="0"/>
                          <a:ea typeface="黑体" panose="02010609060101010101" pitchFamily="49" charset="-122"/>
                        </a:defRPr>
                      </a:lvl1pPr>
                      <a:lvl2pPr marL="227330">
                        <a:lnSpc>
                          <a:spcPct val="95000"/>
                        </a:lnSpc>
                        <a:spcBef>
                          <a:spcPct val="10000"/>
                        </a:spcBef>
                        <a:spcAft>
                          <a:spcPct val="30000"/>
                        </a:spcAft>
                        <a:buSzPct val="80000"/>
                        <a:buFont typeface="Futura Bk" pitchFamily="34" charset="0"/>
                        <a:defRPr sz="2400">
                          <a:solidFill>
                            <a:schemeClr val="bg2"/>
                          </a:solidFill>
                          <a:latin typeface="Futura Bk" pitchFamily="34" charset="0"/>
                          <a:ea typeface="黑体" panose="02010609060101010101" pitchFamily="49" charset="-122"/>
                        </a:defRPr>
                      </a:lvl2pPr>
                      <a:lvl3pPr marL="713105">
                        <a:lnSpc>
                          <a:spcPct val="95000"/>
                        </a:lnSpc>
                        <a:spcBef>
                          <a:spcPct val="10000"/>
                        </a:spcBef>
                        <a:spcAft>
                          <a:spcPct val="30000"/>
                        </a:spcAft>
                        <a:buSzPct val="85000"/>
                        <a:defRPr sz="2000">
                          <a:solidFill>
                            <a:schemeClr val="bg1"/>
                          </a:solidFill>
                          <a:latin typeface="Futura Bk" pitchFamily="34" charset="0"/>
                          <a:ea typeface="宋体" panose="02010600030101010101" pitchFamily="2" charset="-122"/>
                        </a:defRPr>
                      </a:lvl3pPr>
                      <a:lvl4pPr marL="1025525">
                        <a:lnSpc>
                          <a:spcPct val="95000"/>
                        </a:lnSpc>
                        <a:spcBef>
                          <a:spcPct val="10000"/>
                        </a:spcBef>
                        <a:spcAft>
                          <a:spcPct val="30000"/>
                        </a:spcAft>
                        <a:buFont typeface="Futura Bk" pitchFamily="34" charset="0"/>
                        <a:defRPr sz="1600">
                          <a:solidFill>
                            <a:schemeClr val="tx1"/>
                          </a:solidFill>
                          <a:latin typeface="Futura Bk" pitchFamily="34" charset="0"/>
                          <a:ea typeface="宋体" panose="02010600030101010101" pitchFamily="2" charset="-122"/>
                        </a:defRPr>
                      </a:lvl4pPr>
                      <a:lvl5pPr marL="1713230">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5pPr>
                      <a:lvl6pPr marL="21704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6pPr>
                      <a:lvl7pPr marL="26276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7pPr>
                      <a:lvl8pPr marL="30848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8pPr>
                      <a:lvl9pPr marL="35420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9pPr>
                    </a:lstStyle>
                    <a:p>
                      <a:pPr marL="0" marR="0" lvl="0" indent="0" algn="l" defTabSz="914400" rtl="0" eaLnBrk="1" fontAlgn="base" latinLnBrk="0" hangingPunct="1">
                        <a:lnSpc>
                          <a:spcPct val="95000"/>
                        </a:lnSpc>
                        <a:spcBef>
                          <a:spcPct val="10000"/>
                        </a:spcBef>
                        <a:spcAft>
                          <a:spcPct val="30000"/>
                        </a:spcAft>
                        <a:buClrTx/>
                        <a:buSzPct val="80000"/>
                        <a:buFontTx/>
                        <a:buNone/>
                      </a:pPr>
                      <a:r>
                        <a:rPr kumimoji="0" lang="zh-CN" altLang="en-US" sz="2000" b="0" i="0" u="none" strike="noStrike" cap="none" normalizeH="0" baseline="0">
                          <a:ln>
                            <a:noFill/>
                          </a:ln>
                          <a:solidFill>
                            <a:schemeClr val="bg2"/>
                          </a:solidFill>
                          <a:effectLst/>
                          <a:latin typeface="Futura Bk" pitchFamily="34" charset="0"/>
                          <a:ea typeface="黑体" panose="02010609060101010101" pitchFamily="49" charset="-122"/>
                        </a:rPr>
                        <a:t>无</a:t>
                      </a:r>
                      <a:endParaRPr kumimoji="0" lang="zh-CN" altLang="en-US" sz="2000" b="0" i="0" u="none" strike="noStrike" cap="none" normalizeH="0" baseline="0">
                        <a:ln>
                          <a:noFill/>
                        </a:ln>
                        <a:solidFill>
                          <a:schemeClr val="bg2"/>
                        </a:solidFill>
                        <a:effectLst/>
                        <a:latin typeface="Futura Bk" pitchFamily="34" charset="0"/>
                        <a:ea typeface="黑体" panose="02010609060101010101" pitchFamily="49" charset="-122"/>
                      </a:endParaRPr>
                    </a:p>
                  </a:txBody>
                  <a:tcPr marL="72000" marR="72000" marT="72000" marB="72000" anchor="ctr" horzOverflow="overflow">
                    <a:lnL w="12700" cap="flat" cmpd="sng" algn="ctr">
                      <a:solidFill>
                        <a:schemeClr val="bg1"/>
                      </a:solidFill>
                      <a:prstDash val="solid"/>
                      <a:round/>
                      <a:headEnd type="none" w="med" len="med"/>
                      <a:tailEnd type="arrow" w="lg" len="sm"/>
                    </a:lnL>
                    <a:lnR w="12700" cap="flat" cmpd="sng" algn="ctr">
                      <a:solidFill>
                        <a:schemeClr val="bg1"/>
                      </a:solidFill>
                      <a:prstDash val="solid"/>
                      <a:round/>
                      <a:headEnd type="none" w="med" len="med"/>
                      <a:tailEnd type="arrow" w="lg" len="sm"/>
                    </a:lnR>
                    <a:lnT w="12700" cap="flat" cmpd="sng" algn="ctr">
                      <a:solidFill>
                        <a:schemeClr val="bg1"/>
                      </a:solidFill>
                      <a:prstDash val="solid"/>
                      <a:round/>
                      <a:headEnd type="none" w="med" len="med"/>
                      <a:tailEnd type="arrow" w="lg" len="sm"/>
                    </a:lnT>
                    <a:lnB w="12700" cap="flat" cmpd="sng" algn="ctr">
                      <a:solidFill>
                        <a:schemeClr val="bg1"/>
                      </a:solidFill>
                      <a:prstDash val="solid"/>
                      <a:round/>
                      <a:headEnd type="none" w="med" len="med"/>
                      <a:tailEnd type="arrow" w="lg" len="sm"/>
                    </a:lnB>
                    <a:lnTlToBr>
                      <a:noFill/>
                    </a:lnTlToBr>
                    <a:lnBlToTr>
                      <a:noFill/>
                    </a:lnBlToTr>
                    <a:noFill/>
                  </a:tcPr>
                </a:tc>
                <a:tc>
                  <a:txBody>
                    <a:bodyPr/>
                    <a:lstStyle>
                      <a:lvl1pPr>
                        <a:lnSpc>
                          <a:spcPct val="95000"/>
                        </a:lnSpc>
                        <a:spcBef>
                          <a:spcPct val="10000"/>
                        </a:spcBef>
                        <a:spcAft>
                          <a:spcPct val="30000"/>
                        </a:spcAft>
                        <a:buSzPct val="80000"/>
                        <a:defRPr sz="2800">
                          <a:solidFill>
                            <a:schemeClr val="bg2"/>
                          </a:solidFill>
                          <a:latin typeface="Futura Bk" pitchFamily="34" charset="0"/>
                          <a:ea typeface="黑体" panose="02010609060101010101" pitchFamily="49" charset="-122"/>
                        </a:defRPr>
                      </a:lvl1pPr>
                      <a:lvl2pPr marL="227330">
                        <a:lnSpc>
                          <a:spcPct val="95000"/>
                        </a:lnSpc>
                        <a:spcBef>
                          <a:spcPct val="10000"/>
                        </a:spcBef>
                        <a:spcAft>
                          <a:spcPct val="30000"/>
                        </a:spcAft>
                        <a:buSzPct val="80000"/>
                        <a:buFont typeface="Futura Bk" pitchFamily="34" charset="0"/>
                        <a:defRPr sz="2400">
                          <a:solidFill>
                            <a:schemeClr val="bg2"/>
                          </a:solidFill>
                          <a:latin typeface="Futura Bk" pitchFamily="34" charset="0"/>
                          <a:ea typeface="黑体" panose="02010609060101010101" pitchFamily="49" charset="-122"/>
                        </a:defRPr>
                      </a:lvl2pPr>
                      <a:lvl3pPr marL="713105">
                        <a:lnSpc>
                          <a:spcPct val="95000"/>
                        </a:lnSpc>
                        <a:spcBef>
                          <a:spcPct val="10000"/>
                        </a:spcBef>
                        <a:spcAft>
                          <a:spcPct val="30000"/>
                        </a:spcAft>
                        <a:buSzPct val="85000"/>
                        <a:defRPr sz="2000">
                          <a:solidFill>
                            <a:schemeClr val="bg1"/>
                          </a:solidFill>
                          <a:latin typeface="Futura Bk" pitchFamily="34" charset="0"/>
                          <a:ea typeface="宋体" panose="02010600030101010101" pitchFamily="2" charset="-122"/>
                        </a:defRPr>
                      </a:lvl3pPr>
                      <a:lvl4pPr marL="1025525">
                        <a:lnSpc>
                          <a:spcPct val="95000"/>
                        </a:lnSpc>
                        <a:spcBef>
                          <a:spcPct val="10000"/>
                        </a:spcBef>
                        <a:spcAft>
                          <a:spcPct val="30000"/>
                        </a:spcAft>
                        <a:buFont typeface="Futura Bk" pitchFamily="34" charset="0"/>
                        <a:defRPr sz="1600">
                          <a:solidFill>
                            <a:schemeClr val="tx1"/>
                          </a:solidFill>
                          <a:latin typeface="Futura Bk" pitchFamily="34" charset="0"/>
                          <a:ea typeface="宋体" panose="02010600030101010101" pitchFamily="2" charset="-122"/>
                        </a:defRPr>
                      </a:lvl4pPr>
                      <a:lvl5pPr marL="1713230">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5pPr>
                      <a:lvl6pPr marL="21704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6pPr>
                      <a:lvl7pPr marL="26276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7pPr>
                      <a:lvl8pPr marL="30848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8pPr>
                      <a:lvl9pPr marL="35420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9pPr>
                    </a:lstStyle>
                    <a:p>
                      <a:pPr marL="0" marR="0" lvl="0" indent="0" algn="l" defTabSz="914400" rtl="0" eaLnBrk="1" fontAlgn="base" latinLnBrk="0" hangingPunct="1">
                        <a:lnSpc>
                          <a:spcPct val="95000"/>
                        </a:lnSpc>
                        <a:spcBef>
                          <a:spcPct val="10000"/>
                        </a:spcBef>
                        <a:spcAft>
                          <a:spcPct val="30000"/>
                        </a:spcAft>
                        <a:buClrTx/>
                        <a:buSzPct val="80000"/>
                        <a:buFontTx/>
                        <a:buNone/>
                      </a:pPr>
                      <a:r>
                        <a:rPr kumimoji="0" lang="en-US" altLang="zh-CN" sz="2000" b="0" i="0" u="none" strike="noStrike" cap="none" normalizeH="0" baseline="0">
                          <a:ln>
                            <a:noFill/>
                          </a:ln>
                          <a:solidFill>
                            <a:schemeClr val="bg2"/>
                          </a:solidFill>
                          <a:effectLst/>
                          <a:latin typeface="Futura Bk" pitchFamily="34" charset="0"/>
                          <a:ea typeface="黑体" panose="02010609060101010101" pitchFamily="49" charset="-122"/>
                        </a:rPr>
                        <a:t>1</a:t>
                      </a:r>
                      <a:r>
                        <a:rPr kumimoji="0" lang="zh-CN" altLang="en-US" sz="2000" b="0" i="0" u="none" strike="noStrike" cap="none" normalizeH="0" baseline="0">
                          <a:ln>
                            <a:noFill/>
                          </a:ln>
                          <a:solidFill>
                            <a:schemeClr val="bg2"/>
                          </a:solidFill>
                          <a:effectLst/>
                          <a:latin typeface="Futura Bk" pitchFamily="34" charset="0"/>
                          <a:ea typeface="黑体" panose="02010609060101010101" pitchFamily="49" charset="-122"/>
                        </a:rPr>
                        <a:t>天</a:t>
                      </a:r>
                      <a:endParaRPr kumimoji="0" lang="zh-CN" altLang="en-US" sz="2000" b="0" i="0" u="none" strike="noStrike" cap="none" normalizeH="0" baseline="0">
                        <a:ln>
                          <a:noFill/>
                        </a:ln>
                        <a:solidFill>
                          <a:schemeClr val="bg2"/>
                        </a:solidFill>
                        <a:effectLst/>
                        <a:latin typeface="Futura Bk" pitchFamily="34" charset="0"/>
                        <a:ea typeface="黑体" panose="02010609060101010101" pitchFamily="49" charset="-122"/>
                      </a:endParaRPr>
                    </a:p>
                  </a:txBody>
                  <a:tcPr marL="72000" marR="72000" marT="72000" marB="72000" anchor="ctr" horzOverflow="overflow">
                    <a:lnL w="12700" cap="flat" cmpd="sng" algn="ctr">
                      <a:solidFill>
                        <a:schemeClr val="bg1"/>
                      </a:solidFill>
                      <a:prstDash val="solid"/>
                      <a:round/>
                      <a:headEnd type="none" w="med" len="med"/>
                      <a:tailEnd type="arrow" w="lg" len="sm"/>
                    </a:lnL>
                    <a:lnR w="12700" cap="flat" cmpd="sng" algn="ctr">
                      <a:solidFill>
                        <a:schemeClr val="bg1"/>
                      </a:solidFill>
                      <a:prstDash val="solid"/>
                      <a:round/>
                      <a:headEnd type="none" w="med" len="med"/>
                      <a:tailEnd type="none" w="lg" len="sm"/>
                    </a:lnR>
                    <a:lnT w="12700" cap="flat" cmpd="sng" algn="ctr">
                      <a:solidFill>
                        <a:schemeClr val="bg1"/>
                      </a:solidFill>
                      <a:prstDash val="solid"/>
                      <a:round/>
                      <a:headEnd type="none" w="med" len="med"/>
                      <a:tailEnd type="arrow" w="lg" len="sm"/>
                    </a:lnT>
                    <a:lnB w="12700" cap="flat" cmpd="sng" algn="ctr">
                      <a:solidFill>
                        <a:schemeClr val="bg1"/>
                      </a:solidFill>
                      <a:prstDash val="solid"/>
                      <a:round/>
                      <a:headEnd type="none" w="med" len="med"/>
                      <a:tailEnd type="arrow" w="lg" len="sm"/>
                    </a:lnB>
                    <a:lnTlToBr>
                      <a:noFill/>
                    </a:lnTlToBr>
                    <a:lnBlToTr>
                      <a:noFill/>
                    </a:lnBlToTr>
                    <a:noFill/>
                  </a:tcPr>
                </a:tc>
              </a:tr>
              <a:tr h="752475">
                <a:tc>
                  <a:txBody>
                    <a:bodyPr/>
                    <a:lstStyle>
                      <a:lvl1pPr>
                        <a:lnSpc>
                          <a:spcPct val="95000"/>
                        </a:lnSpc>
                        <a:spcBef>
                          <a:spcPct val="10000"/>
                        </a:spcBef>
                        <a:spcAft>
                          <a:spcPct val="30000"/>
                        </a:spcAft>
                        <a:buSzPct val="80000"/>
                        <a:defRPr sz="2800">
                          <a:solidFill>
                            <a:schemeClr val="bg2"/>
                          </a:solidFill>
                          <a:latin typeface="Futura Bk" pitchFamily="34" charset="0"/>
                          <a:ea typeface="黑体" panose="02010609060101010101" pitchFamily="49" charset="-122"/>
                        </a:defRPr>
                      </a:lvl1pPr>
                      <a:lvl2pPr marL="227330">
                        <a:lnSpc>
                          <a:spcPct val="95000"/>
                        </a:lnSpc>
                        <a:spcBef>
                          <a:spcPct val="10000"/>
                        </a:spcBef>
                        <a:spcAft>
                          <a:spcPct val="30000"/>
                        </a:spcAft>
                        <a:buSzPct val="80000"/>
                        <a:buFont typeface="Futura Bk" pitchFamily="34" charset="0"/>
                        <a:defRPr sz="2400">
                          <a:solidFill>
                            <a:schemeClr val="bg2"/>
                          </a:solidFill>
                          <a:latin typeface="Futura Bk" pitchFamily="34" charset="0"/>
                          <a:ea typeface="黑体" panose="02010609060101010101" pitchFamily="49" charset="-122"/>
                        </a:defRPr>
                      </a:lvl2pPr>
                      <a:lvl3pPr marL="713105">
                        <a:lnSpc>
                          <a:spcPct val="95000"/>
                        </a:lnSpc>
                        <a:spcBef>
                          <a:spcPct val="10000"/>
                        </a:spcBef>
                        <a:spcAft>
                          <a:spcPct val="30000"/>
                        </a:spcAft>
                        <a:buSzPct val="85000"/>
                        <a:defRPr sz="2000">
                          <a:solidFill>
                            <a:schemeClr val="bg1"/>
                          </a:solidFill>
                          <a:latin typeface="Futura Bk" pitchFamily="34" charset="0"/>
                          <a:ea typeface="宋体" panose="02010600030101010101" pitchFamily="2" charset="-122"/>
                        </a:defRPr>
                      </a:lvl3pPr>
                      <a:lvl4pPr marL="1025525">
                        <a:lnSpc>
                          <a:spcPct val="95000"/>
                        </a:lnSpc>
                        <a:spcBef>
                          <a:spcPct val="10000"/>
                        </a:spcBef>
                        <a:spcAft>
                          <a:spcPct val="30000"/>
                        </a:spcAft>
                        <a:buFont typeface="Futura Bk" pitchFamily="34" charset="0"/>
                        <a:defRPr sz="1600">
                          <a:solidFill>
                            <a:schemeClr val="tx1"/>
                          </a:solidFill>
                          <a:latin typeface="Futura Bk" pitchFamily="34" charset="0"/>
                          <a:ea typeface="宋体" panose="02010600030101010101" pitchFamily="2" charset="-122"/>
                        </a:defRPr>
                      </a:lvl4pPr>
                      <a:lvl5pPr marL="1713230">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5pPr>
                      <a:lvl6pPr marL="21704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6pPr>
                      <a:lvl7pPr marL="26276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7pPr>
                      <a:lvl8pPr marL="30848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8pPr>
                      <a:lvl9pPr marL="35420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9pPr>
                    </a:lstStyle>
                    <a:p>
                      <a:pPr marL="0" marR="0" lvl="0" indent="0" algn="l" defTabSz="914400" rtl="0" eaLnBrk="1" fontAlgn="base" latinLnBrk="0" hangingPunct="1">
                        <a:lnSpc>
                          <a:spcPct val="95000"/>
                        </a:lnSpc>
                        <a:spcBef>
                          <a:spcPct val="10000"/>
                        </a:spcBef>
                        <a:spcAft>
                          <a:spcPct val="30000"/>
                        </a:spcAft>
                        <a:buClrTx/>
                        <a:buSzPct val="80000"/>
                        <a:buFontTx/>
                        <a:buNone/>
                      </a:pPr>
                      <a:r>
                        <a:rPr kumimoji="0" lang="en-US" altLang="zh-CN" sz="2000" b="0" i="0" u="none" strike="noStrike" cap="none" normalizeH="0" baseline="0">
                          <a:ln>
                            <a:noFill/>
                          </a:ln>
                          <a:solidFill>
                            <a:schemeClr val="bg2"/>
                          </a:solidFill>
                          <a:effectLst/>
                          <a:latin typeface="Futura Bk" pitchFamily="34" charset="0"/>
                          <a:ea typeface="黑体" panose="02010609060101010101" pitchFamily="49" charset="-122"/>
                        </a:rPr>
                        <a:t>3.2  </a:t>
                      </a:r>
                      <a:r>
                        <a:rPr kumimoji="0" lang="zh-CN" altLang="en-US" sz="2000" b="0" i="0" u="none" strike="noStrike" cap="none" normalizeH="0" baseline="0">
                          <a:ln>
                            <a:noFill/>
                          </a:ln>
                          <a:solidFill>
                            <a:schemeClr val="bg2"/>
                          </a:solidFill>
                          <a:effectLst/>
                          <a:latin typeface="Futura Bk" pitchFamily="34" charset="0"/>
                          <a:ea typeface="黑体" panose="02010609060101010101" pitchFamily="49" charset="-122"/>
                        </a:rPr>
                        <a:t>数控机床搬运与安装 </a:t>
                      </a:r>
                      <a:endParaRPr kumimoji="0" lang="zh-CN" altLang="en-US" sz="2000" b="0" i="0" u="none" strike="noStrike" cap="none" normalizeH="0" baseline="0">
                        <a:ln>
                          <a:noFill/>
                        </a:ln>
                        <a:solidFill>
                          <a:schemeClr val="bg2"/>
                        </a:solidFill>
                        <a:effectLst/>
                        <a:latin typeface="Futura Bk" pitchFamily="34" charset="0"/>
                        <a:ea typeface="黑体" panose="02010609060101010101" pitchFamily="49" charset="-122"/>
                      </a:endParaRPr>
                    </a:p>
                  </a:txBody>
                  <a:tcPr marL="72000" marR="72000" marT="72000" marB="72000" anchor="ctr" horzOverflow="overflow">
                    <a:lnL w="12700" cap="flat" cmpd="sng" algn="ctr">
                      <a:solidFill>
                        <a:schemeClr val="bg1"/>
                      </a:solidFill>
                      <a:prstDash val="solid"/>
                      <a:round/>
                      <a:headEnd type="none" w="med" len="med"/>
                      <a:tailEnd type="none" w="lg" len="sm"/>
                    </a:lnL>
                    <a:lnR w="12700" cap="flat" cmpd="sng" algn="ctr">
                      <a:solidFill>
                        <a:schemeClr val="bg1"/>
                      </a:solidFill>
                      <a:prstDash val="solid"/>
                      <a:round/>
                      <a:headEnd type="none" w="med" len="med"/>
                      <a:tailEnd type="arrow" w="lg" len="sm"/>
                    </a:lnR>
                    <a:lnT w="12700" cap="flat" cmpd="sng" algn="ctr">
                      <a:solidFill>
                        <a:schemeClr val="bg1"/>
                      </a:solidFill>
                      <a:prstDash val="solid"/>
                      <a:round/>
                      <a:headEnd type="none" w="med" len="med"/>
                      <a:tailEnd type="arrow" w="lg" len="sm"/>
                    </a:lnT>
                    <a:lnB w="12700" cap="flat" cmpd="sng" algn="ctr">
                      <a:solidFill>
                        <a:schemeClr val="bg1"/>
                      </a:solidFill>
                      <a:prstDash val="solid"/>
                      <a:round/>
                      <a:headEnd type="none" w="med" len="med"/>
                      <a:tailEnd type="arrow" w="lg" len="sm"/>
                    </a:lnB>
                    <a:lnTlToBr>
                      <a:noFill/>
                    </a:lnTlToBr>
                    <a:lnBlToTr>
                      <a:noFill/>
                    </a:lnBlToTr>
                    <a:noFill/>
                  </a:tcPr>
                </a:tc>
                <a:tc>
                  <a:txBody>
                    <a:bodyPr/>
                    <a:lstStyle>
                      <a:lvl1pPr>
                        <a:lnSpc>
                          <a:spcPct val="95000"/>
                        </a:lnSpc>
                        <a:spcBef>
                          <a:spcPct val="10000"/>
                        </a:spcBef>
                        <a:spcAft>
                          <a:spcPct val="30000"/>
                        </a:spcAft>
                        <a:buSzPct val="80000"/>
                        <a:defRPr sz="2800">
                          <a:solidFill>
                            <a:schemeClr val="bg2"/>
                          </a:solidFill>
                          <a:latin typeface="Futura Bk" pitchFamily="34" charset="0"/>
                          <a:ea typeface="黑体" panose="02010609060101010101" pitchFamily="49" charset="-122"/>
                        </a:defRPr>
                      </a:lvl1pPr>
                      <a:lvl2pPr marL="227330">
                        <a:lnSpc>
                          <a:spcPct val="95000"/>
                        </a:lnSpc>
                        <a:spcBef>
                          <a:spcPct val="10000"/>
                        </a:spcBef>
                        <a:spcAft>
                          <a:spcPct val="30000"/>
                        </a:spcAft>
                        <a:buSzPct val="80000"/>
                        <a:buFont typeface="Futura Bk" pitchFamily="34" charset="0"/>
                        <a:defRPr sz="2400">
                          <a:solidFill>
                            <a:schemeClr val="bg2"/>
                          </a:solidFill>
                          <a:latin typeface="Futura Bk" pitchFamily="34" charset="0"/>
                          <a:ea typeface="黑体" panose="02010609060101010101" pitchFamily="49" charset="-122"/>
                        </a:defRPr>
                      </a:lvl2pPr>
                      <a:lvl3pPr marL="713105">
                        <a:lnSpc>
                          <a:spcPct val="95000"/>
                        </a:lnSpc>
                        <a:spcBef>
                          <a:spcPct val="10000"/>
                        </a:spcBef>
                        <a:spcAft>
                          <a:spcPct val="30000"/>
                        </a:spcAft>
                        <a:buSzPct val="85000"/>
                        <a:defRPr sz="2000">
                          <a:solidFill>
                            <a:schemeClr val="bg1"/>
                          </a:solidFill>
                          <a:latin typeface="Futura Bk" pitchFamily="34" charset="0"/>
                          <a:ea typeface="宋体" panose="02010600030101010101" pitchFamily="2" charset="-122"/>
                        </a:defRPr>
                      </a:lvl3pPr>
                      <a:lvl4pPr marL="1025525">
                        <a:lnSpc>
                          <a:spcPct val="95000"/>
                        </a:lnSpc>
                        <a:spcBef>
                          <a:spcPct val="10000"/>
                        </a:spcBef>
                        <a:spcAft>
                          <a:spcPct val="30000"/>
                        </a:spcAft>
                        <a:buFont typeface="Futura Bk" pitchFamily="34" charset="0"/>
                        <a:defRPr sz="1600">
                          <a:solidFill>
                            <a:schemeClr val="tx1"/>
                          </a:solidFill>
                          <a:latin typeface="Futura Bk" pitchFamily="34" charset="0"/>
                          <a:ea typeface="宋体" panose="02010600030101010101" pitchFamily="2" charset="-122"/>
                        </a:defRPr>
                      </a:lvl4pPr>
                      <a:lvl5pPr marL="1713230">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5pPr>
                      <a:lvl6pPr marL="21704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6pPr>
                      <a:lvl7pPr marL="26276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7pPr>
                      <a:lvl8pPr marL="30848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8pPr>
                      <a:lvl9pPr marL="35420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9pPr>
                    </a:lstStyle>
                    <a:p>
                      <a:pPr marL="0" marR="0" lvl="0" indent="0" algn="l" defTabSz="914400" rtl="0" eaLnBrk="1" fontAlgn="base" latinLnBrk="0" hangingPunct="1">
                        <a:lnSpc>
                          <a:spcPct val="95000"/>
                        </a:lnSpc>
                        <a:spcBef>
                          <a:spcPct val="10000"/>
                        </a:spcBef>
                        <a:spcAft>
                          <a:spcPct val="30000"/>
                        </a:spcAft>
                        <a:buClrTx/>
                        <a:buSzPct val="80000"/>
                        <a:buFontTx/>
                        <a:buNone/>
                      </a:pPr>
                      <a:r>
                        <a:rPr kumimoji="0" lang="en-US" altLang="zh-CN" sz="2000" b="0" i="0" u="none" strike="noStrike" cap="none" normalizeH="0" baseline="0">
                          <a:ln>
                            <a:noFill/>
                          </a:ln>
                          <a:solidFill>
                            <a:schemeClr val="bg2"/>
                          </a:solidFill>
                          <a:effectLst/>
                          <a:latin typeface="Futura Bk" pitchFamily="34" charset="0"/>
                          <a:ea typeface="黑体" panose="02010609060101010101" pitchFamily="49" charset="-122"/>
                        </a:rPr>
                        <a:t>1, 3.1</a:t>
                      </a:r>
                      <a:endParaRPr kumimoji="0" lang="en-US" altLang="zh-CN" sz="2000" b="0" i="0" u="none" strike="noStrike" cap="none" normalizeH="0" baseline="0">
                        <a:ln>
                          <a:noFill/>
                        </a:ln>
                        <a:solidFill>
                          <a:schemeClr val="bg2"/>
                        </a:solidFill>
                        <a:effectLst/>
                        <a:latin typeface="Futura Bk" pitchFamily="34" charset="0"/>
                        <a:ea typeface="黑体" panose="02010609060101010101" pitchFamily="49" charset="-122"/>
                      </a:endParaRPr>
                    </a:p>
                  </a:txBody>
                  <a:tcPr marL="72000" marR="72000" marT="72000" marB="72000" anchor="ctr" horzOverflow="overflow">
                    <a:lnL w="12700" cap="flat" cmpd="sng" algn="ctr">
                      <a:solidFill>
                        <a:schemeClr val="bg1"/>
                      </a:solidFill>
                      <a:prstDash val="solid"/>
                      <a:round/>
                      <a:headEnd type="none" w="med" len="med"/>
                      <a:tailEnd type="arrow" w="lg" len="sm"/>
                    </a:lnL>
                    <a:lnR w="12700" cap="flat" cmpd="sng" algn="ctr">
                      <a:solidFill>
                        <a:schemeClr val="bg1"/>
                      </a:solidFill>
                      <a:prstDash val="solid"/>
                      <a:round/>
                      <a:headEnd type="none" w="med" len="med"/>
                      <a:tailEnd type="arrow" w="lg" len="sm"/>
                    </a:lnR>
                    <a:lnT w="12700" cap="flat" cmpd="sng" algn="ctr">
                      <a:solidFill>
                        <a:schemeClr val="bg1"/>
                      </a:solidFill>
                      <a:prstDash val="solid"/>
                      <a:round/>
                      <a:headEnd type="none" w="med" len="med"/>
                      <a:tailEnd type="arrow" w="lg" len="sm"/>
                    </a:lnT>
                    <a:lnB w="12700" cap="flat" cmpd="sng" algn="ctr">
                      <a:solidFill>
                        <a:schemeClr val="bg1"/>
                      </a:solidFill>
                      <a:prstDash val="solid"/>
                      <a:round/>
                      <a:headEnd type="none" w="med" len="med"/>
                      <a:tailEnd type="arrow" w="lg" len="sm"/>
                    </a:lnB>
                    <a:lnTlToBr>
                      <a:noFill/>
                    </a:lnTlToBr>
                    <a:lnBlToTr>
                      <a:noFill/>
                    </a:lnBlToTr>
                    <a:noFill/>
                  </a:tcPr>
                </a:tc>
                <a:tc>
                  <a:txBody>
                    <a:bodyPr/>
                    <a:lstStyle>
                      <a:lvl1pPr>
                        <a:lnSpc>
                          <a:spcPct val="95000"/>
                        </a:lnSpc>
                        <a:spcBef>
                          <a:spcPct val="10000"/>
                        </a:spcBef>
                        <a:spcAft>
                          <a:spcPct val="30000"/>
                        </a:spcAft>
                        <a:buSzPct val="80000"/>
                        <a:defRPr sz="2800">
                          <a:solidFill>
                            <a:schemeClr val="bg2"/>
                          </a:solidFill>
                          <a:latin typeface="Futura Bk" pitchFamily="34" charset="0"/>
                          <a:ea typeface="黑体" panose="02010609060101010101" pitchFamily="49" charset="-122"/>
                        </a:defRPr>
                      </a:lvl1pPr>
                      <a:lvl2pPr marL="227330">
                        <a:lnSpc>
                          <a:spcPct val="95000"/>
                        </a:lnSpc>
                        <a:spcBef>
                          <a:spcPct val="10000"/>
                        </a:spcBef>
                        <a:spcAft>
                          <a:spcPct val="30000"/>
                        </a:spcAft>
                        <a:buSzPct val="80000"/>
                        <a:buFont typeface="Futura Bk" pitchFamily="34" charset="0"/>
                        <a:defRPr sz="2400">
                          <a:solidFill>
                            <a:schemeClr val="bg2"/>
                          </a:solidFill>
                          <a:latin typeface="Futura Bk" pitchFamily="34" charset="0"/>
                          <a:ea typeface="黑体" panose="02010609060101010101" pitchFamily="49" charset="-122"/>
                        </a:defRPr>
                      </a:lvl2pPr>
                      <a:lvl3pPr marL="713105">
                        <a:lnSpc>
                          <a:spcPct val="95000"/>
                        </a:lnSpc>
                        <a:spcBef>
                          <a:spcPct val="10000"/>
                        </a:spcBef>
                        <a:spcAft>
                          <a:spcPct val="30000"/>
                        </a:spcAft>
                        <a:buSzPct val="85000"/>
                        <a:defRPr sz="2000">
                          <a:solidFill>
                            <a:schemeClr val="bg1"/>
                          </a:solidFill>
                          <a:latin typeface="Futura Bk" pitchFamily="34" charset="0"/>
                          <a:ea typeface="宋体" panose="02010600030101010101" pitchFamily="2" charset="-122"/>
                        </a:defRPr>
                      </a:lvl3pPr>
                      <a:lvl4pPr marL="1025525">
                        <a:lnSpc>
                          <a:spcPct val="95000"/>
                        </a:lnSpc>
                        <a:spcBef>
                          <a:spcPct val="10000"/>
                        </a:spcBef>
                        <a:spcAft>
                          <a:spcPct val="30000"/>
                        </a:spcAft>
                        <a:buFont typeface="Futura Bk" pitchFamily="34" charset="0"/>
                        <a:defRPr sz="1600">
                          <a:solidFill>
                            <a:schemeClr val="tx1"/>
                          </a:solidFill>
                          <a:latin typeface="Futura Bk" pitchFamily="34" charset="0"/>
                          <a:ea typeface="宋体" panose="02010600030101010101" pitchFamily="2" charset="-122"/>
                        </a:defRPr>
                      </a:lvl4pPr>
                      <a:lvl5pPr marL="1713230">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5pPr>
                      <a:lvl6pPr marL="21704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6pPr>
                      <a:lvl7pPr marL="26276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7pPr>
                      <a:lvl8pPr marL="30848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8pPr>
                      <a:lvl9pPr marL="35420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9pPr>
                    </a:lstStyle>
                    <a:p>
                      <a:pPr marL="0" marR="0" lvl="0" indent="0" algn="l" defTabSz="914400" rtl="0" eaLnBrk="1" fontAlgn="base" latinLnBrk="0" hangingPunct="1">
                        <a:lnSpc>
                          <a:spcPct val="95000"/>
                        </a:lnSpc>
                        <a:spcBef>
                          <a:spcPct val="10000"/>
                        </a:spcBef>
                        <a:spcAft>
                          <a:spcPct val="30000"/>
                        </a:spcAft>
                        <a:buClrTx/>
                        <a:buSzPct val="80000"/>
                        <a:buFontTx/>
                        <a:buNone/>
                      </a:pPr>
                      <a:r>
                        <a:rPr kumimoji="0" lang="en-US" altLang="zh-CN" sz="2000" b="0" i="0" u="none" strike="noStrike" cap="none" normalizeH="0" baseline="0">
                          <a:ln>
                            <a:noFill/>
                          </a:ln>
                          <a:solidFill>
                            <a:schemeClr val="bg2"/>
                          </a:solidFill>
                          <a:effectLst/>
                          <a:latin typeface="Futura Bk" pitchFamily="34" charset="0"/>
                          <a:ea typeface="黑体" panose="02010609060101010101" pitchFamily="49" charset="-122"/>
                        </a:rPr>
                        <a:t>3</a:t>
                      </a:r>
                      <a:r>
                        <a:rPr kumimoji="0" lang="zh-CN" altLang="en-US" sz="2000" b="0" i="0" u="none" strike="noStrike" cap="none" normalizeH="0" baseline="0">
                          <a:ln>
                            <a:noFill/>
                          </a:ln>
                          <a:solidFill>
                            <a:schemeClr val="bg2"/>
                          </a:solidFill>
                          <a:effectLst/>
                          <a:latin typeface="Futura Bk" pitchFamily="34" charset="0"/>
                          <a:ea typeface="黑体" panose="02010609060101010101" pitchFamily="49" charset="-122"/>
                        </a:rPr>
                        <a:t>天</a:t>
                      </a:r>
                      <a:endParaRPr kumimoji="0" lang="zh-CN" altLang="en-US" sz="2000" b="0" i="0" u="none" strike="noStrike" cap="none" normalizeH="0" baseline="0">
                        <a:ln>
                          <a:noFill/>
                        </a:ln>
                        <a:solidFill>
                          <a:schemeClr val="bg2"/>
                        </a:solidFill>
                        <a:effectLst/>
                        <a:latin typeface="Futura Bk" pitchFamily="34" charset="0"/>
                        <a:ea typeface="黑体" panose="02010609060101010101" pitchFamily="49" charset="-122"/>
                      </a:endParaRPr>
                    </a:p>
                  </a:txBody>
                  <a:tcPr marL="72000" marR="72000" marT="72000" marB="72000" anchor="ctr" horzOverflow="overflow">
                    <a:lnL w="12700" cap="flat" cmpd="sng" algn="ctr">
                      <a:solidFill>
                        <a:schemeClr val="bg1"/>
                      </a:solidFill>
                      <a:prstDash val="solid"/>
                      <a:round/>
                      <a:headEnd type="none" w="med" len="med"/>
                      <a:tailEnd type="arrow" w="lg" len="sm"/>
                    </a:lnL>
                    <a:lnR w="12700" cap="flat" cmpd="sng" algn="ctr">
                      <a:solidFill>
                        <a:schemeClr val="bg1"/>
                      </a:solidFill>
                      <a:prstDash val="solid"/>
                      <a:round/>
                      <a:headEnd type="none" w="med" len="med"/>
                      <a:tailEnd type="none" w="lg" len="sm"/>
                    </a:lnR>
                    <a:lnT w="12700" cap="flat" cmpd="sng" algn="ctr">
                      <a:solidFill>
                        <a:schemeClr val="bg1"/>
                      </a:solidFill>
                      <a:prstDash val="solid"/>
                      <a:round/>
                      <a:headEnd type="none" w="med" len="med"/>
                      <a:tailEnd type="arrow" w="lg" len="sm"/>
                    </a:lnT>
                    <a:lnB w="12700" cap="flat" cmpd="sng" algn="ctr">
                      <a:solidFill>
                        <a:schemeClr val="bg1"/>
                      </a:solidFill>
                      <a:prstDash val="solid"/>
                      <a:round/>
                      <a:headEnd type="none" w="med" len="med"/>
                      <a:tailEnd type="arrow" w="lg" len="sm"/>
                    </a:lnB>
                    <a:lnTlToBr>
                      <a:noFill/>
                    </a:lnTlToBr>
                    <a:lnBlToTr>
                      <a:noFill/>
                    </a:lnBlToTr>
                    <a:noFill/>
                  </a:tcPr>
                </a:tc>
              </a:tr>
              <a:tr h="754063">
                <a:tc>
                  <a:txBody>
                    <a:bodyPr/>
                    <a:lstStyle>
                      <a:lvl1pPr>
                        <a:lnSpc>
                          <a:spcPct val="95000"/>
                        </a:lnSpc>
                        <a:spcBef>
                          <a:spcPct val="10000"/>
                        </a:spcBef>
                        <a:spcAft>
                          <a:spcPct val="30000"/>
                        </a:spcAft>
                        <a:buSzPct val="80000"/>
                        <a:defRPr sz="2800">
                          <a:solidFill>
                            <a:schemeClr val="bg2"/>
                          </a:solidFill>
                          <a:latin typeface="Futura Bk" pitchFamily="34" charset="0"/>
                          <a:ea typeface="黑体" panose="02010609060101010101" pitchFamily="49" charset="-122"/>
                        </a:defRPr>
                      </a:lvl1pPr>
                      <a:lvl2pPr marL="227330">
                        <a:lnSpc>
                          <a:spcPct val="95000"/>
                        </a:lnSpc>
                        <a:spcBef>
                          <a:spcPct val="10000"/>
                        </a:spcBef>
                        <a:spcAft>
                          <a:spcPct val="30000"/>
                        </a:spcAft>
                        <a:buSzPct val="80000"/>
                        <a:buFont typeface="Futura Bk" pitchFamily="34" charset="0"/>
                        <a:defRPr sz="2400">
                          <a:solidFill>
                            <a:schemeClr val="bg2"/>
                          </a:solidFill>
                          <a:latin typeface="Futura Bk" pitchFamily="34" charset="0"/>
                          <a:ea typeface="黑体" panose="02010609060101010101" pitchFamily="49" charset="-122"/>
                        </a:defRPr>
                      </a:lvl2pPr>
                      <a:lvl3pPr marL="713105">
                        <a:lnSpc>
                          <a:spcPct val="95000"/>
                        </a:lnSpc>
                        <a:spcBef>
                          <a:spcPct val="10000"/>
                        </a:spcBef>
                        <a:spcAft>
                          <a:spcPct val="30000"/>
                        </a:spcAft>
                        <a:buSzPct val="85000"/>
                        <a:defRPr sz="2000">
                          <a:solidFill>
                            <a:schemeClr val="bg1"/>
                          </a:solidFill>
                          <a:latin typeface="Futura Bk" pitchFamily="34" charset="0"/>
                          <a:ea typeface="宋体" panose="02010600030101010101" pitchFamily="2" charset="-122"/>
                        </a:defRPr>
                      </a:lvl3pPr>
                      <a:lvl4pPr marL="1025525">
                        <a:lnSpc>
                          <a:spcPct val="95000"/>
                        </a:lnSpc>
                        <a:spcBef>
                          <a:spcPct val="10000"/>
                        </a:spcBef>
                        <a:spcAft>
                          <a:spcPct val="30000"/>
                        </a:spcAft>
                        <a:buFont typeface="Futura Bk" pitchFamily="34" charset="0"/>
                        <a:defRPr sz="1600">
                          <a:solidFill>
                            <a:schemeClr val="tx1"/>
                          </a:solidFill>
                          <a:latin typeface="Futura Bk" pitchFamily="34" charset="0"/>
                          <a:ea typeface="宋体" panose="02010600030101010101" pitchFamily="2" charset="-122"/>
                        </a:defRPr>
                      </a:lvl4pPr>
                      <a:lvl5pPr marL="1713230">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5pPr>
                      <a:lvl6pPr marL="21704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6pPr>
                      <a:lvl7pPr marL="26276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7pPr>
                      <a:lvl8pPr marL="30848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8pPr>
                      <a:lvl9pPr marL="35420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9pPr>
                    </a:lstStyle>
                    <a:p>
                      <a:pPr marL="0" marR="0" lvl="0" indent="0" algn="l" defTabSz="914400" rtl="0" eaLnBrk="1" fontAlgn="base" latinLnBrk="0" hangingPunct="1">
                        <a:lnSpc>
                          <a:spcPct val="95000"/>
                        </a:lnSpc>
                        <a:spcBef>
                          <a:spcPct val="10000"/>
                        </a:spcBef>
                        <a:spcAft>
                          <a:spcPct val="30000"/>
                        </a:spcAft>
                        <a:buClrTx/>
                        <a:buSzPct val="80000"/>
                        <a:buFontTx/>
                        <a:buNone/>
                      </a:pPr>
                      <a:r>
                        <a:rPr kumimoji="0" lang="en-US" altLang="zh-CN" sz="2000" b="0" i="0" u="none" strike="noStrike" cap="none" normalizeH="0" baseline="0">
                          <a:ln>
                            <a:noFill/>
                          </a:ln>
                          <a:solidFill>
                            <a:schemeClr val="bg2"/>
                          </a:solidFill>
                          <a:effectLst/>
                          <a:latin typeface="Futura Bk" pitchFamily="34" charset="0"/>
                          <a:ea typeface="黑体" panose="02010609060101010101" pitchFamily="49" charset="-122"/>
                        </a:rPr>
                        <a:t>3.3 </a:t>
                      </a:r>
                      <a:r>
                        <a:rPr kumimoji="0" lang="zh-CN" altLang="en-US" sz="2000" b="0" i="0" u="none" strike="noStrike" cap="none" normalizeH="0" baseline="0">
                          <a:ln>
                            <a:noFill/>
                          </a:ln>
                          <a:solidFill>
                            <a:schemeClr val="bg2"/>
                          </a:solidFill>
                          <a:effectLst/>
                          <a:latin typeface="Futura Bk" pitchFamily="34" charset="0"/>
                          <a:ea typeface="黑体" panose="02010609060101010101" pitchFamily="49" charset="-122"/>
                        </a:rPr>
                        <a:t>数控机床调试 </a:t>
                      </a:r>
                      <a:endParaRPr kumimoji="0" lang="zh-CN" altLang="en-US" sz="2000" b="0" i="0" u="none" strike="noStrike" cap="none" normalizeH="0" baseline="0">
                        <a:ln>
                          <a:noFill/>
                        </a:ln>
                        <a:solidFill>
                          <a:schemeClr val="bg2"/>
                        </a:solidFill>
                        <a:effectLst/>
                        <a:latin typeface="Futura Bk" pitchFamily="34" charset="0"/>
                        <a:ea typeface="黑体" panose="02010609060101010101" pitchFamily="49" charset="-122"/>
                      </a:endParaRPr>
                    </a:p>
                  </a:txBody>
                  <a:tcPr marL="72000" marR="72000" marT="72000" marB="72000" anchor="ctr" horzOverflow="overflow">
                    <a:lnL w="12700" cap="flat" cmpd="sng" algn="ctr">
                      <a:solidFill>
                        <a:schemeClr val="bg1"/>
                      </a:solidFill>
                      <a:prstDash val="solid"/>
                      <a:round/>
                      <a:headEnd type="none" w="med" len="med"/>
                      <a:tailEnd type="none" w="lg" len="sm"/>
                    </a:lnL>
                    <a:lnR w="12700" cap="flat" cmpd="sng" algn="ctr">
                      <a:solidFill>
                        <a:schemeClr val="bg1"/>
                      </a:solidFill>
                      <a:prstDash val="solid"/>
                      <a:round/>
                      <a:headEnd type="none" w="med" len="med"/>
                      <a:tailEnd type="arrow" w="lg" len="sm"/>
                    </a:lnR>
                    <a:lnT w="12700" cap="flat" cmpd="sng" algn="ctr">
                      <a:solidFill>
                        <a:schemeClr val="bg1"/>
                      </a:solidFill>
                      <a:prstDash val="solid"/>
                      <a:round/>
                      <a:headEnd type="none" w="med" len="med"/>
                      <a:tailEnd type="arrow" w="lg" len="sm"/>
                    </a:lnT>
                    <a:lnB w="12700" cap="flat" cmpd="sng" algn="ctr">
                      <a:solidFill>
                        <a:schemeClr val="bg1"/>
                      </a:solidFill>
                      <a:prstDash val="solid"/>
                      <a:round/>
                      <a:headEnd type="none" w="med" len="med"/>
                      <a:tailEnd type="arrow" w="lg" len="sm"/>
                    </a:lnB>
                    <a:lnTlToBr>
                      <a:noFill/>
                    </a:lnTlToBr>
                    <a:lnBlToTr>
                      <a:noFill/>
                    </a:lnBlToTr>
                    <a:noFill/>
                  </a:tcPr>
                </a:tc>
                <a:tc>
                  <a:txBody>
                    <a:bodyPr/>
                    <a:lstStyle>
                      <a:lvl1pPr>
                        <a:lnSpc>
                          <a:spcPct val="95000"/>
                        </a:lnSpc>
                        <a:spcBef>
                          <a:spcPct val="10000"/>
                        </a:spcBef>
                        <a:spcAft>
                          <a:spcPct val="30000"/>
                        </a:spcAft>
                        <a:buSzPct val="80000"/>
                        <a:defRPr sz="2800">
                          <a:solidFill>
                            <a:schemeClr val="bg2"/>
                          </a:solidFill>
                          <a:latin typeface="Futura Bk" pitchFamily="34" charset="0"/>
                          <a:ea typeface="黑体" panose="02010609060101010101" pitchFamily="49" charset="-122"/>
                        </a:defRPr>
                      </a:lvl1pPr>
                      <a:lvl2pPr marL="227330">
                        <a:lnSpc>
                          <a:spcPct val="95000"/>
                        </a:lnSpc>
                        <a:spcBef>
                          <a:spcPct val="10000"/>
                        </a:spcBef>
                        <a:spcAft>
                          <a:spcPct val="30000"/>
                        </a:spcAft>
                        <a:buSzPct val="80000"/>
                        <a:buFont typeface="Futura Bk" pitchFamily="34" charset="0"/>
                        <a:defRPr sz="2400">
                          <a:solidFill>
                            <a:schemeClr val="bg2"/>
                          </a:solidFill>
                          <a:latin typeface="Futura Bk" pitchFamily="34" charset="0"/>
                          <a:ea typeface="黑体" panose="02010609060101010101" pitchFamily="49" charset="-122"/>
                        </a:defRPr>
                      </a:lvl2pPr>
                      <a:lvl3pPr marL="713105">
                        <a:lnSpc>
                          <a:spcPct val="95000"/>
                        </a:lnSpc>
                        <a:spcBef>
                          <a:spcPct val="10000"/>
                        </a:spcBef>
                        <a:spcAft>
                          <a:spcPct val="30000"/>
                        </a:spcAft>
                        <a:buSzPct val="85000"/>
                        <a:defRPr sz="2000">
                          <a:solidFill>
                            <a:schemeClr val="bg1"/>
                          </a:solidFill>
                          <a:latin typeface="Futura Bk" pitchFamily="34" charset="0"/>
                          <a:ea typeface="宋体" panose="02010600030101010101" pitchFamily="2" charset="-122"/>
                        </a:defRPr>
                      </a:lvl3pPr>
                      <a:lvl4pPr marL="1025525">
                        <a:lnSpc>
                          <a:spcPct val="95000"/>
                        </a:lnSpc>
                        <a:spcBef>
                          <a:spcPct val="10000"/>
                        </a:spcBef>
                        <a:spcAft>
                          <a:spcPct val="30000"/>
                        </a:spcAft>
                        <a:buFont typeface="Futura Bk" pitchFamily="34" charset="0"/>
                        <a:defRPr sz="1600">
                          <a:solidFill>
                            <a:schemeClr val="tx1"/>
                          </a:solidFill>
                          <a:latin typeface="Futura Bk" pitchFamily="34" charset="0"/>
                          <a:ea typeface="宋体" panose="02010600030101010101" pitchFamily="2" charset="-122"/>
                        </a:defRPr>
                      </a:lvl4pPr>
                      <a:lvl5pPr marL="1713230">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5pPr>
                      <a:lvl6pPr marL="21704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6pPr>
                      <a:lvl7pPr marL="26276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7pPr>
                      <a:lvl8pPr marL="30848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8pPr>
                      <a:lvl9pPr marL="35420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9pPr>
                    </a:lstStyle>
                    <a:p>
                      <a:pPr marL="0" marR="0" lvl="0" indent="0" algn="l" defTabSz="914400" rtl="0" eaLnBrk="1" fontAlgn="base" latinLnBrk="0" hangingPunct="1">
                        <a:lnSpc>
                          <a:spcPct val="95000"/>
                        </a:lnSpc>
                        <a:spcBef>
                          <a:spcPct val="10000"/>
                        </a:spcBef>
                        <a:spcAft>
                          <a:spcPct val="30000"/>
                        </a:spcAft>
                        <a:buClrTx/>
                        <a:buSzPct val="80000"/>
                        <a:buFontTx/>
                        <a:buNone/>
                      </a:pPr>
                      <a:r>
                        <a:rPr kumimoji="0" lang="en-US" altLang="zh-CN" sz="2000" b="0" i="0" u="none" strike="noStrike" cap="none" normalizeH="0" baseline="0">
                          <a:ln>
                            <a:noFill/>
                          </a:ln>
                          <a:solidFill>
                            <a:schemeClr val="bg2"/>
                          </a:solidFill>
                          <a:effectLst/>
                          <a:latin typeface="Futura Bk" pitchFamily="34" charset="0"/>
                          <a:ea typeface="黑体" panose="02010609060101010101" pitchFamily="49" charset="-122"/>
                        </a:rPr>
                        <a:t>3.2</a:t>
                      </a:r>
                      <a:endParaRPr kumimoji="0" lang="en-US" altLang="zh-CN" sz="2000" b="0" i="0" u="none" strike="noStrike" cap="none" normalizeH="0" baseline="0">
                        <a:ln>
                          <a:noFill/>
                        </a:ln>
                        <a:solidFill>
                          <a:schemeClr val="bg2"/>
                        </a:solidFill>
                        <a:effectLst/>
                        <a:latin typeface="Futura Bk" pitchFamily="34" charset="0"/>
                        <a:ea typeface="黑体" panose="02010609060101010101" pitchFamily="49" charset="-122"/>
                      </a:endParaRPr>
                    </a:p>
                  </a:txBody>
                  <a:tcPr marL="72000" marR="72000" marT="72000" marB="72000" anchor="ctr" horzOverflow="overflow">
                    <a:lnL w="12700" cap="flat" cmpd="sng" algn="ctr">
                      <a:solidFill>
                        <a:schemeClr val="bg1"/>
                      </a:solidFill>
                      <a:prstDash val="solid"/>
                      <a:round/>
                      <a:headEnd type="none" w="med" len="med"/>
                      <a:tailEnd type="arrow" w="lg" len="sm"/>
                    </a:lnL>
                    <a:lnR w="12700" cap="flat" cmpd="sng" algn="ctr">
                      <a:solidFill>
                        <a:schemeClr val="bg1"/>
                      </a:solidFill>
                      <a:prstDash val="solid"/>
                      <a:round/>
                      <a:headEnd type="none" w="med" len="med"/>
                      <a:tailEnd type="arrow" w="lg" len="sm"/>
                    </a:lnR>
                    <a:lnT w="12700" cap="flat" cmpd="sng" algn="ctr">
                      <a:solidFill>
                        <a:schemeClr val="bg1"/>
                      </a:solidFill>
                      <a:prstDash val="solid"/>
                      <a:round/>
                      <a:headEnd type="none" w="med" len="med"/>
                      <a:tailEnd type="arrow" w="lg" len="sm"/>
                    </a:lnT>
                    <a:lnB w="12700" cap="flat" cmpd="sng" algn="ctr">
                      <a:solidFill>
                        <a:schemeClr val="bg1"/>
                      </a:solidFill>
                      <a:prstDash val="solid"/>
                      <a:round/>
                      <a:headEnd type="none" w="med" len="med"/>
                      <a:tailEnd type="arrow" w="lg" len="sm"/>
                    </a:lnB>
                    <a:lnTlToBr>
                      <a:noFill/>
                    </a:lnTlToBr>
                    <a:lnBlToTr>
                      <a:noFill/>
                    </a:lnBlToTr>
                    <a:noFill/>
                  </a:tcPr>
                </a:tc>
                <a:tc>
                  <a:txBody>
                    <a:bodyPr/>
                    <a:lstStyle>
                      <a:lvl1pPr>
                        <a:lnSpc>
                          <a:spcPct val="95000"/>
                        </a:lnSpc>
                        <a:spcBef>
                          <a:spcPct val="10000"/>
                        </a:spcBef>
                        <a:spcAft>
                          <a:spcPct val="30000"/>
                        </a:spcAft>
                        <a:buSzPct val="80000"/>
                        <a:defRPr sz="2800">
                          <a:solidFill>
                            <a:schemeClr val="bg2"/>
                          </a:solidFill>
                          <a:latin typeface="Futura Bk" pitchFamily="34" charset="0"/>
                          <a:ea typeface="黑体" panose="02010609060101010101" pitchFamily="49" charset="-122"/>
                        </a:defRPr>
                      </a:lvl1pPr>
                      <a:lvl2pPr marL="227330">
                        <a:lnSpc>
                          <a:spcPct val="95000"/>
                        </a:lnSpc>
                        <a:spcBef>
                          <a:spcPct val="10000"/>
                        </a:spcBef>
                        <a:spcAft>
                          <a:spcPct val="30000"/>
                        </a:spcAft>
                        <a:buSzPct val="80000"/>
                        <a:buFont typeface="Futura Bk" pitchFamily="34" charset="0"/>
                        <a:defRPr sz="2400">
                          <a:solidFill>
                            <a:schemeClr val="bg2"/>
                          </a:solidFill>
                          <a:latin typeface="Futura Bk" pitchFamily="34" charset="0"/>
                          <a:ea typeface="黑体" panose="02010609060101010101" pitchFamily="49" charset="-122"/>
                        </a:defRPr>
                      </a:lvl2pPr>
                      <a:lvl3pPr marL="713105">
                        <a:lnSpc>
                          <a:spcPct val="95000"/>
                        </a:lnSpc>
                        <a:spcBef>
                          <a:spcPct val="10000"/>
                        </a:spcBef>
                        <a:spcAft>
                          <a:spcPct val="30000"/>
                        </a:spcAft>
                        <a:buSzPct val="85000"/>
                        <a:defRPr sz="2000">
                          <a:solidFill>
                            <a:schemeClr val="bg1"/>
                          </a:solidFill>
                          <a:latin typeface="Futura Bk" pitchFamily="34" charset="0"/>
                          <a:ea typeface="宋体" panose="02010600030101010101" pitchFamily="2" charset="-122"/>
                        </a:defRPr>
                      </a:lvl3pPr>
                      <a:lvl4pPr marL="1025525">
                        <a:lnSpc>
                          <a:spcPct val="95000"/>
                        </a:lnSpc>
                        <a:spcBef>
                          <a:spcPct val="10000"/>
                        </a:spcBef>
                        <a:spcAft>
                          <a:spcPct val="30000"/>
                        </a:spcAft>
                        <a:buFont typeface="Futura Bk" pitchFamily="34" charset="0"/>
                        <a:defRPr sz="1600">
                          <a:solidFill>
                            <a:schemeClr val="tx1"/>
                          </a:solidFill>
                          <a:latin typeface="Futura Bk" pitchFamily="34" charset="0"/>
                          <a:ea typeface="宋体" panose="02010600030101010101" pitchFamily="2" charset="-122"/>
                        </a:defRPr>
                      </a:lvl4pPr>
                      <a:lvl5pPr marL="1713230">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5pPr>
                      <a:lvl6pPr marL="21704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6pPr>
                      <a:lvl7pPr marL="26276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7pPr>
                      <a:lvl8pPr marL="30848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8pPr>
                      <a:lvl9pPr marL="35420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9pPr>
                    </a:lstStyle>
                    <a:p>
                      <a:pPr marL="0" marR="0" lvl="0" indent="0" algn="l" defTabSz="914400" rtl="0" eaLnBrk="1" fontAlgn="base" latinLnBrk="0" hangingPunct="1">
                        <a:lnSpc>
                          <a:spcPct val="95000"/>
                        </a:lnSpc>
                        <a:spcBef>
                          <a:spcPct val="10000"/>
                        </a:spcBef>
                        <a:spcAft>
                          <a:spcPct val="30000"/>
                        </a:spcAft>
                        <a:buClrTx/>
                        <a:buSzPct val="80000"/>
                        <a:buFontTx/>
                        <a:buNone/>
                      </a:pPr>
                      <a:r>
                        <a:rPr kumimoji="0" lang="en-US" altLang="zh-CN" sz="2000" b="0" i="0" u="none" strike="noStrike" cap="none" normalizeH="0" baseline="0">
                          <a:ln>
                            <a:noFill/>
                          </a:ln>
                          <a:solidFill>
                            <a:schemeClr val="bg2"/>
                          </a:solidFill>
                          <a:effectLst/>
                          <a:latin typeface="Futura Bk" pitchFamily="34" charset="0"/>
                          <a:ea typeface="黑体" panose="02010609060101010101" pitchFamily="49" charset="-122"/>
                        </a:rPr>
                        <a:t>1</a:t>
                      </a:r>
                      <a:r>
                        <a:rPr kumimoji="0" lang="zh-CN" altLang="en-US" sz="2000" b="0" i="0" u="none" strike="noStrike" cap="none" normalizeH="0" baseline="0">
                          <a:ln>
                            <a:noFill/>
                          </a:ln>
                          <a:solidFill>
                            <a:schemeClr val="bg2"/>
                          </a:solidFill>
                          <a:effectLst/>
                          <a:latin typeface="Futura Bk" pitchFamily="34" charset="0"/>
                          <a:ea typeface="黑体" panose="02010609060101010101" pitchFamily="49" charset="-122"/>
                        </a:rPr>
                        <a:t>天</a:t>
                      </a:r>
                      <a:endParaRPr kumimoji="0" lang="zh-CN" altLang="en-US" sz="2000" b="0" i="0" u="none" strike="noStrike" cap="none" normalizeH="0" baseline="0">
                        <a:ln>
                          <a:noFill/>
                        </a:ln>
                        <a:solidFill>
                          <a:schemeClr val="bg2"/>
                        </a:solidFill>
                        <a:effectLst/>
                        <a:latin typeface="Futura Bk" pitchFamily="34" charset="0"/>
                        <a:ea typeface="黑体" panose="02010609060101010101" pitchFamily="49" charset="-122"/>
                      </a:endParaRPr>
                    </a:p>
                  </a:txBody>
                  <a:tcPr marL="72000" marR="72000" marT="72000" marB="72000" anchor="ctr" horzOverflow="overflow">
                    <a:lnL w="12700" cap="flat" cmpd="sng" algn="ctr">
                      <a:solidFill>
                        <a:schemeClr val="bg1"/>
                      </a:solidFill>
                      <a:prstDash val="solid"/>
                      <a:round/>
                      <a:headEnd type="none" w="med" len="med"/>
                      <a:tailEnd type="arrow" w="lg" len="sm"/>
                    </a:lnL>
                    <a:lnR w="12700" cap="flat" cmpd="sng" algn="ctr">
                      <a:solidFill>
                        <a:schemeClr val="bg1"/>
                      </a:solidFill>
                      <a:prstDash val="solid"/>
                      <a:round/>
                      <a:headEnd type="none" w="med" len="med"/>
                      <a:tailEnd type="none" w="lg" len="sm"/>
                    </a:lnR>
                    <a:lnT w="12700" cap="flat" cmpd="sng" algn="ctr">
                      <a:solidFill>
                        <a:schemeClr val="bg1"/>
                      </a:solidFill>
                      <a:prstDash val="solid"/>
                      <a:round/>
                      <a:headEnd type="none" w="med" len="med"/>
                      <a:tailEnd type="arrow" w="lg" len="sm"/>
                    </a:lnT>
                    <a:lnB w="12700" cap="flat" cmpd="sng" algn="ctr">
                      <a:solidFill>
                        <a:schemeClr val="bg1"/>
                      </a:solidFill>
                      <a:prstDash val="solid"/>
                      <a:round/>
                      <a:headEnd type="none" w="med" len="med"/>
                      <a:tailEnd type="arrow" w="lg" len="sm"/>
                    </a:lnB>
                    <a:lnTlToBr>
                      <a:noFill/>
                    </a:lnTlToBr>
                    <a:lnBlToTr>
                      <a:noFill/>
                    </a:lnBlToTr>
                    <a:noFill/>
                  </a:tcPr>
                </a:tc>
              </a:tr>
              <a:tr h="752475">
                <a:tc>
                  <a:txBody>
                    <a:bodyPr/>
                    <a:lstStyle>
                      <a:lvl1pPr>
                        <a:lnSpc>
                          <a:spcPct val="95000"/>
                        </a:lnSpc>
                        <a:spcBef>
                          <a:spcPct val="10000"/>
                        </a:spcBef>
                        <a:spcAft>
                          <a:spcPct val="30000"/>
                        </a:spcAft>
                        <a:buSzPct val="80000"/>
                        <a:defRPr sz="2800">
                          <a:solidFill>
                            <a:schemeClr val="bg2"/>
                          </a:solidFill>
                          <a:latin typeface="Futura Bk" pitchFamily="34" charset="0"/>
                          <a:ea typeface="黑体" panose="02010609060101010101" pitchFamily="49" charset="-122"/>
                        </a:defRPr>
                      </a:lvl1pPr>
                      <a:lvl2pPr marL="227330">
                        <a:lnSpc>
                          <a:spcPct val="95000"/>
                        </a:lnSpc>
                        <a:spcBef>
                          <a:spcPct val="10000"/>
                        </a:spcBef>
                        <a:spcAft>
                          <a:spcPct val="30000"/>
                        </a:spcAft>
                        <a:buSzPct val="80000"/>
                        <a:buFont typeface="Futura Bk" pitchFamily="34" charset="0"/>
                        <a:defRPr sz="2400">
                          <a:solidFill>
                            <a:schemeClr val="bg2"/>
                          </a:solidFill>
                          <a:latin typeface="Futura Bk" pitchFamily="34" charset="0"/>
                          <a:ea typeface="黑体" panose="02010609060101010101" pitchFamily="49" charset="-122"/>
                        </a:defRPr>
                      </a:lvl2pPr>
                      <a:lvl3pPr marL="713105">
                        <a:lnSpc>
                          <a:spcPct val="95000"/>
                        </a:lnSpc>
                        <a:spcBef>
                          <a:spcPct val="10000"/>
                        </a:spcBef>
                        <a:spcAft>
                          <a:spcPct val="30000"/>
                        </a:spcAft>
                        <a:buSzPct val="85000"/>
                        <a:defRPr sz="2000">
                          <a:solidFill>
                            <a:schemeClr val="bg1"/>
                          </a:solidFill>
                          <a:latin typeface="Futura Bk" pitchFamily="34" charset="0"/>
                          <a:ea typeface="宋体" panose="02010600030101010101" pitchFamily="2" charset="-122"/>
                        </a:defRPr>
                      </a:lvl3pPr>
                      <a:lvl4pPr marL="1025525">
                        <a:lnSpc>
                          <a:spcPct val="95000"/>
                        </a:lnSpc>
                        <a:spcBef>
                          <a:spcPct val="10000"/>
                        </a:spcBef>
                        <a:spcAft>
                          <a:spcPct val="30000"/>
                        </a:spcAft>
                        <a:buFont typeface="Futura Bk" pitchFamily="34" charset="0"/>
                        <a:defRPr sz="1600">
                          <a:solidFill>
                            <a:schemeClr val="tx1"/>
                          </a:solidFill>
                          <a:latin typeface="Futura Bk" pitchFamily="34" charset="0"/>
                          <a:ea typeface="宋体" panose="02010600030101010101" pitchFamily="2" charset="-122"/>
                        </a:defRPr>
                      </a:lvl4pPr>
                      <a:lvl5pPr marL="1713230">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5pPr>
                      <a:lvl6pPr marL="21704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6pPr>
                      <a:lvl7pPr marL="26276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7pPr>
                      <a:lvl8pPr marL="30848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8pPr>
                      <a:lvl9pPr marL="35420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9pPr>
                    </a:lstStyle>
                    <a:p>
                      <a:pPr marL="0" marR="0" lvl="0" indent="0" algn="l" defTabSz="914400" rtl="0" eaLnBrk="1" fontAlgn="base" latinLnBrk="0" hangingPunct="1">
                        <a:lnSpc>
                          <a:spcPct val="95000"/>
                        </a:lnSpc>
                        <a:spcBef>
                          <a:spcPct val="10000"/>
                        </a:spcBef>
                        <a:spcAft>
                          <a:spcPct val="30000"/>
                        </a:spcAft>
                        <a:buClrTx/>
                        <a:buSzPct val="80000"/>
                        <a:buFontTx/>
                        <a:buNone/>
                      </a:pPr>
                      <a:r>
                        <a:rPr kumimoji="0" lang="en-US" altLang="zh-CN" sz="2000" b="0" i="0" u="none" strike="noStrike" cap="none" normalizeH="0" baseline="0">
                          <a:ln>
                            <a:noFill/>
                          </a:ln>
                          <a:solidFill>
                            <a:schemeClr val="bg2"/>
                          </a:solidFill>
                          <a:effectLst/>
                          <a:latin typeface="Futura Bk" pitchFamily="34" charset="0"/>
                          <a:ea typeface="黑体" panose="02010609060101010101" pitchFamily="49" charset="-122"/>
                        </a:rPr>
                        <a:t>4.   </a:t>
                      </a:r>
                      <a:r>
                        <a:rPr kumimoji="0" lang="zh-CN" altLang="en-US" sz="2000" b="0" i="0" u="none" strike="noStrike" cap="none" normalizeH="0" baseline="0">
                          <a:ln>
                            <a:noFill/>
                          </a:ln>
                          <a:solidFill>
                            <a:schemeClr val="bg2"/>
                          </a:solidFill>
                          <a:effectLst/>
                          <a:latin typeface="Futura Bk" pitchFamily="34" charset="0"/>
                          <a:ea typeface="黑体" panose="02010609060101010101" pitchFamily="49" charset="-122"/>
                        </a:rPr>
                        <a:t>生产线试车</a:t>
                      </a:r>
                      <a:endParaRPr kumimoji="0" lang="zh-CN" altLang="en-US" sz="2000" b="0" i="0" u="none" strike="noStrike" cap="none" normalizeH="0" baseline="0">
                        <a:ln>
                          <a:noFill/>
                        </a:ln>
                        <a:solidFill>
                          <a:schemeClr val="bg2"/>
                        </a:solidFill>
                        <a:effectLst/>
                        <a:latin typeface="Futura Bk" pitchFamily="34" charset="0"/>
                        <a:ea typeface="黑体" panose="02010609060101010101" pitchFamily="49" charset="-122"/>
                      </a:endParaRPr>
                    </a:p>
                  </a:txBody>
                  <a:tcPr marL="72000" marR="72000" marT="72000" marB="72000" anchor="ctr" horzOverflow="overflow">
                    <a:lnL w="12700" cap="flat" cmpd="sng" algn="ctr">
                      <a:solidFill>
                        <a:schemeClr val="bg1"/>
                      </a:solidFill>
                      <a:prstDash val="solid"/>
                      <a:round/>
                      <a:headEnd type="none" w="med" len="med"/>
                      <a:tailEnd type="none" w="lg" len="sm"/>
                    </a:lnL>
                    <a:lnR w="12700" cap="flat" cmpd="sng" algn="ctr">
                      <a:solidFill>
                        <a:schemeClr val="bg1"/>
                      </a:solidFill>
                      <a:prstDash val="solid"/>
                      <a:round/>
                      <a:headEnd type="none" w="med" len="med"/>
                      <a:tailEnd type="arrow" w="lg" len="sm"/>
                    </a:lnR>
                    <a:lnT w="12700" cap="flat" cmpd="sng" algn="ctr">
                      <a:solidFill>
                        <a:schemeClr val="bg1"/>
                      </a:solidFill>
                      <a:prstDash val="solid"/>
                      <a:round/>
                      <a:headEnd type="none" w="med" len="med"/>
                      <a:tailEnd type="arrow" w="lg" len="sm"/>
                    </a:lnT>
                    <a:lnB w="12700" cap="flat" cmpd="sng" algn="ctr">
                      <a:solidFill>
                        <a:schemeClr val="bg1"/>
                      </a:solidFill>
                      <a:prstDash val="solid"/>
                      <a:round/>
                      <a:headEnd type="none" w="med" len="med"/>
                      <a:tailEnd type="none" w="lg" len="sm"/>
                    </a:lnB>
                    <a:lnTlToBr>
                      <a:noFill/>
                    </a:lnTlToBr>
                    <a:lnBlToTr>
                      <a:noFill/>
                    </a:lnBlToTr>
                    <a:noFill/>
                  </a:tcPr>
                </a:tc>
                <a:tc>
                  <a:txBody>
                    <a:bodyPr/>
                    <a:lstStyle>
                      <a:lvl1pPr>
                        <a:lnSpc>
                          <a:spcPct val="95000"/>
                        </a:lnSpc>
                        <a:spcBef>
                          <a:spcPct val="10000"/>
                        </a:spcBef>
                        <a:spcAft>
                          <a:spcPct val="30000"/>
                        </a:spcAft>
                        <a:buSzPct val="80000"/>
                        <a:defRPr sz="2800">
                          <a:solidFill>
                            <a:schemeClr val="bg2"/>
                          </a:solidFill>
                          <a:latin typeface="Futura Bk" pitchFamily="34" charset="0"/>
                          <a:ea typeface="黑体" panose="02010609060101010101" pitchFamily="49" charset="-122"/>
                        </a:defRPr>
                      </a:lvl1pPr>
                      <a:lvl2pPr marL="227330">
                        <a:lnSpc>
                          <a:spcPct val="95000"/>
                        </a:lnSpc>
                        <a:spcBef>
                          <a:spcPct val="10000"/>
                        </a:spcBef>
                        <a:spcAft>
                          <a:spcPct val="30000"/>
                        </a:spcAft>
                        <a:buSzPct val="80000"/>
                        <a:buFont typeface="Futura Bk" pitchFamily="34" charset="0"/>
                        <a:defRPr sz="2400">
                          <a:solidFill>
                            <a:schemeClr val="bg2"/>
                          </a:solidFill>
                          <a:latin typeface="Futura Bk" pitchFamily="34" charset="0"/>
                          <a:ea typeface="黑体" panose="02010609060101010101" pitchFamily="49" charset="-122"/>
                        </a:defRPr>
                      </a:lvl2pPr>
                      <a:lvl3pPr marL="713105">
                        <a:lnSpc>
                          <a:spcPct val="95000"/>
                        </a:lnSpc>
                        <a:spcBef>
                          <a:spcPct val="10000"/>
                        </a:spcBef>
                        <a:spcAft>
                          <a:spcPct val="30000"/>
                        </a:spcAft>
                        <a:buSzPct val="85000"/>
                        <a:defRPr sz="2000">
                          <a:solidFill>
                            <a:schemeClr val="bg1"/>
                          </a:solidFill>
                          <a:latin typeface="Futura Bk" pitchFamily="34" charset="0"/>
                          <a:ea typeface="宋体" panose="02010600030101010101" pitchFamily="2" charset="-122"/>
                        </a:defRPr>
                      </a:lvl3pPr>
                      <a:lvl4pPr marL="1025525">
                        <a:lnSpc>
                          <a:spcPct val="95000"/>
                        </a:lnSpc>
                        <a:spcBef>
                          <a:spcPct val="10000"/>
                        </a:spcBef>
                        <a:spcAft>
                          <a:spcPct val="30000"/>
                        </a:spcAft>
                        <a:buFont typeface="Futura Bk" pitchFamily="34" charset="0"/>
                        <a:defRPr sz="1600">
                          <a:solidFill>
                            <a:schemeClr val="tx1"/>
                          </a:solidFill>
                          <a:latin typeface="Futura Bk" pitchFamily="34" charset="0"/>
                          <a:ea typeface="宋体" panose="02010600030101010101" pitchFamily="2" charset="-122"/>
                        </a:defRPr>
                      </a:lvl4pPr>
                      <a:lvl5pPr marL="1713230">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5pPr>
                      <a:lvl6pPr marL="21704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6pPr>
                      <a:lvl7pPr marL="26276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7pPr>
                      <a:lvl8pPr marL="30848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8pPr>
                      <a:lvl9pPr marL="35420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9pPr>
                    </a:lstStyle>
                    <a:p>
                      <a:pPr marL="0" marR="0" lvl="0" indent="0" algn="l" defTabSz="914400" rtl="0" eaLnBrk="1" fontAlgn="base" latinLnBrk="0" hangingPunct="1">
                        <a:lnSpc>
                          <a:spcPct val="95000"/>
                        </a:lnSpc>
                        <a:spcBef>
                          <a:spcPct val="10000"/>
                        </a:spcBef>
                        <a:spcAft>
                          <a:spcPct val="30000"/>
                        </a:spcAft>
                        <a:buClrTx/>
                        <a:buSzPct val="80000"/>
                        <a:buFontTx/>
                        <a:buNone/>
                      </a:pPr>
                      <a:r>
                        <a:rPr kumimoji="0" lang="en-US" altLang="zh-CN" sz="2000" b="0" i="0" u="none" strike="noStrike" cap="none" normalizeH="0" baseline="0">
                          <a:ln>
                            <a:noFill/>
                          </a:ln>
                          <a:solidFill>
                            <a:schemeClr val="bg2"/>
                          </a:solidFill>
                          <a:effectLst/>
                          <a:latin typeface="Futura Bk" pitchFamily="34" charset="0"/>
                          <a:ea typeface="黑体" panose="02010609060101010101" pitchFamily="49" charset="-122"/>
                        </a:rPr>
                        <a:t>2, 3.3</a:t>
                      </a:r>
                      <a:endParaRPr kumimoji="0" lang="en-US" altLang="zh-CN" sz="2000" b="0" i="0" u="none" strike="noStrike" cap="none" normalizeH="0" baseline="0">
                        <a:ln>
                          <a:noFill/>
                        </a:ln>
                        <a:solidFill>
                          <a:schemeClr val="bg2"/>
                        </a:solidFill>
                        <a:effectLst/>
                        <a:latin typeface="Futura Bk" pitchFamily="34" charset="0"/>
                        <a:ea typeface="黑体" panose="02010609060101010101" pitchFamily="49" charset="-122"/>
                      </a:endParaRPr>
                    </a:p>
                  </a:txBody>
                  <a:tcPr marL="72000" marR="72000" marT="72000" marB="72000" anchor="ctr" horzOverflow="overflow">
                    <a:lnL w="12700" cap="flat" cmpd="sng" algn="ctr">
                      <a:solidFill>
                        <a:schemeClr val="bg1"/>
                      </a:solidFill>
                      <a:prstDash val="solid"/>
                      <a:round/>
                      <a:headEnd type="none" w="med" len="med"/>
                      <a:tailEnd type="arrow" w="lg" len="sm"/>
                    </a:lnL>
                    <a:lnR w="12700" cap="flat" cmpd="sng" algn="ctr">
                      <a:solidFill>
                        <a:schemeClr val="bg1"/>
                      </a:solidFill>
                      <a:prstDash val="solid"/>
                      <a:round/>
                      <a:headEnd type="none" w="med" len="med"/>
                      <a:tailEnd type="arrow" w="lg" len="sm"/>
                    </a:lnR>
                    <a:lnT w="12700" cap="flat" cmpd="sng" algn="ctr">
                      <a:solidFill>
                        <a:schemeClr val="bg1"/>
                      </a:solidFill>
                      <a:prstDash val="solid"/>
                      <a:round/>
                      <a:headEnd type="none" w="med" len="med"/>
                      <a:tailEnd type="arrow" w="lg" len="sm"/>
                    </a:lnT>
                    <a:lnB w="12700" cap="flat" cmpd="sng" algn="ctr">
                      <a:solidFill>
                        <a:schemeClr val="bg1"/>
                      </a:solidFill>
                      <a:prstDash val="solid"/>
                      <a:round/>
                      <a:headEnd type="none" w="med" len="med"/>
                      <a:tailEnd type="none" w="lg" len="sm"/>
                    </a:lnB>
                    <a:lnTlToBr>
                      <a:noFill/>
                    </a:lnTlToBr>
                    <a:lnBlToTr>
                      <a:noFill/>
                    </a:lnBlToTr>
                    <a:noFill/>
                  </a:tcPr>
                </a:tc>
                <a:tc>
                  <a:txBody>
                    <a:bodyPr/>
                    <a:lstStyle>
                      <a:lvl1pPr>
                        <a:lnSpc>
                          <a:spcPct val="95000"/>
                        </a:lnSpc>
                        <a:spcBef>
                          <a:spcPct val="10000"/>
                        </a:spcBef>
                        <a:spcAft>
                          <a:spcPct val="30000"/>
                        </a:spcAft>
                        <a:buSzPct val="80000"/>
                        <a:defRPr sz="2800">
                          <a:solidFill>
                            <a:schemeClr val="bg2"/>
                          </a:solidFill>
                          <a:latin typeface="Futura Bk" pitchFamily="34" charset="0"/>
                          <a:ea typeface="黑体" panose="02010609060101010101" pitchFamily="49" charset="-122"/>
                        </a:defRPr>
                      </a:lvl1pPr>
                      <a:lvl2pPr marL="227330">
                        <a:lnSpc>
                          <a:spcPct val="95000"/>
                        </a:lnSpc>
                        <a:spcBef>
                          <a:spcPct val="10000"/>
                        </a:spcBef>
                        <a:spcAft>
                          <a:spcPct val="30000"/>
                        </a:spcAft>
                        <a:buSzPct val="80000"/>
                        <a:buFont typeface="Futura Bk" pitchFamily="34" charset="0"/>
                        <a:defRPr sz="2400">
                          <a:solidFill>
                            <a:schemeClr val="bg2"/>
                          </a:solidFill>
                          <a:latin typeface="Futura Bk" pitchFamily="34" charset="0"/>
                          <a:ea typeface="黑体" panose="02010609060101010101" pitchFamily="49" charset="-122"/>
                        </a:defRPr>
                      </a:lvl2pPr>
                      <a:lvl3pPr marL="713105">
                        <a:lnSpc>
                          <a:spcPct val="95000"/>
                        </a:lnSpc>
                        <a:spcBef>
                          <a:spcPct val="10000"/>
                        </a:spcBef>
                        <a:spcAft>
                          <a:spcPct val="30000"/>
                        </a:spcAft>
                        <a:buSzPct val="85000"/>
                        <a:defRPr sz="2000">
                          <a:solidFill>
                            <a:schemeClr val="bg1"/>
                          </a:solidFill>
                          <a:latin typeface="Futura Bk" pitchFamily="34" charset="0"/>
                          <a:ea typeface="宋体" panose="02010600030101010101" pitchFamily="2" charset="-122"/>
                        </a:defRPr>
                      </a:lvl3pPr>
                      <a:lvl4pPr marL="1025525">
                        <a:lnSpc>
                          <a:spcPct val="95000"/>
                        </a:lnSpc>
                        <a:spcBef>
                          <a:spcPct val="10000"/>
                        </a:spcBef>
                        <a:spcAft>
                          <a:spcPct val="30000"/>
                        </a:spcAft>
                        <a:buFont typeface="Futura Bk" pitchFamily="34" charset="0"/>
                        <a:defRPr sz="1600">
                          <a:solidFill>
                            <a:schemeClr val="tx1"/>
                          </a:solidFill>
                          <a:latin typeface="Futura Bk" pitchFamily="34" charset="0"/>
                          <a:ea typeface="宋体" panose="02010600030101010101" pitchFamily="2" charset="-122"/>
                        </a:defRPr>
                      </a:lvl4pPr>
                      <a:lvl5pPr marL="1713230">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5pPr>
                      <a:lvl6pPr marL="21704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6pPr>
                      <a:lvl7pPr marL="26276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7pPr>
                      <a:lvl8pPr marL="30848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8pPr>
                      <a:lvl9pPr marL="3542030" fontAlgn="base">
                        <a:lnSpc>
                          <a:spcPct val="95000"/>
                        </a:lnSpc>
                        <a:spcBef>
                          <a:spcPct val="10000"/>
                        </a:spcBef>
                        <a:spcAft>
                          <a:spcPct val="30000"/>
                        </a:spcAft>
                        <a:defRPr sz="1600">
                          <a:solidFill>
                            <a:schemeClr val="tx1"/>
                          </a:solidFill>
                          <a:latin typeface="Futura Bk" pitchFamily="34" charset="0"/>
                          <a:ea typeface="宋体" panose="02010600030101010101" pitchFamily="2" charset="-122"/>
                        </a:defRPr>
                      </a:lvl9pPr>
                    </a:lstStyle>
                    <a:p>
                      <a:pPr marL="0" marR="0" lvl="0" indent="0" algn="l" defTabSz="914400" rtl="0" eaLnBrk="1" fontAlgn="base" latinLnBrk="0" hangingPunct="1">
                        <a:lnSpc>
                          <a:spcPct val="95000"/>
                        </a:lnSpc>
                        <a:spcBef>
                          <a:spcPct val="10000"/>
                        </a:spcBef>
                        <a:spcAft>
                          <a:spcPct val="30000"/>
                        </a:spcAft>
                        <a:buClrTx/>
                        <a:buSzPct val="80000"/>
                        <a:buFontTx/>
                        <a:buNone/>
                      </a:pPr>
                      <a:r>
                        <a:rPr kumimoji="0" lang="en-US" altLang="zh-CN" sz="2000" b="0" i="0" u="none" strike="noStrike" cap="none" normalizeH="0" baseline="0">
                          <a:ln>
                            <a:noFill/>
                          </a:ln>
                          <a:solidFill>
                            <a:schemeClr val="bg2"/>
                          </a:solidFill>
                          <a:effectLst/>
                          <a:latin typeface="Futura Bk" pitchFamily="34" charset="0"/>
                          <a:ea typeface="黑体" panose="02010609060101010101" pitchFamily="49" charset="-122"/>
                        </a:rPr>
                        <a:t>2</a:t>
                      </a:r>
                      <a:r>
                        <a:rPr kumimoji="0" lang="zh-CN" altLang="en-US" sz="2000" b="0" i="0" u="none" strike="noStrike" cap="none" normalizeH="0" baseline="0">
                          <a:ln>
                            <a:noFill/>
                          </a:ln>
                          <a:solidFill>
                            <a:schemeClr val="bg2"/>
                          </a:solidFill>
                          <a:effectLst/>
                          <a:latin typeface="Futura Bk" pitchFamily="34" charset="0"/>
                          <a:ea typeface="黑体" panose="02010609060101010101" pitchFamily="49" charset="-122"/>
                        </a:rPr>
                        <a:t>天</a:t>
                      </a:r>
                      <a:endParaRPr kumimoji="0" lang="zh-CN" altLang="en-US" sz="2000" b="0" i="0" u="none" strike="noStrike" cap="none" normalizeH="0" baseline="0">
                        <a:ln>
                          <a:noFill/>
                        </a:ln>
                        <a:solidFill>
                          <a:schemeClr val="bg2"/>
                        </a:solidFill>
                        <a:effectLst/>
                        <a:latin typeface="Futura Bk" pitchFamily="34" charset="0"/>
                        <a:ea typeface="黑体" panose="02010609060101010101" pitchFamily="49" charset="-122"/>
                      </a:endParaRPr>
                    </a:p>
                  </a:txBody>
                  <a:tcPr marL="72000" marR="72000" marT="72000" marB="72000" anchor="ctr" horzOverflow="overflow">
                    <a:lnL w="12700" cap="flat" cmpd="sng" algn="ctr">
                      <a:solidFill>
                        <a:schemeClr val="bg1"/>
                      </a:solidFill>
                      <a:prstDash val="solid"/>
                      <a:round/>
                      <a:headEnd type="none" w="med" len="med"/>
                      <a:tailEnd type="arrow" w="lg" len="sm"/>
                    </a:lnL>
                    <a:lnR w="12700" cap="flat" cmpd="sng" algn="ctr">
                      <a:solidFill>
                        <a:schemeClr val="bg1"/>
                      </a:solidFill>
                      <a:prstDash val="solid"/>
                      <a:round/>
                      <a:headEnd type="none" w="med" len="med"/>
                      <a:tailEnd type="none" w="lg" len="sm"/>
                    </a:lnR>
                    <a:lnT w="12700" cap="flat" cmpd="sng" algn="ctr">
                      <a:solidFill>
                        <a:schemeClr val="bg1"/>
                      </a:solidFill>
                      <a:prstDash val="solid"/>
                      <a:round/>
                      <a:headEnd type="none" w="med" len="med"/>
                      <a:tailEnd type="arrow" w="lg" len="sm"/>
                    </a:lnT>
                    <a:lnB w="12700" cap="flat" cmpd="sng" algn="ctr">
                      <a:solidFill>
                        <a:schemeClr val="bg1"/>
                      </a:solidFill>
                      <a:prstDash val="solid"/>
                      <a:round/>
                      <a:headEnd type="none" w="med" len="med"/>
                      <a:tailEnd type="none" w="lg" len="sm"/>
                    </a:lnB>
                    <a:lnTlToBr>
                      <a:noFill/>
                    </a:lnTlToBr>
                    <a:lnBlToTr>
                      <a:noFill/>
                    </a:lnBlToTr>
                    <a:noFill/>
                  </a:tcPr>
                </a:tc>
              </a:tr>
            </a:tbl>
          </a:graphicData>
        </a:graphic>
      </p:graphicFrame>
      <p:sp>
        <p:nvSpPr>
          <p:cNvPr id="3" name="灯片编号占位符 2"/>
          <p:cNvSpPr>
            <a:spLocks noGrp="1"/>
          </p:cNvSpPr>
          <p:nvPr>
            <p:ph type="sldNum" sz="quarter" idx="10"/>
          </p:nvPr>
        </p:nvSpPr>
        <p:spPr/>
        <p:txBody>
          <a:bodyPr/>
          <a:lstStyle/>
          <a:p>
            <a:pPr>
              <a:defRPr/>
            </a:pPr>
            <a:fld id="{D7EDB7A7-69D7-44E1-AE5E-78DB385E1DC1}" type="slidenum">
              <a:rPr lang="en-US" altLang="zh-CN" smtClean="0"/>
            </a:fld>
            <a:endParaRPr lang="en-US" altLang="zh-CN"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pSp>
        <p:nvGrpSpPr>
          <p:cNvPr id="122883" name="Group 3"/>
          <p:cNvGrpSpPr/>
          <p:nvPr/>
        </p:nvGrpSpPr>
        <p:grpSpPr bwMode="auto">
          <a:xfrm>
            <a:off x="1042988" y="2132013"/>
            <a:ext cx="2101850" cy="3303587"/>
            <a:chOff x="2528" y="1091"/>
            <a:chExt cx="1325" cy="2081"/>
          </a:xfrm>
        </p:grpSpPr>
        <p:sp>
          <p:nvSpPr>
            <p:cNvPr id="122887" name="Rectangle 4"/>
            <p:cNvSpPr>
              <a:spLocks noChangeArrowheads="1"/>
            </p:cNvSpPr>
            <p:nvPr/>
          </p:nvSpPr>
          <p:spPr bwMode="auto">
            <a:xfrm>
              <a:off x="2528" y="1091"/>
              <a:ext cx="1325" cy="2081"/>
            </a:xfrm>
            <a:prstGeom prst="rect">
              <a:avLst/>
            </a:prstGeom>
            <a:solidFill>
              <a:srgbClr val="C3BE00"/>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122888" name="Text Box 5"/>
            <p:cNvSpPr txBox="1">
              <a:spLocks noChangeArrowheads="1"/>
            </p:cNvSpPr>
            <p:nvPr/>
          </p:nvSpPr>
          <p:spPr bwMode="auto">
            <a:xfrm>
              <a:off x="2701" y="1145"/>
              <a:ext cx="958" cy="28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r>
                <a:rPr lang="zh-CN" altLang="en-US" b="1" u="sng" dirty="0">
                  <a:solidFill>
                    <a:schemeClr val="tx2"/>
                  </a:solidFill>
                  <a:latin typeface="黑体" panose="02010609060101010101" pitchFamily="49" charset="-122"/>
                  <a:ea typeface="黑体" panose="02010609060101010101" pitchFamily="49" charset="-122"/>
                </a:rPr>
                <a:t>规划阶段</a:t>
              </a:r>
              <a:endParaRPr lang="zh-CN" altLang="en-US" b="1" u="sng" dirty="0">
                <a:solidFill>
                  <a:srgbClr val="000099"/>
                </a:solidFill>
                <a:latin typeface="黑体" panose="02010609060101010101" pitchFamily="49" charset="-122"/>
                <a:ea typeface="黑体" panose="02010609060101010101" pitchFamily="49" charset="-122"/>
              </a:endParaRPr>
            </a:p>
          </p:txBody>
        </p:sp>
        <p:sp>
          <p:nvSpPr>
            <p:cNvPr id="122889" name="Text Box 6"/>
            <p:cNvSpPr txBox="1">
              <a:spLocks noChangeArrowheads="1"/>
            </p:cNvSpPr>
            <p:nvPr/>
          </p:nvSpPr>
          <p:spPr bwMode="auto">
            <a:xfrm>
              <a:off x="2538" y="1511"/>
              <a:ext cx="1265" cy="1537"/>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lang="zh-CN" altLang="en-US" sz="2200" b="1" dirty="0">
                  <a:solidFill>
                    <a:schemeClr val="tx2"/>
                  </a:solidFill>
                  <a:latin typeface="黑体" panose="02010609060101010101" pitchFamily="49" charset="-122"/>
                  <a:ea typeface="黑体" panose="02010609060101010101" pitchFamily="49" charset="-122"/>
                </a:rPr>
                <a:t>分配职责</a:t>
              </a:r>
              <a:endParaRPr lang="zh-CN" altLang="en-US" sz="2200" b="1" dirty="0">
                <a:solidFill>
                  <a:schemeClr val="tx2"/>
                </a:solidFill>
                <a:latin typeface="黑体" panose="02010609060101010101" pitchFamily="49" charset="-122"/>
                <a:ea typeface="黑体" panose="02010609060101010101" pitchFamily="49" charset="-122"/>
              </a:endParaRPr>
            </a:p>
            <a:p>
              <a:pPr algn="ctr" eaLnBrk="1" hangingPunct="1">
                <a:spcBef>
                  <a:spcPct val="50000"/>
                </a:spcBef>
              </a:pPr>
              <a:r>
                <a:rPr lang="zh-CN" altLang="en-US" sz="2200" b="1" dirty="0">
                  <a:solidFill>
                    <a:srgbClr val="000099"/>
                  </a:solidFill>
                  <a:latin typeface="黑体" panose="02010609060101010101" pitchFamily="49" charset="-122"/>
                  <a:ea typeface="黑体" panose="02010609060101010101" pitchFamily="49" charset="-122"/>
                </a:rPr>
                <a:t>确定工作顺序</a:t>
              </a:r>
              <a:endParaRPr lang="zh-CN" altLang="en-US" sz="2200" b="1" dirty="0">
                <a:solidFill>
                  <a:schemeClr val="tx2"/>
                </a:solidFill>
                <a:latin typeface="黑体" panose="02010609060101010101" pitchFamily="49" charset="-122"/>
                <a:ea typeface="黑体" panose="02010609060101010101" pitchFamily="49" charset="-122"/>
              </a:endParaRPr>
            </a:p>
            <a:p>
              <a:pPr algn="ctr" eaLnBrk="1" hangingPunct="1">
                <a:spcBef>
                  <a:spcPct val="50000"/>
                </a:spcBef>
              </a:pPr>
              <a:r>
                <a:rPr lang="zh-CN" altLang="en-US" sz="2200" b="1" dirty="0">
                  <a:solidFill>
                    <a:schemeClr val="tx2"/>
                  </a:solidFill>
                  <a:latin typeface="黑体" panose="02010609060101010101" pitchFamily="49" charset="-122"/>
                  <a:ea typeface="黑体" panose="02010609060101010101" pitchFamily="49" charset="-122"/>
                </a:rPr>
                <a:t>落实工作日程</a:t>
              </a:r>
              <a:endParaRPr lang="zh-CN" altLang="en-US" sz="2200" b="1" dirty="0">
                <a:solidFill>
                  <a:schemeClr val="tx2"/>
                </a:solidFill>
                <a:latin typeface="黑体" panose="02010609060101010101" pitchFamily="49" charset="-122"/>
                <a:ea typeface="黑体" panose="02010609060101010101" pitchFamily="49" charset="-122"/>
              </a:endParaRPr>
            </a:p>
            <a:p>
              <a:pPr algn="ctr" eaLnBrk="1" hangingPunct="1">
                <a:spcBef>
                  <a:spcPct val="50000"/>
                </a:spcBef>
              </a:pPr>
              <a:r>
                <a:rPr lang="zh-CN" altLang="en-US" sz="2200" b="1" dirty="0">
                  <a:solidFill>
                    <a:schemeClr val="tx2"/>
                  </a:solidFill>
                  <a:latin typeface="黑体" panose="02010609060101010101" pitchFamily="49" charset="-122"/>
                  <a:ea typeface="黑体" panose="02010609060101010101" pitchFamily="49" charset="-122"/>
                </a:rPr>
                <a:t>控制风险</a:t>
              </a:r>
              <a:endParaRPr lang="zh-CN" altLang="en-US" sz="2200" b="1" dirty="0">
                <a:solidFill>
                  <a:schemeClr val="tx2"/>
                </a:solidFill>
                <a:latin typeface="黑体" panose="02010609060101010101" pitchFamily="49" charset="-122"/>
                <a:ea typeface="黑体" panose="02010609060101010101" pitchFamily="49" charset="-122"/>
              </a:endParaRPr>
            </a:p>
            <a:p>
              <a:pPr algn="ctr" eaLnBrk="1" hangingPunct="1">
                <a:spcBef>
                  <a:spcPct val="50000"/>
                </a:spcBef>
              </a:pPr>
              <a:r>
                <a:rPr lang="zh-CN" altLang="en-US" sz="2200" b="1" dirty="0">
                  <a:solidFill>
                    <a:schemeClr val="tx2"/>
                  </a:solidFill>
                  <a:latin typeface="黑体" panose="02010609060101010101" pitchFamily="49" charset="-122"/>
                  <a:ea typeface="黑体" panose="02010609060101010101" pitchFamily="49" charset="-122"/>
                </a:rPr>
                <a:t>创造机遇</a:t>
              </a:r>
              <a:endParaRPr lang="zh-CN" altLang="en-US" sz="2200" b="1" dirty="0">
                <a:solidFill>
                  <a:schemeClr val="tx2"/>
                </a:solidFill>
                <a:latin typeface="黑体" panose="02010609060101010101" pitchFamily="49" charset="-122"/>
                <a:ea typeface="黑体" panose="02010609060101010101" pitchFamily="49" charset="-122"/>
              </a:endParaRPr>
            </a:p>
          </p:txBody>
        </p:sp>
      </p:grpSp>
      <p:sp>
        <p:nvSpPr>
          <p:cNvPr id="519179" name="Text Box 11"/>
          <p:cNvSpPr txBox="1">
            <a:spLocks noChangeArrowheads="1"/>
          </p:cNvSpPr>
          <p:nvPr/>
        </p:nvSpPr>
        <p:spPr bwMode="auto">
          <a:xfrm>
            <a:off x="5756275" y="1987550"/>
            <a:ext cx="3536950" cy="1552575"/>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r"/>
            <a:r>
              <a:rPr lang="zh-CN" altLang="en-US" b="1">
                <a:solidFill>
                  <a:srgbClr val="000000"/>
                </a:solidFill>
                <a:latin typeface="黑体" panose="02010609060101010101" pitchFamily="49" charset="-122"/>
                <a:ea typeface="黑体" panose="02010609060101010101" pitchFamily="49" charset="-122"/>
              </a:rPr>
              <a:t>表示方式</a:t>
            </a:r>
            <a:endParaRPr lang="zh-CN" altLang="en-US">
              <a:solidFill>
                <a:srgbClr val="000000"/>
              </a:solidFill>
              <a:latin typeface="黑体" panose="02010609060101010101" pitchFamily="49" charset="-122"/>
              <a:ea typeface="黑体" panose="02010609060101010101" pitchFamily="49" charset="-122"/>
            </a:endParaRPr>
          </a:p>
          <a:p>
            <a:pPr algn="r"/>
            <a:r>
              <a:rPr lang="zh-CN" altLang="en-US">
                <a:solidFill>
                  <a:srgbClr val="000000"/>
                </a:solidFill>
                <a:latin typeface="黑体" panose="02010609060101010101" pitchFamily="49" charset="-122"/>
                <a:ea typeface="黑体" panose="02010609060101010101" pitchFamily="49" charset="-122"/>
              </a:rPr>
              <a:t>画出起始点和终止点</a:t>
            </a:r>
            <a:endParaRPr lang="zh-CN" altLang="en-US">
              <a:solidFill>
                <a:srgbClr val="000000"/>
              </a:solidFill>
              <a:latin typeface="黑体" panose="02010609060101010101" pitchFamily="49" charset="-122"/>
              <a:ea typeface="黑体" panose="02010609060101010101" pitchFamily="49" charset="-122"/>
            </a:endParaRPr>
          </a:p>
          <a:p>
            <a:pPr algn="r"/>
            <a:r>
              <a:rPr lang="zh-CN" altLang="en-US">
                <a:solidFill>
                  <a:srgbClr val="000000"/>
                </a:solidFill>
                <a:latin typeface="黑体" panose="02010609060101010101" pitchFamily="49" charset="-122"/>
                <a:ea typeface="黑体" panose="02010609060101010101" pitchFamily="49" charset="-122"/>
              </a:rPr>
              <a:t>指明先后次序</a:t>
            </a:r>
            <a:endParaRPr lang="zh-CN" altLang="en-US">
              <a:solidFill>
                <a:srgbClr val="000000"/>
              </a:solidFill>
              <a:latin typeface="黑体" panose="02010609060101010101" pitchFamily="49" charset="-122"/>
              <a:ea typeface="黑体" panose="02010609060101010101" pitchFamily="49" charset="-122"/>
            </a:endParaRPr>
          </a:p>
          <a:p>
            <a:pPr algn="r"/>
            <a:r>
              <a:rPr lang="zh-CN" altLang="en-US">
                <a:solidFill>
                  <a:srgbClr val="000000"/>
                </a:solidFill>
                <a:latin typeface="黑体" panose="02010609060101010101" pitchFamily="49" charset="-122"/>
                <a:ea typeface="黑体" panose="02010609060101010101" pitchFamily="49" charset="-122"/>
              </a:rPr>
              <a:t>标出每项工作的持续时间</a:t>
            </a:r>
            <a:endParaRPr lang="zh-CN" altLang="en-US">
              <a:solidFill>
                <a:srgbClr val="000000"/>
              </a:solidFill>
              <a:latin typeface="黑体" panose="02010609060101010101" pitchFamily="49" charset="-122"/>
              <a:ea typeface="黑体" panose="02010609060101010101" pitchFamily="49" charset="-122"/>
            </a:endParaRPr>
          </a:p>
        </p:txBody>
      </p:sp>
      <p:sp>
        <p:nvSpPr>
          <p:cNvPr id="519180" name="Text Box 12"/>
          <p:cNvSpPr txBox="1">
            <a:spLocks noChangeArrowheads="1"/>
          </p:cNvSpPr>
          <p:nvPr/>
        </p:nvSpPr>
        <p:spPr bwMode="auto">
          <a:xfrm>
            <a:off x="3717925" y="3911600"/>
            <a:ext cx="3232150" cy="1552575"/>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r>
              <a:rPr lang="zh-CN" altLang="en-US" b="1">
                <a:solidFill>
                  <a:srgbClr val="000000"/>
                </a:solidFill>
                <a:latin typeface="黑体" panose="02010609060101010101" pitchFamily="49" charset="-122"/>
                <a:ea typeface="黑体" panose="02010609060101010101" pitchFamily="49" charset="-122"/>
              </a:rPr>
              <a:t>检验原则：</a:t>
            </a:r>
            <a:endParaRPr lang="zh-CN" altLang="en-US" b="1">
              <a:solidFill>
                <a:srgbClr val="000000"/>
              </a:solidFill>
              <a:latin typeface="黑体" panose="02010609060101010101" pitchFamily="49" charset="-122"/>
              <a:ea typeface="黑体" panose="02010609060101010101" pitchFamily="49" charset="-122"/>
            </a:endParaRPr>
          </a:p>
          <a:p>
            <a:r>
              <a:rPr lang="zh-CN" altLang="en-US">
                <a:solidFill>
                  <a:srgbClr val="000000"/>
                </a:solidFill>
                <a:latin typeface="黑体" panose="02010609060101010101" pitchFamily="49" charset="-122"/>
                <a:ea typeface="黑体" panose="02010609060101010101" pitchFamily="49" charset="-122"/>
              </a:rPr>
              <a:t>所有节点均有出入口</a:t>
            </a:r>
            <a:endParaRPr lang="zh-CN" altLang="en-US">
              <a:solidFill>
                <a:srgbClr val="000000"/>
              </a:solidFill>
              <a:latin typeface="黑体" panose="02010609060101010101" pitchFamily="49" charset="-122"/>
              <a:ea typeface="黑体" panose="02010609060101010101" pitchFamily="49" charset="-122"/>
            </a:endParaRPr>
          </a:p>
          <a:p>
            <a:r>
              <a:rPr lang="zh-CN" altLang="en-US">
                <a:solidFill>
                  <a:srgbClr val="000000"/>
                </a:solidFill>
                <a:latin typeface="黑体" panose="02010609060101010101" pitchFamily="49" charset="-122"/>
                <a:ea typeface="黑体" panose="02010609060101010101" pitchFamily="49" charset="-122"/>
              </a:rPr>
              <a:t>没有无限循环</a:t>
            </a:r>
            <a:endParaRPr lang="zh-CN" altLang="en-US">
              <a:solidFill>
                <a:srgbClr val="000000"/>
              </a:solidFill>
              <a:latin typeface="黑体" panose="02010609060101010101" pitchFamily="49" charset="-122"/>
              <a:ea typeface="黑体" panose="02010609060101010101" pitchFamily="49" charset="-122"/>
            </a:endParaRPr>
          </a:p>
          <a:p>
            <a:r>
              <a:rPr lang="zh-CN" altLang="en-US">
                <a:solidFill>
                  <a:srgbClr val="000000"/>
                </a:solidFill>
                <a:latin typeface="黑体" panose="02010609060101010101" pitchFamily="49" charset="-122"/>
                <a:ea typeface="黑体" panose="02010609060101010101" pitchFamily="49" charset="-122"/>
              </a:rPr>
              <a:t>工作次序正确而且完整</a:t>
            </a:r>
            <a:endParaRPr lang="zh-CN" altLang="en-US" b="1">
              <a:solidFill>
                <a:srgbClr val="000000"/>
              </a:solidFill>
              <a:latin typeface="黑体" panose="02010609060101010101" pitchFamily="49" charset="-122"/>
              <a:ea typeface="黑体" panose="02010609060101010101" pitchFamily="49" charset="-122"/>
            </a:endParaRPr>
          </a:p>
        </p:txBody>
      </p:sp>
      <p:sp>
        <p:nvSpPr>
          <p:cNvPr id="122886" name="Rectangle 14"/>
          <p:cNvSpPr>
            <a:spLocks noGrp="1" noChangeArrowheads="1"/>
          </p:cNvSpPr>
          <p:nvPr>
            <p:ph type="title"/>
          </p:nvPr>
        </p:nvSpPr>
        <p:spPr/>
        <p:txBody>
          <a:bodyPr/>
          <a:lstStyle/>
          <a:p>
            <a:pPr eaLnBrk="1" hangingPunct="1"/>
            <a:r>
              <a:rPr lang="zh-CN" altLang="en-US" sz="3200"/>
              <a:t>网络图</a:t>
            </a:r>
            <a:br>
              <a:rPr lang="zh-CN" altLang="en-US" sz="3200"/>
            </a:br>
            <a:r>
              <a:rPr lang="en-US" altLang="zh-CN" sz="2400">
                <a:latin typeface="Arial" panose="020B0604020202020204" pitchFamily="34" charset="0"/>
              </a:rPr>
              <a:t>——</a:t>
            </a:r>
            <a:r>
              <a:rPr lang="zh-CN" altLang="en-US" sz="2400"/>
              <a:t>工作次序表示</a:t>
            </a:r>
            <a:endParaRPr lang="zh-CN" altLang="en-US" sz="2400"/>
          </a:p>
        </p:txBody>
      </p:sp>
      <p:sp>
        <p:nvSpPr>
          <p:cNvPr id="3" name="灯片编号占位符 2"/>
          <p:cNvSpPr>
            <a:spLocks noGrp="1"/>
          </p:cNvSpPr>
          <p:nvPr>
            <p:ph type="sldNum" sz="quarter" idx="10"/>
          </p:nvPr>
        </p:nvSpPr>
        <p:spPr/>
        <p:txBody>
          <a:bodyPr/>
          <a:lstStyle/>
          <a:p>
            <a:pPr>
              <a:defRPr/>
            </a:pPr>
            <a:fld id="{A6A0D67D-9B30-457F-9874-1F92730590A0}" type="slidenum">
              <a:rPr lang="en-US" altLang="zh-CN" smtClean="0"/>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19179"/>
                                        </p:tgtEl>
                                        <p:attrNameLst>
                                          <p:attrName>style.visibility</p:attrName>
                                        </p:attrNameLst>
                                      </p:cBhvr>
                                      <p:to>
                                        <p:strVal val="visible"/>
                                      </p:to>
                                    </p:set>
                                    <p:anim calcmode="lin" valueType="num">
                                      <p:cBhvr additive="base">
                                        <p:cTn id="7" dur="500" fill="hold"/>
                                        <p:tgtEl>
                                          <p:spTgt spid="519179"/>
                                        </p:tgtEl>
                                        <p:attrNameLst>
                                          <p:attrName>ppt_x</p:attrName>
                                        </p:attrNameLst>
                                      </p:cBhvr>
                                      <p:tavLst>
                                        <p:tav tm="0">
                                          <p:val>
                                            <p:strVal val="0-#ppt_w/2"/>
                                          </p:val>
                                        </p:tav>
                                        <p:tav tm="100000">
                                          <p:val>
                                            <p:strVal val="#ppt_x"/>
                                          </p:val>
                                        </p:tav>
                                      </p:tavLst>
                                    </p:anim>
                                    <p:anim calcmode="lin" valueType="num">
                                      <p:cBhvr additive="base">
                                        <p:cTn id="8" dur="500" fill="hold"/>
                                        <p:tgtEl>
                                          <p:spTgt spid="51917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19180"/>
                                        </p:tgtEl>
                                        <p:attrNameLst>
                                          <p:attrName>style.visibility</p:attrName>
                                        </p:attrNameLst>
                                      </p:cBhvr>
                                      <p:to>
                                        <p:strVal val="visible"/>
                                      </p:to>
                                    </p:set>
                                    <p:anim calcmode="lin" valueType="num">
                                      <p:cBhvr additive="base">
                                        <p:cTn id="13" dur="500" fill="hold"/>
                                        <p:tgtEl>
                                          <p:spTgt spid="519180"/>
                                        </p:tgtEl>
                                        <p:attrNameLst>
                                          <p:attrName>ppt_x</p:attrName>
                                        </p:attrNameLst>
                                      </p:cBhvr>
                                      <p:tavLst>
                                        <p:tav tm="0">
                                          <p:val>
                                            <p:strVal val="0-#ppt_w/2"/>
                                          </p:val>
                                        </p:tav>
                                        <p:tav tm="100000">
                                          <p:val>
                                            <p:strVal val="#ppt_x"/>
                                          </p:val>
                                        </p:tav>
                                      </p:tavLst>
                                    </p:anim>
                                    <p:anim calcmode="lin" valueType="num">
                                      <p:cBhvr additive="base">
                                        <p:cTn id="14" dur="500" fill="hold"/>
                                        <p:tgtEl>
                                          <p:spTgt spid="51918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9179" grpId="0" autoUpdateAnimBg="0"/>
      <p:bldP spid="519180" grpId="0"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CCFF99"/>
        </a:solidFill>
        <a:effectLst/>
      </p:bgPr>
    </p:bg>
    <p:spTree>
      <p:nvGrpSpPr>
        <p:cNvPr id="1" name=""/>
        <p:cNvGrpSpPr/>
        <p:nvPr/>
      </p:nvGrpSpPr>
      <p:grpSpPr>
        <a:xfrm>
          <a:off x="0" y="0"/>
          <a:ext cx="0" cy="0"/>
          <a:chOff x="0" y="0"/>
          <a:chExt cx="0" cy="0"/>
        </a:xfrm>
      </p:grpSpPr>
      <p:sp>
        <p:nvSpPr>
          <p:cNvPr id="124931" name="Rectangle 2"/>
          <p:cNvSpPr>
            <a:spLocks noChangeArrowheads="1"/>
          </p:cNvSpPr>
          <p:nvPr/>
        </p:nvSpPr>
        <p:spPr bwMode="auto">
          <a:xfrm>
            <a:off x="3043238" y="4978400"/>
            <a:ext cx="1536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r>
              <a:rPr kumimoji="1" lang="zh-CN" altLang="en-US">
                <a:solidFill>
                  <a:schemeClr val="bg2"/>
                </a:solidFill>
                <a:latin typeface="Arial Black" panose="020B0A04020102020204" pitchFamily="34" charset="0"/>
              </a:rPr>
              <a:t>关键路径</a:t>
            </a:r>
            <a:endParaRPr kumimoji="1" lang="zh-CN" altLang="en-US">
              <a:solidFill>
                <a:schemeClr val="bg2"/>
              </a:solidFill>
              <a:latin typeface="Arial Black" panose="020B0A04020102020204" pitchFamily="34" charset="0"/>
            </a:endParaRPr>
          </a:p>
        </p:txBody>
      </p:sp>
      <p:sp>
        <p:nvSpPr>
          <p:cNvPr id="124932" name="Rectangle 55"/>
          <p:cNvSpPr>
            <a:spLocks noGrp="1" noChangeArrowheads="1"/>
          </p:cNvSpPr>
          <p:nvPr>
            <p:ph type="title"/>
          </p:nvPr>
        </p:nvSpPr>
        <p:spPr/>
        <p:txBody>
          <a:bodyPr/>
          <a:lstStyle/>
          <a:p>
            <a:pPr eaLnBrk="1" hangingPunct="1"/>
            <a:r>
              <a:rPr lang="zh-CN" altLang="en-US"/>
              <a:t>网络图</a:t>
            </a:r>
            <a:endParaRPr lang="zh-CN" altLang="en-US"/>
          </a:p>
        </p:txBody>
      </p:sp>
      <p:sp>
        <p:nvSpPr>
          <p:cNvPr id="124933" name="Oval 4"/>
          <p:cNvSpPr>
            <a:spLocks noChangeArrowheads="1"/>
          </p:cNvSpPr>
          <p:nvPr/>
        </p:nvSpPr>
        <p:spPr bwMode="auto">
          <a:xfrm>
            <a:off x="769938" y="2914650"/>
            <a:ext cx="990600" cy="514350"/>
          </a:xfrm>
          <a:prstGeom prst="ellipse">
            <a:avLst/>
          </a:prstGeom>
          <a:noFill/>
          <a:ln w="38100">
            <a:solidFill>
              <a:schemeClr val="accent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124934" name="Oval 5"/>
          <p:cNvSpPr>
            <a:spLocks noChangeArrowheads="1"/>
          </p:cNvSpPr>
          <p:nvPr/>
        </p:nvSpPr>
        <p:spPr bwMode="auto">
          <a:xfrm>
            <a:off x="2201863" y="2343150"/>
            <a:ext cx="990600" cy="514350"/>
          </a:xfrm>
          <a:prstGeom prst="ellipse">
            <a:avLst/>
          </a:prstGeom>
          <a:noFill/>
          <a:ln w="38100">
            <a:solidFill>
              <a:schemeClr val="accent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124935" name="Oval 6"/>
          <p:cNvSpPr>
            <a:spLocks noChangeArrowheads="1"/>
          </p:cNvSpPr>
          <p:nvPr/>
        </p:nvSpPr>
        <p:spPr bwMode="auto">
          <a:xfrm>
            <a:off x="3935413" y="2422525"/>
            <a:ext cx="990600" cy="514350"/>
          </a:xfrm>
          <a:prstGeom prst="ellipse">
            <a:avLst/>
          </a:prstGeom>
          <a:noFill/>
          <a:ln w="38100">
            <a:solidFill>
              <a:schemeClr val="accent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124936" name="Oval 7"/>
          <p:cNvSpPr>
            <a:spLocks noChangeArrowheads="1"/>
          </p:cNvSpPr>
          <p:nvPr/>
        </p:nvSpPr>
        <p:spPr bwMode="auto">
          <a:xfrm>
            <a:off x="5668963" y="2800350"/>
            <a:ext cx="990600" cy="514350"/>
          </a:xfrm>
          <a:prstGeom prst="ellipse">
            <a:avLst/>
          </a:prstGeom>
          <a:noFill/>
          <a:ln w="38100">
            <a:solidFill>
              <a:schemeClr val="accent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124937" name="Oval 8"/>
          <p:cNvSpPr>
            <a:spLocks noChangeArrowheads="1"/>
          </p:cNvSpPr>
          <p:nvPr/>
        </p:nvSpPr>
        <p:spPr bwMode="auto">
          <a:xfrm>
            <a:off x="6837363" y="3471863"/>
            <a:ext cx="990600" cy="514350"/>
          </a:xfrm>
          <a:prstGeom prst="ellipse">
            <a:avLst/>
          </a:prstGeom>
          <a:noFill/>
          <a:ln w="38100">
            <a:solidFill>
              <a:schemeClr val="accent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124938" name="Oval 9"/>
          <p:cNvSpPr>
            <a:spLocks noChangeArrowheads="1"/>
          </p:cNvSpPr>
          <p:nvPr/>
        </p:nvSpPr>
        <p:spPr bwMode="auto">
          <a:xfrm>
            <a:off x="7759700" y="4279900"/>
            <a:ext cx="990600" cy="514350"/>
          </a:xfrm>
          <a:prstGeom prst="ellipse">
            <a:avLst/>
          </a:prstGeom>
          <a:noFill/>
          <a:ln w="38100">
            <a:solidFill>
              <a:schemeClr val="accent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124939" name="Oval 10"/>
          <p:cNvSpPr>
            <a:spLocks noChangeArrowheads="1"/>
          </p:cNvSpPr>
          <p:nvPr/>
        </p:nvSpPr>
        <p:spPr bwMode="auto">
          <a:xfrm>
            <a:off x="2201863" y="3657600"/>
            <a:ext cx="990600" cy="514350"/>
          </a:xfrm>
          <a:prstGeom prst="ellipse">
            <a:avLst/>
          </a:prstGeom>
          <a:noFill/>
          <a:ln w="38100">
            <a:solidFill>
              <a:schemeClr val="accent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124940" name="Oval 11"/>
          <p:cNvSpPr>
            <a:spLocks noChangeArrowheads="1"/>
          </p:cNvSpPr>
          <p:nvPr/>
        </p:nvSpPr>
        <p:spPr bwMode="auto">
          <a:xfrm>
            <a:off x="3852863" y="4057650"/>
            <a:ext cx="990600" cy="514350"/>
          </a:xfrm>
          <a:prstGeom prst="ellipse">
            <a:avLst/>
          </a:prstGeom>
          <a:noFill/>
          <a:ln w="38100">
            <a:solidFill>
              <a:schemeClr val="accent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124941" name="Line 12"/>
          <p:cNvSpPr>
            <a:spLocks noChangeShapeType="1"/>
          </p:cNvSpPr>
          <p:nvPr/>
        </p:nvSpPr>
        <p:spPr bwMode="auto">
          <a:xfrm>
            <a:off x="1651000" y="3371850"/>
            <a:ext cx="742950" cy="357188"/>
          </a:xfrm>
          <a:prstGeom prst="line">
            <a:avLst/>
          </a:prstGeom>
          <a:noFill/>
          <a:ln w="571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24942" name="Line 13"/>
          <p:cNvSpPr>
            <a:spLocks noChangeShapeType="1"/>
          </p:cNvSpPr>
          <p:nvPr/>
        </p:nvSpPr>
        <p:spPr bwMode="auto">
          <a:xfrm>
            <a:off x="3081338" y="4057650"/>
            <a:ext cx="771525" cy="171450"/>
          </a:xfrm>
          <a:prstGeom prst="line">
            <a:avLst/>
          </a:prstGeom>
          <a:noFill/>
          <a:ln w="571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24943" name="Line 14"/>
          <p:cNvSpPr>
            <a:spLocks noChangeShapeType="1"/>
          </p:cNvSpPr>
          <p:nvPr/>
        </p:nvSpPr>
        <p:spPr bwMode="auto">
          <a:xfrm flipV="1">
            <a:off x="4843463" y="3794125"/>
            <a:ext cx="1981200" cy="457200"/>
          </a:xfrm>
          <a:prstGeom prst="line">
            <a:avLst/>
          </a:prstGeom>
          <a:noFill/>
          <a:ln w="571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24944" name="Line 15"/>
          <p:cNvSpPr>
            <a:spLocks noChangeShapeType="1"/>
          </p:cNvSpPr>
          <p:nvPr/>
        </p:nvSpPr>
        <p:spPr bwMode="auto">
          <a:xfrm flipV="1">
            <a:off x="1651000" y="2743200"/>
            <a:ext cx="660400" cy="228600"/>
          </a:xfrm>
          <a:prstGeom prst="line">
            <a:avLst/>
          </a:prstGeom>
          <a:noFill/>
          <a:ln w="571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24945" name="Line 16"/>
          <p:cNvSpPr>
            <a:spLocks noChangeShapeType="1"/>
          </p:cNvSpPr>
          <p:nvPr/>
        </p:nvSpPr>
        <p:spPr bwMode="auto">
          <a:xfrm>
            <a:off x="3192463" y="2571750"/>
            <a:ext cx="769937" cy="114300"/>
          </a:xfrm>
          <a:prstGeom prst="line">
            <a:avLst/>
          </a:prstGeom>
          <a:noFill/>
          <a:ln w="571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24946" name="Line 17"/>
          <p:cNvSpPr>
            <a:spLocks noChangeShapeType="1"/>
          </p:cNvSpPr>
          <p:nvPr/>
        </p:nvSpPr>
        <p:spPr bwMode="auto">
          <a:xfrm>
            <a:off x="4843463" y="2800350"/>
            <a:ext cx="879475" cy="196850"/>
          </a:xfrm>
          <a:prstGeom prst="line">
            <a:avLst/>
          </a:prstGeom>
          <a:noFill/>
          <a:ln w="571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24947" name="Line 18"/>
          <p:cNvSpPr>
            <a:spLocks noChangeShapeType="1"/>
          </p:cNvSpPr>
          <p:nvPr/>
        </p:nvSpPr>
        <p:spPr bwMode="auto">
          <a:xfrm>
            <a:off x="6535738" y="3200400"/>
            <a:ext cx="508000" cy="342900"/>
          </a:xfrm>
          <a:prstGeom prst="line">
            <a:avLst/>
          </a:prstGeom>
          <a:noFill/>
          <a:ln w="571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24948" name="Line 19"/>
          <p:cNvSpPr>
            <a:spLocks noChangeShapeType="1"/>
          </p:cNvSpPr>
          <p:nvPr/>
        </p:nvSpPr>
        <p:spPr bwMode="auto">
          <a:xfrm>
            <a:off x="7594600" y="3943350"/>
            <a:ext cx="469900" cy="385763"/>
          </a:xfrm>
          <a:prstGeom prst="line">
            <a:avLst/>
          </a:prstGeom>
          <a:noFill/>
          <a:ln w="571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24949" name="Rectangle 20"/>
          <p:cNvSpPr>
            <a:spLocks noChangeArrowheads="1"/>
          </p:cNvSpPr>
          <p:nvPr/>
        </p:nvSpPr>
        <p:spPr bwMode="auto">
          <a:xfrm>
            <a:off x="7986713" y="4419600"/>
            <a:ext cx="5397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kumimoji="1" lang="zh-CN" altLang="en-US" sz="1400">
                <a:solidFill>
                  <a:schemeClr val="bg2"/>
                </a:solidFill>
                <a:latin typeface="Arial Black" panose="020B0A04020102020204" pitchFamily="34" charset="0"/>
              </a:rPr>
              <a:t>结束</a:t>
            </a:r>
            <a:endParaRPr kumimoji="1" lang="zh-CN" altLang="en-US" sz="1400">
              <a:solidFill>
                <a:schemeClr val="bg2"/>
              </a:solidFill>
              <a:latin typeface="Arial Black" panose="020B0A04020102020204" pitchFamily="34" charset="0"/>
            </a:endParaRPr>
          </a:p>
        </p:txBody>
      </p:sp>
      <p:sp>
        <p:nvSpPr>
          <p:cNvPr id="124950" name="Rectangle 21"/>
          <p:cNvSpPr>
            <a:spLocks noChangeArrowheads="1"/>
          </p:cNvSpPr>
          <p:nvPr/>
        </p:nvSpPr>
        <p:spPr bwMode="auto">
          <a:xfrm>
            <a:off x="7159625" y="3581400"/>
            <a:ext cx="336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kumimoji="1" lang="en-US" altLang="zh-CN" sz="1800">
                <a:solidFill>
                  <a:schemeClr val="bg2"/>
                </a:solidFill>
                <a:latin typeface="Arial Black" panose="020B0A04020102020204" pitchFamily="34" charset="0"/>
              </a:rPr>
              <a:t>4</a:t>
            </a:r>
            <a:endParaRPr kumimoji="1" lang="en-US" altLang="zh-CN" sz="1800">
              <a:solidFill>
                <a:schemeClr val="bg2"/>
              </a:solidFill>
              <a:latin typeface="Arial Black" panose="020B0A04020102020204" pitchFamily="34" charset="0"/>
            </a:endParaRPr>
          </a:p>
        </p:txBody>
      </p:sp>
      <p:sp>
        <p:nvSpPr>
          <p:cNvPr id="124951" name="Rectangle 22"/>
          <p:cNvSpPr>
            <a:spLocks noChangeArrowheads="1"/>
          </p:cNvSpPr>
          <p:nvPr/>
        </p:nvSpPr>
        <p:spPr bwMode="auto">
          <a:xfrm>
            <a:off x="5903913" y="2895600"/>
            <a:ext cx="565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kumimoji="1" lang="en-US" altLang="zh-CN" sz="1800">
                <a:solidFill>
                  <a:schemeClr val="bg2"/>
                </a:solidFill>
                <a:latin typeface="Arial Black" panose="020B0A04020102020204" pitchFamily="34" charset="0"/>
              </a:rPr>
              <a:t>3.3</a:t>
            </a:r>
            <a:endParaRPr kumimoji="1" lang="en-US" altLang="zh-CN" sz="1800">
              <a:solidFill>
                <a:schemeClr val="bg2"/>
              </a:solidFill>
              <a:latin typeface="Arial Black" panose="020B0A04020102020204" pitchFamily="34" charset="0"/>
            </a:endParaRPr>
          </a:p>
        </p:txBody>
      </p:sp>
      <p:sp>
        <p:nvSpPr>
          <p:cNvPr id="124952" name="Rectangle 23"/>
          <p:cNvSpPr>
            <a:spLocks noChangeArrowheads="1"/>
          </p:cNvSpPr>
          <p:nvPr/>
        </p:nvSpPr>
        <p:spPr bwMode="auto">
          <a:xfrm>
            <a:off x="4141788" y="2514600"/>
            <a:ext cx="565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kumimoji="1" lang="en-US" altLang="zh-CN" sz="1800">
                <a:solidFill>
                  <a:schemeClr val="bg2"/>
                </a:solidFill>
                <a:latin typeface="Arial Black" panose="020B0A04020102020204" pitchFamily="34" charset="0"/>
              </a:rPr>
              <a:t>3.2</a:t>
            </a:r>
            <a:endParaRPr kumimoji="1" lang="en-US" altLang="zh-CN" sz="1800">
              <a:solidFill>
                <a:schemeClr val="bg2"/>
              </a:solidFill>
              <a:latin typeface="Arial Black" panose="020B0A04020102020204" pitchFamily="34" charset="0"/>
            </a:endParaRPr>
          </a:p>
        </p:txBody>
      </p:sp>
      <p:sp>
        <p:nvSpPr>
          <p:cNvPr id="124953" name="Rectangle 24"/>
          <p:cNvSpPr>
            <a:spLocks noChangeArrowheads="1"/>
          </p:cNvSpPr>
          <p:nvPr/>
        </p:nvSpPr>
        <p:spPr bwMode="auto">
          <a:xfrm>
            <a:off x="2366963" y="2457450"/>
            <a:ext cx="565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kumimoji="1" lang="en-US" altLang="zh-CN" sz="1800">
                <a:solidFill>
                  <a:schemeClr val="bg2"/>
                </a:solidFill>
                <a:latin typeface="Arial Black" panose="020B0A04020102020204" pitchFamily="34" charset="0"/>
              </a:rPr>
              <a:t>3.1</a:t>
            </a:r>
            <a:endParaRPr kumimoji="1" lang="en-US" altLang="zh-CN" sz="1800">
              <a:solidFill>
                <a:schemeClr val="bg2"/>
              </a:solidFill>
              <a:latin typeface="Arial Black" panose="020B0A04020102020204" pitchFamily="34" charset="0"/>
            </a:endParaRPr>
          </a:p>
        </p:txBody>
      </p:sp>
      <p:sp>
        <p:nvSpPr>
          <p:cNvPr id="124954" name="Rectangle 25"/>
          <p:cNvSpPr>
            <a:spLocks noChangeArrowheads="1"/>
          </p:cNvSpPr>
          <p:nvPr/>
        </p:nvSpPr>
        <p:spPr bwMode="auto">
          <a:xfrm>
            <a:off x="984250" y="3054350"/>
            <a:ext cx="5397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kumimoji="1" lang="zh-CN" altLang="en-US" sz="1400">
                <a:solidFill>
                  <a:schemeClr val="bg2"/>
                </a:solidFill>
                <a:latin typeface="Arial Black" panose="020B0A04020102020204" pitchFamily="34" charset="0"/>
              </a:rPr>
              <a:t>开始</a:t>
            </a:r>
            <a:endParaRPr kumimoji="1" lang="zh-CN" altLang="en-US" sz="1400">
              <a:solidFill>
                <a:schemeClr val="bg2"/>
              </a:solidFill>
              <a:latin typeface="Arial Black" panose="020B0A04020102020204" pitchFamily="34" charset="0"/>
            </a:endParaRPr>
          </a:p>
        </p:txBody>
      </p:sp>
      <p:sp>
        <p:nvSpPr>
          <p:cNvPr id="124955" name="Rectangle 26"/>
          <p:cNvSpPr>
            <a:spLocks noChangeArrowheads="1"/>
          </p:cNvSpPr>
          <p:nvPr/>
        </p:nvSpPr>
        <p:spPr bwMode="auto">
          <a:xfrm>
            <a:off x="4146550" y="4171950"/>
            <a:ext cx="336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kumimoji="1" lang="en-US" altLang="zh-CN" sz="1800">
                <a:solidFill>
                  <a:schemeClr val="bg2"/>
                </a:solidFill>
                <a:latin typeface="Arial Black" panose="020B0A04020102020204" pitchFamily="34" charset="0"/>
              </a:rPr>
              <a:t>2</a:t>
            </a:r>
            <a:endParaRPr kumimoji="1" lang="en-US" altLang="zh-CN" sz="1800">
              <a:solidFill>
                <a:schemeClr val="bg2"/>
              </a:solidFill>
              <a:latin typeface="Arial Black" panose="020B0A04020102020204" pitchFamily="34" charset="0"/>
            </a:endParaRPr>
          </a:p>
        </p:txBody>
      </p:sp>
      <p:sp>
        <p:nvSpPr>
          <p:cNvPr id="124956" name="Rectangle 27"/>
          <p:cNvSpPr>
            <a:spLocks noChangeArrowheads="1"/>
          </p:cNvSpPr>
          <p:nvPr/>
        </p:nvSpPr>
        <p:spPr bwMode="auto">
          <a:xfrm>
            <a:off x="2495550" y="3771900"/>
            <a:ext cx="336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kumimoji="1" lang="en-US" altLang="zh-CN" sz="1800">
                <a:solidFill>
                  <a:schemeClr val="bg2"/>
                </a:solidFill>
                <a:latin typeface="Arial Black" panose="020B0A04020102020204" pitchFamily="34" charset="0"/>
              </a:rPr>
              <a:t>1</a:t>
            </a:r>
            <a:endParaRPr kumimoji="1" lang="en-US" altLang="zh-CN" sz="1800">
              <a:solidFill>
                <a:schemeClr val="bg2"/>
              </a:solidFill>
              <a:latin typeface="Arial Black" panose="020B0A04020102020204" pitchFamily="34" charset="0"/>
            </a:endParaRPr>
          </a:p>
        </p:txBody>
      </p:sp>
      <p:grpSp>
        <p:nvGrpSpPr>
          <p:cNvPr id="124957" name="Group 28"/>
          <p:cNvGrpSpPr/>
          <p:nvPr/>
        </p:nvGrpSpPr>
        <p:grpSpPr bwMode="auto">
          <a:xfrm rot="-1800000">
            <a:off x="1719263" y="3486150"/>
            <a:ext cx="550862" cy="57150"/>
            <a:chOff x="384" y="4128"/>
            <a:chExt cx="144" cy="48"/>
          </a:xfrm>
        </p:grpSpPr>
        <p:sp>
          <p:nvSpPr>
            <p:cNvPr id="124981" name="Line 29"/>
            <p:cNvSpPr>
              <a:spLocks noChangeShapeType="1"/>
            </p:cNvSpPr>
            <p:nvPr/>
          </p:nvSpPr>
          <p:spPr bwMode="auto">
            <a:xfrm>
              <a:off x="384" y="4128"/>
              <a:ext cx="144" cy="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24982" name="Line 30"/>
            <p:cNvSpPr>
              <a:spLocks noChangeShapeType="1"/>
            </p:cNvSpPr>
            <p:nvPr/>
          </p:nvSpPr>
          <p:spPr bwMode="auto">
            <a:xfrm>
              <a:off x="384" y="4176"/>
              <a:ext cx="144" cy="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sp>
        <p:nvSpPr>
          <p:cNvPr id="124958" name="Line 31"/>
          <p:cNvSpPr>
            <a:spLocks noChangeShapeType="1"/>
          </p:cNvSpPr>
          <p:nvPr/>
        </p:nvSpPr>
        <p:spPr bwMode="auto">
          <a:xfrm flipV="1">
            <a:off x="2862263" y="2914650"/>
            <a:ext cx="1320800" cy="742950"/>
          </a:xfrm>
          <a:prstGeom prst="line">
            <a:avLst/>
          </a:prstGeom>
          <a:noFill/>
          <a:ln w="571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nvGrpSpPr>
          <p:cNvPr id="124959" name="Group 32"/>
          <p:cNvGrpSpPr/>
          <p:nvPr/>
        </p:nvGrpSpPr>
        <p:grpSpPr bwMode="auto">
          <a:xfrm rot="2160000">
            <a:off x="3192463" y="3314700"/>
            <a:ext cx="541337" cy="74613"/>
            <a:chOff x="384" y="4128"/>
            <a:chExt cx="144" cy="48"/>
          </a:xfrm>
        </p:grpSpPr>
        <p:sp>
          <p:nvSpPr>
            <p:cNvPr id="124979" name="Line 33"/>
            <p:cNvSpPr>
              <a:spLocks noChangeShapeType="1"/>
            </p:cNvSpPr>
            <p:nvPr/>
          </p:nvSpPr>
          <p:spPr bwMode="auto">
            <a:xfrm>
              <a:off x="384" y="4128"/>
              <a:ext cx="144" cy="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24980" name="Line 34"/>
            <p:cNvSpPr>
              <a:spLocks noChangeShapeType="1"/>
            </p:cNvSpPr>
            <p:nvPr/>
          </p:nvSpPr>
          <p:spPr bwMode="auto">
            <a:xfrm>
              <a:off x="384" y="4176"/>
              <a:ext cx="144" cy="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grpSp>
        <p:nvGrpSpPr>
          <p:cNvPr id="124960" name="Group 35"/>
          <p:cNvGrpSpPr/>
          <p:nvPr/>
        </p:nvGrpSpPr>
        <p:grpSpPr bwMode="auto">
          <a:xfrm rot="1500000">
            <a:off x="5057775" y="2730500"/>
            <a:ext cx="200025" cy="268288"/>
            <a:chOff x="1872" y="3984"/>
            <a:chExt cx="108" cy="96"/>
          </a:xfrm>
        </p:grpSpPr>
        <p:sp>
          <p:nvSpPr>
            <p:cNvPr id="124977" name="Line 36"/>
            <p:cNvSpPr>
              <a:spLocks noChangeShapeType="1"/>
            </p:cNvSpPr>
            <p:nvPr/>
          </p:nvSpPr>
          <p:spPr bwMode="auto">
            <a:xfrm flipH="1">
              <a:off x="1872" y="3984"/>
              <a:ext cx="48" cy="96"/>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24978" name="Line 37"/>
            <p:cNvSpPr>
              <a:spLocks noChangeShapeType="1"/>
            </p:cNvSpPr>
            <p:nvPr/>
          </p:nvSpPr>
          <p:spPr bwMode="auto">
            <a:xfrm flipH="1">
              <a:off x="1932" y="3984"/>
              <a:ext cx="48" cy="96"/>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grpSp>
        <p:nvGrpSpPr>
          <p:cNvPr id="124961" name="Group 38"/>
          <p:cNvGrpSpPr/>
          <p:nvPr/>
        </p:nvGrpSpPr>
        <p:grpSpPr bwMode="auto">
          <a:xfrm rot="2400000">
            <a:off x="6643688" y="3159125"/>
            <a:ext cx="233362" cy="307975"/>
            <a:chOff x="1872" y="3984"/>
            <a:chExt cx="108" cy="96"/>
          </a:xfrm>
        </p:grpSpPr>
        <p:sp>
          <p:nvSpPr>
            <p:cNvPr id="124975" name="Line 39"/>
            <p:cNvSpPr>
              <a:spLocks noChangeShapeType="1"/>
            </p:cNvSpPr>
            <p:nvPr/>
          </p:nvSpPr>
          <p:spPr bwMode="auto">
            <a:xfrm flipH="1">
              <a:off x="1872" y="3984"/>
              <a:ext cx="48" cy="96"/>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24976" name="Line 40"/>
            <p:cNvSpPr>
              <a:spLocks noChangeShapeType="1"/>
            </p:cNvSpPr>
            <p:nvPr/>
          </p:nvSpPr>
          <p:spPr bwMode="auto">
            <a:xfrm flipH="1">
              <a:off x="1932" y="3984"/>
              <a:ext cx="48" cy="96"/>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grpSp>
        <p:nvGrpSpPr>
          <p:cNvPr id="124962" name="Group 41"/>
          <p:cNvGrpSpPr/>
          <p:nvPr/>
        </p:nvGrpSpPr>
        <p:grpSpPr bwMode="auto">
          <a:xfrm rot="3000000">
            <a:off x="7687469" y="3790157"/>
            <a:ext cx="114300" cy="550862"/>
            <a:chOff x="1872" y="3984"/>
            <a:chExt cx="108" cy="96"/>
          </a:xfrm>
        </p:grpSpPr>
        <p:sp>
          <p:nvSpPr>
            <p:cNvPr id="124973" name="Line 42"/>
            <p:cNvSpPr>
              <a:spLocks noChangeShapeType="1"/>
            </p:cNvSpPr>
            <p:nvPr/>
          </p:nvSpPr>
          <p:spPr bwMode="auto">
            <a:xfrm flipH="1">
              <a:off x="1872" y="3984"/>
              <a:ext cx="48" cy="96"/>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24974" name="Line 43"/>
            <p:cNvSpPr>
              <a:spLocks noChangeShapeType="1"/>
            </p:cNvSpPr>
            <p:nvPr/>
          </p:nvSpPr>
          <p:spPr bwMode="auto">
            <a:xfrm flipH="1">
              <a:off x="1932" y="3984"/>
              <a:ext cx="48" cy="96"/>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sp>
        <p:nvSpPr>
          <p:cNvPr id="124963" name="Rectangle 44"/>
          <p:cNvSpPr>
            <a:spLocks noChangeArrowheads="1"/>
          </p:cNvSpPr>
          <p:nvPr/>
        </p:nvSpPr>
        <p:spPr bwMode="auto">
          <a:xfrm>
            <a:off x="6026150" y="2362200"/>
            <a:ext cx="3651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kumimoji="1" lang="en-US" altLang="zh-CN" sz="1800">
                <a:solidFill>
                  <a:srgbClr val="FF3300"/>
                </a:solidFill>
                <a:latin typeface="Arial Black" panose="020B0A04020102020204" pitchFamily="34" charset="0"/>
              </a:rPr>
              <a:t>1</a:t>
            </a:r>
            <a:endParaRPr kumimoji="1" lang="en-US" altLang="zh-CN" sz="1800">
              <a:solidFill>
                <a:srgbClr val="FF3300"/>
              </a:solidFill>
              <a:latin typeface="Arial Black" panose="020B0A04020102020204" pitchFamily="34" charset="0"/>
            </a:endParaRPr>
          </a:p>
        </p:txBody>
      </p:sp>
      <p:sp>
        <p:nvSpPr>
          <p:cNvPr id="124964" name="Rectangle 45"/>
          <p:cNvSpPr>
            <a:spLocks noChangeArrowheads="1"/>
          </p:cNvSpPr>
          <p:nvPr/>
        </p:nvSpPr>
        <p:spPr bwMode="auto">
          <a:xfrm>
            <a:off x="7200900" y="3048000"/>
            <a:ext cx="3651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kumimoji="1" lang="en-US" altLang="zh-CN" sz="1800">
                <a:solidFill>
                  <a:srgbClr val="FF3300"/>
                </a:solidFill>
                <a:latin typeface="Arial Black" panose="020B0A04020102020204" pitchFamily="34" charset="0"/>
              </a:rPr>
              <a:t>2</a:t>
            </a:r>
            <a:endParaRPr kumimoji="1" lang="en-US" altLang="zh-CN" sz="1800">
              <a:solidFill>
                <a:srgbClr val="FF3300"/>
              </a:solidFill>
              <a:latin typeface="Arial Black" panose="020B0A04020102020204" pitchFamily="34" charset="0"/>
            </a:endParaRPr>
          </a:p>
        </p:txBody>
      </p:sp>
      <p:sp>
        <p:nvSpPr>
          <p:cNvPr id="124965" name="Rectangle 46"/>
          <p:cNvSpPr>
            <a:spLocks noChangeArrowheads="1"/>
          </p:cNvSpPr>
          <p:nvPr/>
        </p:nvSpPr>
        <p:spPr bwMode="auto">
          <a:xfrm>
            <a:off x="4210050" y="2057400"/>
            <a:ext cx="3651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kumimoji="1" lang="en-US" altLang="zh-CN" sz="1800">
                <a:solidFill>
                  <a:srgbClr val="FF3300"/>
                </a:solidFill>
                <a:latin typeface="Arial Black" panose="020B0A04020102020204" pitchFamily="34" charset="0"/>
              </a:rPr>
              <a:t>3</a:t>
            </a:r>
            <a:endParaRPr kumimoji="1" lang="en-US" altLang="zh-CN" sz="1800">
              <a:solidFill>
                <a:srgbClr val="FF3300"/>
              </a:solidFill>
              <a:latin typeface="Arial Black" panose="020B0A04020102020204" pitchFamily="34" charset="0"/>
            </a:endParaRPr>
          </a:p>
        </p:txBody>
      </p:sp>
      <p:sp>
        <p:nvSpPr>
          <p:cNvPr id="124966" name="Rectangle 47"/>
          <p:cNvSpPr>
            <a:spLocks noChangeArrowheads="1"/>
          </p:cNvSpPr>
          <p:nvPr/>
        </p:nvSpPr>
        <p:spPr bwMode="auto">
          <a:xfrm>
            <a:off x="2476500" y="1981200"/>
            <a:ext cx="3651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kumimoji="1" lang="en-US" altLang="zh-CN" sz="1800">
                <a:solidFill>
                  <a:srgbClr val="FF3300"/>
                </a:solidFill>
                <a:latin typeface="Arial Black" panose="020B0A04020102020204" pitchFamily="34" charset="0"/>
              </a:rPr>
              <a:t>1</a:t>
            </a:r>
            <a:endParaRPr kumimoji="1" lang="en-US" altLang="zh-CN" sz="1800">
              <a:solidFill>
                <a:srgbClr val="FF3300"/>
              </a:solidFill>
              <a:latin typeface="Arial Black" panose="020B0A04020102020204" pitchFamily="34" charset="0"/>
            </a:endParaRPr>
          </a:p>
        </p:txBody>
      </p:sp>
      <p:sp>
        <p:nvSpPr>
          <p:cNvPr id="124967" name="Rectangle 48"/>
          <p:cNvSpPr>
            <a:spLocks noChangeArrowheads="1"/>
          </p:cNvSpPr>
          <p:nvPr/>
        </p:nvSpPr>
        <p:spPr bwMode="auto">
          <a:xfrm>
            <a:off x="2476500" y="3276600"/>
            <a:ext cx="3651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kumimoji="1" lang="en-US" altLang="zh-CN" sz="1800">
                <a:solidFill>
                  <a:srgbClr val="FF3300"/>
                </a:solidFill>
                <a:latin typeface="Arial Black" panose="020B0A04020102020204" pitchFamily="34" charset="0"/>
              </a:rPr>
              <a:t>2</a:t>
            </a:r>
            <a:endParaRPr kumimoji="1" lang="en-US" altLang="zh-CN" sz="1800">
              <a:solidFill>
                <a:srgbClr val="FF3300"/>
              </a:solidFill>
              <a:latin typeface="Arial Black" panose="020B0A04020102020204" pitchFamily="34" charset="0"/>
            </a:endParaRPr>
          </a:p>
        </p:txBody>
      </p:sp>
      <p:sp>
        <p:nvSpPr>
          <p:cNvPr id="124968" name="Rectangle 49"/>
          <p:cNvSpPr>
            <a:spLocks noChangeArrowheads="1"/>
          </p:cNvSpPr>
          <p:nvPr/>
        </p:nvSpPr>
        <p:spPr bwMode="auto">
          <a:xfrm>
            <a:off x="4210050" y="3657600"/>
            <a:ext cx="3651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kumimoji="1" lang="en-US" altLang="zh-CN" sz="1800">
                <a:solidFill>
                  <a:srgbClr val="FF3300"/>
                </a:solidFill>
                <a:latin typeface="Arial Black" panose="020B0A04020102020204" pitchFamily="34" charset="0"/>
              </a:rPr>
              <a:t>3</a:t>
            </a:r>
            <a:endParaRPr kumimoji="1" lang="en-US" altLang="zh-CN" sz="1800">
              <a:solidFill>
                <a:srgbClr val="FF3300"/>
              </a:solidFill>
              <a:latin typeface="Arial Black" panose="020B0A04020102020204" pitchFamily="34" charset="0"/>
            </a:endParaRPr>
          </a:p>
        </p:txBody>
      </p:sp>
      <p:sp>
        <p:nvSpPr>
          <p:cNvPr id="124969" name="Rectangle 50"/>
          <p:cNvSpPr>
            <a:spLocks noChangeArrowheads="1"/>
          </p:cNvSpPr>
          <p:nvPr/>
        </p:nvSpPr>
        <p:spPr bwMode="auto">
          <a:xfrm>
            <a:off x="1155700" y="5638800"/>
            <a:ext cx="80343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r>
              <a:rPr kumimoji="1" lang="zh-CN" altLang="en-US">
                <a:solidFill>
                  <a:schemeClr val="bg2"/>
                </a:solidFill>
                <a:latin typeface="Arial Black" panose="020B0A04020102020204" pitchFamily="34" charset="0"/>
              </a:rPr>
              <a:t>开始 </a:t>
            </a:r>
            <a:r>
              <a:rPr kumimoji="1" lang="en-US" altLang="zh-CN">
                <a:solidFill>
                  <a:schemeClr val="bg2"/>
                </a:solidFill>
                <a:latin typeface="Arial Black" panose="020B0A04020102020204" pitchFamily="34" charset="0"/>
                <a:sym typeface="Wingdings" panose="05000000000000000000" pitchFamily="2" charset="2"/>
              </a:rPr>
              <a:t> </a:t>
            </a:r>
            <a:r>
              <a:rPr kumimoji="1" lang="en-US" altLang="zh-CN">
                <a:solidFill>
                  <a:schemeClr val="bg2"/>
                </a:solidFill>
                <a:latin typeface="Arial Black" panose="020B0A04020102020204" pitchFamily="34" charset="0"/>
              </a:rPr>
              <a:t>1</a:t>
            </a:r>
            <a:r>
              <a:rPr kumimoji="1" lang="zh-CN" altLang="en-US"/>
              <a:t> </a:t>
            </a:r>
            <a:r>
              <a:rPr kumimoji="1" lang="en-US" altLang="zh-CN">
                <a:solidFill>
                  <a:schemeClr val="bg2"/>
                </a:solidFill>
                <a:sym typeface="Wingdings" panose="05000000000000000000" pitchFamily="2" charset="2"/>
              </a:rPr>
              <a:t></a:t>
            </a:r>
            <a:r>
              <a:rPr kumimoji="1" lang="en-US" altLang="zh-CN">
                <a:sym typeface="Wingdings" panose="05000000000000000000" pitchFamily="2" charset="2"/>
              </a:rPr>
              <a:t> </a:t>
            </a:r>
            <a:r>
              <a:rPr kumimoji="1" lang="en-US" altLang="zh-CN">
                <a:solidFill>
                  <a:schemeClr val="bg2"/>
                </a:solidFill>
                <a:latin typeface="Arial Black" panose="020B0A04020102020204" pitchFamily="34" charset="0"/>
              </a:rPr>
              <a:t>3.2</a:t>
            </a:r>
            <a:r>
              <a:rPr kumimoji="1" lang="zh-CN" altLang="en-US"/>
              <a:t> </a:t>
            </a:r>
            <a:r>
              <a:rPr kumimoji="1" lang="en-US" altLang="zh-CN">
                <a:solidFill>
                  <a:schemeClr val="bg2"/>
                </a:solidFill>
                <a:sym typeface="Wingdings" panose="05000000000000000000" pitchFamily="2" charset="2"/>
              </a:rPr>
              <a:t></a:t>
            </a:r>
            <a:r>
              <a:rPr kumimoji="1" lang="en-US" altLang="zh-CN">
                <a:sym typeface="Wingdings" panose="05000000000000000000" pitchFamily="2" charset="2"/>
              </a:rPr>
              <a:t> </a:t>
            </a:r>
            <a:r>
              <a:rPr kumimoji="1" lang="en-US" altLang="zh-CN">
                <a:solidFill>
                  <a:schemeClr val="bg2"/>
                </a:solidFill>
                <a:latin typeface="Arial Black" panose="020B0A04020102020204" pitchFamily="34" charset="0"/>
              </a:rPr>
              <a:t>3.3</a:t>
            </a:r>
            <a:r>
              <a:rPr kumimoji="1" lang="zh-CN" altLang="en-US"/>
              <a:t> </a:t>
            </a:r>
            <a:r>
              <a:rPr kumimoji="1" lang="en-US" altLang="zh-CN">
                <a:solidFill>
                  <a:schemeClr val="bg2"/>
                </a:solidFill>
                <a:sym typeface="Wingdings" panose="05000000000000000000" pitchFamily="2" charset="2"/>
              </a:rPr>
              <a:t></a:t>
            </a:r>
            <a:r>
              <a:rPr kumimoji="1" lang="en-US" altLang="zh-CN">
                <a:sym typeface="Wingdings" panose="05000000000000000000" pitchFamily="2" charset="2"/>
              </a:rPr>
              <a:t> </a:t>
            </a:r>
            <a:r>
              <a:rPr kumimoji="1" lang="en-US" altLang="zh-CN">
                <a:solidFill>
                  <a:schemeClr val="bg2"/>
                </a:solidFill>
                <a:latin typeface="Arial Black" panose="020B0A04020102020204" pitchFamily="34" charset="0"/>
              </a:rPr>
              <a:t>4</a:t>
            </a:r>
            <a:r>
              <a:rPr kumimoji="1" lang="zh-CN" altLang="en-US"/>
              <a:t> </a:t>
            </a:r>
            <a:r>
              <a:rPr kumimoji="1" lang="en-US" altLang="zh-CN">
                <a:solidFill>
                  <a:schemeClr val="bg2"/>
                </a:solidFill>
                <a:sym typeface="Wingdings" panose="05000000000000000000" pitchFamily="2" charset="2"/>
              </a:rPr>
              <a:t> </a:t>
            </a:r>
            <a:r>
              <a:rPr kumimoji="1" lang="zh-CN" altLang="en-US">
                <a:solidFill>
                  <a:schemeClr val="bg2"/>
                </a:solidFill>
                <a:latin typeface="Arial Black" panose="020B0A04020102020204" pitchFamily="34" charset="0"/>
              </a:rPr>
              <a:t>结束  </a:t>
            </a:r>
            <a:r>
              <a:rPr kumimoji="1" lang="en-US" altLang="zh-CN">
                <a:solidFill>
                  <a:schemeClr val="bg2"/>
                </a:solidFill>
                <a:latin typeface="Arial Black" panose="020B0A04020102020204" pitchFamily="34" charset="0"/>
              </a:rPr>
              <a:t>(8 </a:t>
            </a:r>
            <a:r>
              <a:rPr kumimoji="1" lang="zh-CN" altLang="en-US">
                <a:solidFill>
                  <a:schemeClr val="bg2"/>
                </a:solidFill>
                <a:latin typeface="Arial Black" panose="020B0A04020102020204" pitchFamily="34" charset="0"/>
              </a:rPr>
              <a:t>天</a:t>
            </a:r>
            <a:r>
              <a:rPr kumimoji="1" lang="en-US" altLang="zh-CN">
                <a:solidFill>
                  <a:schemeClr val="bg2"/>
                </a:solidFill>
                <a:latin typeface="Arial Black" panose="020B0A04020102020204" pitchFamily="34" charset="0"/>
              </a:rPr>
              <a:t>)</a:t>
            </a:r>
            <a:endParaRPr kumimoji="1" lang="en-US" altLang="zh-CN">
              <a:solidFill>
                <a:schemeClr val="bg2"/>
              </a:solidFill>
              <a:latin typeface="Arial Black" panose="020B0A04020102020204" pitchFamily="34" charset="0"/>
            </a:endParaRPr>
          </a:p>
        </p:txBody>
      </p:sp>
      <p:sp>
        <p:nvSpPr>
          <p:cNvPr id="124970" name="Line 51"/>
          <p:cNvSpPr>
            <a:spLocks noChangeShapeType="1"/>
          </p:cNvSpPr>
          <p:nvPr/>
        </p:nvSpPr>
        <p:spPr bwMode="auto">
          <a:xfrm>
            <a:off x="4622800" y="5200650"/>
            <a:ext cx="769938" cy="0"/>
          </a:xfrm>
          <a:prstGeom prst="line">
            <a:avLst/>
          </a:prstGeom>
          <a:noFill/>
          <a:ln w="571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24971" name="Line 53"/>
          <p:cNvSpPr>
            <a:spLocks noChangeShapeType="1"/>
          </p:cNvSpPr>
          <p:nvPr/>
        </p:nvSpPr>
        <p:spPr bwMode="auto">
          <a:xfrm>
            <a:off x="4814888" y="5086350"/>
            <a:ext cx="0" cy="22860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24972" name="Line 54"/>
          <p:cNvSpPr>
            <a:spLocks noChangeShapeType="1"/>
          </p:cNvSpPr>
          <p:nvPr/>
        </p:nvSpPr>
        <p:spPr bwMode="auto">
          <a:xfrm>
            <a:off x="4953000" y="5086350"/>
            <a:ext cx="0" cy="22860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 name="灯片编号占位符 2"/>
          <p:cNvSpPr>
            <a:spLocks noGrp="1"/>
          </p:cNvSpPr>
          <p:nvPr>
            <p:ph type="sldNum" sz="quarter" idx="10"/>
          </p:nvPr>
        </p:nvSpPr>
        <p:spPr/>
        <p:txBody>
          <a:bodyPr/>
          <a:lstStyle/>
          <a:p>
            <a:pPr>
              <a:defRPr/>
            </a:pPr>
            <a:fld id="{A6A0D67D-9B30-457F-9874-1F92730590A0}" type="slidenum">
              <a:rPr lang="en-US" altLang="zh-CN" smtClean="0"/>
            </a:fld>
            <a:endParaRPr lang="en-US" altLang="zh-CN"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9" name="Rectangle 2"/>
          <p:cNvSpPr>
            <a:spLocks noGrp="1" noChangeArrowheads="1"/>
          </p:cNvSpPr>
          <p:nvPr>
            <p:ph type="title"/>
          </p:nvPr>
        </p:nvSpPr>
        <p:spPr/>
        <p:txBody>
          <a:bodyPr/>
          <a:lstStyle/>
          <a:p>
            <a:pPr eaLnBrk="1" hangingPunct="1"/>
            <a:r>
              <a:rPr lang="zh-CN" altLang="en-US"/>
              <a:t>任务的依赖关系</a:t>
            </a:r>
            <a:endParaRPr lang="zh-CN" altLang="en-US"/>
          </a:p>
        </p:txBody>
      </p:sp>
      <p:sp>
        <p:nvSpPr>
          <p:cNvPr id="126980" name="Rectangle 3"/>
          <p:cNvSpPr>
            <a:spLocks noGrp="1" noChangeArrowheads="1"/>
          </p:cNvSpPr>
          <p:nvPr>
            <p:ph type="body" idx="1"/>
          </p:nvPr>
        </p:nvSpPr>
        <p:spPr/>
        <p:txBody>
          <a:bodyPr/>
          <a:lstStyle/>
          <a:p>
            <a:pPr eaLnBrk="1" hangingPunct="1"/>
            <a:r>
              <a:rPr lang="en-US" altLang="zh-CN"/>
              <a:t>Finish-to-start (FS)</a:t>
            </a:r>
            <a:endParaRPr lang="en-US" altLang="zh-CN"/>
          </a:p>
          <a:p>
            <a:pPr eaLnBrk="1" hangingPunct="1"/>
            <a:r>
              <a:rPr lang="en-US" altLang="zh-CN"/>
              <a:t>Start-to-start (SS)</a:t>
            </a:r>
            <a:endParaRPr lang="en-US" altLang="zh-CN"/>
          </a:p>
          <a:p>
            <a:pPr eaLnBrk="1" hangingPunct="1"/>
            <a:r>
              <a:rPr lang="en-US" altLang="zh-CN"/>
              <a:t>Finish-to-finish (FF)</a:t>
            </a:r>
            <a:endParaRPr lang="en-US" altLang="zh-CN"/>
          </a:p>
          <a:p>
            <a:pPr eaLnBrk="1" hangingPunct="1"/>
            <a:r>
              <a:rPr lang="en-US" altLang="zh-CN"/>
              <a:t>Start-to-finish (SF)</a:t>
            </a:r>
            <a:endParaRPr lang="en-US" altLang="zh-CN"/>
          </a:p>
        </p:txBody>
      </p:sp>
      <p:sp>
        <p:nvSpPr>
          <p:cNvPr id="3" name="灯片编号占位符 2"/>
          <p:cNvSpPr>
            <a:spLocks noGrp="1"/>
          </p:cNvSpPr>
          <p:nvPr>
            <p:ph type="sldNum" sz="quarter" idx="10"/>
          </p:nvPr>
        </p:nvSpPr>
        <p:spPr/>
        <p:txBody>
          <a:bodyPr/>
          <a:lstStyle/>
          <a:p>
            <a:pPr>
              <a:defRPr/>
            </a:pPr>
            <a:fld id="{6D9D2222-8541-46EA-AD3B-36A5E091B774}" type="slidenum">
              <a:rPr lang="en-US" altLang="zh-CN" smtClean="0"/>
            </a:fld>
            <a:endParaRPr lang="en-US" altLang="zh-CN"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pSp>
        <p:nvGrpSpPr>
          <p:cNvPr id="129027" name="Group 3"/>
          <p:cNvGrpSpPr/>
          <p:nvPr/>
        </p:nvGrpSpPr>
        <p:grpSpPr bwMode="auto">
          <a:xfrm>
            <a:off x="1042988" y="2132013"/>
            <a:ext cx="2101850" cy="3303587"/>
            <a:chOff x="2528" y="1091"/>
            <a:chExt cx="1325" cy="2081"/>
          </a:xfrm>
        </p:grpSpPr>
        <p:sp>
          <p:nvSpPr>
            <p:cNvPr id="129033" name="Rectangle 4"/>
            <p:cNvSpPr>
              <a:spLocks noChangeArrowheads="1"/>
            </p:cNvSpPr>
            <p:nvPr/>
          </p:nvSpPr>
          <p:spPr bwMode="auto">
            <a:xfrm>
              <a:off x="2528" y="1091"/>
              <a:ext cx="1325" cy="2081"/>
            </a:xfrm>
            <a:prstGeom prst="rect">
              <a:avLst/>
            </a:prstGeom>
            <a:solidFill>
              <a:srgbClr val="C3BE00"/>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129034" name="Text Box 5"/>
            <p:cNvSpPr txBox="1">
              <a:spLocks noChangeArrowheads="1"/>
            </p:cNvSpPr>
            <p:nvPr/>
          </p:nvSpPr>
          <p:spPr bwMode="auto">
            <a:xfrm>
              <a:off x="2701" y="1145"/>
              <a:ext cx="958" cy="28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r>
                <a:rPr lang="zh-CN" altLang="en-US" b="1" u="sng" dirty="0">
                  <a:solidFill>
                    <a:schemeClr val="tx2"/>
                  </a:solidFill>
                  <a:latin typeface="黑体" panose="02010609060101010101" pitchFamily="49" charset="-122"/>
                  <a:ea typeface="黑体" panose="02010609060101010101" pitchFamily="49" charset="-122"/>
                </a:rPr>
                <a:t>规划阶段</a:t>
              </a:r>
              <a:endParaRPr lang="zh-CN" altLang="en-US" b="1" u="sng" dirty="0">
                <a:solidFill>
                  <a:srgbClr val="000099"/>
                </a:solidFill>
                <a:latin typeface="黑体" panose="02010609060101010101" pitchFamily="49" charset="-122"/>
                <a:ea typeface="黑体" panose="02010609060101010101" pitchFamily="49" charset="-122"/>
              </a:endParaRPr>
            </a:p>
          </p:txBody>
        </p:sp>
        <p:sp>
          <p:nvSpPr>
            <p:cNvPr id="129035" name="Text Box 6"/>
            <p:cNvSpPr txBox="1">
              <a:spLocks noChangeArrowheads="1"/>
            </p:cNvSpPr>
            <p:nvPr/>
          </p:nvSpPr>
          <p:spPr bwMode="auto">
            <a:xfrm>
              <a:off x="2538" y="1511"/>
              <a:ext cx="1265" cy="1537"/>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lang="zh-CN" altLang="en-US" sz="2200" b="1" dirty="0">
                  <a:solidFill>
                    <a:schemeClr val="tx2"/>
                  </a:solidFill>
                  <a:latin typeface="黑体" panose="02010609060101010101" pitchFamily="49" charset="-122"/>
                  <a:ea typeface="黑体" panose="02010609060101010101" pitchFamily="49" charset="-122"/>
                </a:rPr>
                <a:t>分配职责</a:t>
              </a:r>
              <a:endParaRPr lang="zh-CN" altLang="en-US" sz="2200" b="1" dirty="0">
                <a:solidFill>
                  <a:schemeClr val="tx2"/>
                </a:solidFill>
                <a:latin typeface="黑体" panose="02010609060101010101" pitchFamily="49" charset="-122"/>
                <a:ea typeface="黑体" panose="02010609060101010101" pitchFamily="49" charset="-122"/>
              </a:endParaRPr>
            </a:p>
            <a:p>
              <a:pPr algn="ctr" eaLnBrk="1" hangingPunct="1">
                <a:spcBef>
                  <a:spcPct val="50000"/>
                </a:spcBef>
              </a:pPr>
              <a:r>
                <a:rPr lang="zh-CN" altLang="en-US" sz="2200" b="1" dirty="0">
                  <a:solidFill>
                    <a:srgbClr val="000099"/>
                  </a:solidFill>
                  <a:latin typeface="黑体" panose="02010609060101010101" pitchFamily="49" charset="-122"/>
                  <a:ea typeface="黑体" panose="02010609060101010101" pitchFamily="49" charset="-122"/>
                </a:rPr>
                <a:t>确定工作顺序</a:t>
              </a:r>
              <a:endParaRPr lang="zh-CN" altLang="en-US" sz="2200" b="1" dirty="0">
                <a:solidFill>
                  <a:schemeClr val="tx2"/>
                </a:solidFill>
                <a:latin typeface="黑体" panose="02010609060101010101" pitchFamily="49" charset="-122"/>
                <a:ea typeface="黑体" panose="02010609060101010101" pitchFamily="49" charset="-122"/>
              </a:endParaRPr>
            </a:p>
            <a:p>
              <a:pPr algn="ctr" eaLnBrk="1" hangingPunct="1">
                <a:spcBef>
                  <a:spcPct val="50000"/>
                </a:spcBef>
              </a:pPr>
              <a:r>
                <a:rPr lang="zh-CN" altLang="en-US" sz="2200" b="1" dirty="0">
                  <a:solidFill>
                    <a:schemeClr val="tx2"/>
                  </a:solidFill>
                  <a:latin typeface="黑体" panose="02010609060101010101" pitchFamily="49" charset="-122"/>
                  <a:ea typeface="黑体" panose="02010609060101010101" pitchFamily="49" charset="-122"/>
                </a:rPr>
                <a:t>落实工作日程</a:t>
              </a:r>
              <a:endParaRPr lang="zh-CN" altLang="en-US" sz="2200" b="1" dirty="0">
                <a:solidFill>
                  <a:schemeClr val="tx2"/>
                </a:solidFill>
                <a:latin typeface="黑体" panose="02010609060101010101" pitchFamily="49" charset="-122"/>
                <a:ea typeface="黑体" panose="02010609060101010101" pitchFamily="49" charset="-122"/>
              </a:endParaRPr>
            </a:p>
            <a:p>
              <a:pPr algn="ctr" eaLnBrk="1" hangingPunct="1">
                <a:spcBef>
                  <a:spcPct val="50000"/>
                </a:spcBef>
              </a:pPr>
              <a:r>
                <a:rPr lang="zh-CN" altLang="en-US" sz="2200" b="1" dirty="0">
                  <a:solidFill>
                    <a:schemeClr val="tx2"/>
                  </a:solidFill>
                  <a:latin typeface="黑体" panose="02010609060101010101" pitchFamily="49" charset="-122"/>
                  <a:ea typeface="黑体" panose="02010609060101010101" pitchFamily="49" charset="-122"/>
                </a:rPr>
                <a:t>控制风险</a:t>
              </a:r>
              <a:endParaRPr lang="zh-CN" altLang="en-US" sz="2200" b="1" dirty="0">
                <a:solidFill>
                  <a:schemeClr val="tx2"/>
                </a:solidFill>
                <a:latin typeface="黑体" panose="02010609060101010101" pitchFamily="49" charset="-122"/>
                <a:ea typeface="黑体" panose="02010609060101010101" pitchFamily="49" charset="-122"/>
              </a:endParaRPr>
            </a:p>
            <a:p>
              <a:pPr algn="ctr" eaLnBrk="1" hangingPunct="1">
                <a:spcBef>
                  <a:spcPct val="50000"/>
                </a:spcBef>
              </a:pPr>
              <a:r>
                <a:rPr lang="zh-CN" altLang="en-US" sz="2200" b="1" dirty="0">
                  <a:solidFill>
                    <a:schemeClr val="tx2"/>
                  </a:solidFill>
                  <a:latin typeface="黑体" panose="02010609060101010101" pitchFamily="49" charset="-122"/>
                  <a:ea typeface="黑体" panose="02010609060101010101" pitchFamily="49" charset="-122"/>
                </a:rPr>
                <a:t>创造机遇</a:t>
              </a:r>
              <a:endParaRPr lang="zh-CN" altLang="en-US" sz="2200" b="1" dirty="0">
                <a:solidFill>
                  <a:schemeClr val="tx2"/>
                </a:solidFill>
                <a:latin typeface="黑体" panose="02010609060101010101" pitchFamily="49" charset="-122"/>
                <a:ea typeface="黑体" panose="02010609060101010101" pitchFamily="49" charset="-122"/>
              </a:endParaRPr>
            </a:p>
          </p:txBody>
        </p:sp>
      </p:grpSp>
      <p:sp>
        <p:nvSpPr>
          <p:cNvPr id="521226" name="Text Box 10"/>
          <p:cNvSpPr txBox="1">
            <a:spLocks noChangeArrowheads="1"/>
          </p:cNvSpPr>
          <p:nvPr/>
        </p:nvSpPr>
        <p:spPr bwMode="auto">
          <a:xfrm>
            <a:off x="6545263" y="2135188"/>
            <a:ext cx="2787650" cy="457200"/>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r"/>
            <a:r>
              <a:rPr lang="zh-CN" altLang="en-US" b="1">
                <a:solidFill>
                  <a:srgbClr val="000000"/>
                </a:solidFill>
                <a:latin typeface="黑体" panose="02010609060101010101" pitchFamily="49" charset="-122"/>
                <a:ea typeface="黑体" panose="02010609060101010101" pitchFamily="49" charset="-122"/>
              </a:rPr>
              <a:t>帮助保护项目计划</a:t>
            </a:r>
            <a:endParaRPr lang="zh-CN" altLang="en-US">
              <a:solidFill>
                <a:srgbClr val="000000"/>
              </a:solidFill>
              <a:latin typeface="黑体" panose="02010609060101010101" pitchFamily="49" charset="-122"/>
              <a:ea typeface="黑体" panose="02010609060101010101" pitchFamily="49" charset="-122"/>
            </a:endParaRPr>
          </a:p>
        </p:txBody>
      </p:sp>
      <p:sp>
        <p:nvSpPr>
          <p:cNvPr id="521227" name="Text Box 11"/>
          <p:cNvSpPr txBox="1">
            <a:spLocks noChangeArrowheads="1"/>
          </p:cNvSpPr>
          <p:nvPr/>
        </p:nvSpPr>
        <p:spPr bwMode="auto">
          <a:xfrm>
            <a:off x="3597275" y="4992688"/>
            <a:ext cx="4779963" cy="457200"/>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r>
              <a:rPr lang="zh-CN" altLang="en-US" b="1">
                <a:solidFill>
                  <a:srgbClr val="000000"/>
                </a:solidFill>
                <a:latin typeface="黑体" panose="02010609060101010101" pitchFamily="49" charset="-122"/>
                <a:ea typeface="黑体" panose="02010609060101010101" pitchFamily="49" charset="-122"/>
              </a:rPr>
              <a:t>关键路径上的每项工作无冗余时间</a:t>
            </a:r>
            <a:endParaRPr lang="zh-CN" altLang="en-US">
              <a:solidFill>
                <a:srgbClr val="000000"/>
              </a:solidFill>
              <a:latin typeface="黑体" panose="02010609060101010101" pitchFamily="49" charset="-122"/>
              <a:ea typeface="黑体" panose="02010609060101010101" pitchFamily="49" charset="-122"/>
            </a:endParaRPr>
          </a:p>
        </p:txBody>
      </p:sp>
      <p:sp>
        <p:nvSpPr>
          <p:cNvPr id="521228" name="Rectangle 12"/>
          <p:cNvSpPr>
            <a:spLocks noChangeArrowheads="1"/>
          </p:cNvSpPr>
          <p:nvPr/>
        </p:nvSpPr>
        <p:spPr bwMode="auto">
          <a:xfrm>
            <a:off x="3606800" y="4400550"/>
            <a:ext cx="4457700" cy="457200"/>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r>
              <a:rPr lang="zh-CN" altLang="en-US" b="1">
                <a:solidFill>
                  <a:srgbClr val="000000"/>
                </a:solidFill>
                <a:latin typeface="黑体" panose="02010609060101010101" pitchFamily="49" charset="-122"/>
                <a:ea typeface="黑体" panose="02010609060101010101" pitchFamily="49" charset="-122"/>
              </a:rPr>
              <a:t>复杂项目</a:t>
            </a:r>
            <a:r>
              <a:rPr lang="zh-CN" altLang="en-US">
                <a:solidFill>
                  <a:srgbClr val="000000"/>
                </a:solidFill>
                <a:latin typeface="黑体" panose="02010609060101010101" pitchFamily="49" charset="-122"/>
                <a:ea typeface="黑体" panose="02010609060101010101" pitchFamily="49" charset="-122"/>
              </a:rPr>
              <a:t>：计算或软件工具帮助</a:t>
            </a:r>
            <a:endParaRPr lang="zh-CN" altLang="en-US" b="1">
              <a:solidFill>
                <a:srgbClr val="000000"/>
              </a:solidFill>
              <a:latin typeface="黑体" panose="02010609060101010101" pitchFamily="49" charset="-122"/>
              <a:ea typeface="黑体" panose="02010609060101010101" pitchFamily="49" charset="-122"/>
            </a:endParaRPr>
          </a:p>
        </p:txBody>
      </p:sp>
      <p:sp>
        <p:nvSpPr>
          <p:cNvPr id="521229" name="Rectangle 13"/>
          <p:cNvSpPr>
            <a:spLocks noChangeArrowheads="1"/>
          </p:cNvSpPr>
          <p:nvPr/>
        </p:nvSpPr>
        <p:spPr bwMode="auto">
          <a:xfrm>
            <a:off x="3643313" y="3848100"/>
            <a:ext cx="3544887" cy="457200"/>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r>
              <a:rPr lang="zh-CN" altLang="en-US" b="1">
                <a:solidFill>
                  <a:srgbClr val="000000"/>
                </a:solidFill>
                <a:latin typeface="黑体" panose="02010609060101010101" pitchFamily="49" charset="-122"/>
                <a:ea typeface="黑体" panose="02010609060101010101" pitchFamily="49" charset="-122"/>
              </a:rPr>
              <a:t>简单项目：</a:t>
            </a:r>
            <a:r>
              <a:rPr lang="zh-CN" altLang="en-US">
                <a:solidFill>
                  <a:srgbClr val="000000"/>
                </a:solidFill>
                <a:latin typeface="黑体" panose="02010609060101010101" pitchFamily="49" charset="-122"/>
                <a:ea typeface="黑体" panose="02010609060101010101" pitchFamily="49" charset="-122"/>
              </a:rPr>
              <a:t>跟踪每条路径</a:t>
            </a:r>
            <a:endParaRPr lang="zh-CN" altLang="en-US" b="1">
              <a:solidFill>
                <a:srgbClr val="000000"/>
              </a:solidFill>
              <a:latin typeface="黑体" panose="02010609060101010101" pitchFamily="49" charset="-122"/>
              <a:ea typeface="黑体" panose="02010609060101010101" pitchFamily="49" charset="-122"/>
            </a:endParaRPr>
          </a:p>
        </p:txBody>
      </p:sp>
      <p:sp>
        <p:nvSpPr>
          <p:cNvPr id="129032" name="Rectangle 15"/>
          <p:cNvSpPr>
            <a:spLocks noGrp="1" noChangeArrowheads="1"/>
          </p:cNvSpPr>
          <p:nvPr>
            <p:ph type="title"/>
          </p:nvPr>
        </p:nvSpPr>
        <p:spPr/>
        <p:txBody>
          <a:bodyPr/>
          <a:lstStyle/>
          <a:p>
            <a:pPr eaLnBrk="1" hangingPunct="1"/>
            <a:r>
              <a:rPr lang="zh-CN" altLang="en-US" sz="3200"/>
              <a:t>关键路径</a:t>
            </a:r>
            <a:br>
              <a:rPr lang="zh-CN" altLang="en-US" sz="3200"/>
            </a:br>
            <a:r>
              <a:rPr lang="en-US" altLang="zh-CN" sz="2400">
                <a:latin typeface="Arial" panose="020B0604020202020204" pitchFamily="34" charset="0"/>
              </a:rPr>
              <a:t>——</a:t>
            </a:r>
            <a:r>
              <a:rPr lang="zh-CN" altLang="en-US" sz="2400"/>
              <a:t>完成任务所需最长时间的路径</a:t>
            </a:r>
            <a:endParaRPr lang="zh-CN" altLang="en-US" sz="2400"/>
          </a:p>
        </p:txBody>
      </p:sp>
      <p:sp>
        <p:nvSpPr>
          <p:cNvPr id="3" name="灯片编号占位符 2"/>
          <p:cNvSpPr>
            <a:spLocks noGrp="1"/>
          </p:cNvSpPr>
          <p:nvPr>
            <p:ph type="sldNum" sz="quarter" idx="10"/>
          </p:nvPr>
        </p:nvSpPr>
        <p:spPr/>
        <p:txBody>
          <a:bodyPr/>
          <a:lstStyle/>
          <a:p>
            <a:pPr>
              <a:defRPr/>
            </a:pPr>
            <a:fld id="{A6A0D67D-9B30-457F-9874-1F92730590A0}" type="slidenum">
              <a:rPr lang="en-US" altLang="zh-CN" smtClean="0"/>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21226"/>
                                        </p:tgtEl>
                                        <p:attrNameLst>
                                          <p:attrName>style.visibility</p:attrName>
                                        </p:attrNameLst>
                                      </p:cBhvr>
                                      <p:to>
                                        <p:strVal val="visible"/>
                                      </p:to>
                                    </p:set>
                                    <p:anim calcmode="lin" valueType="num">
                                      <p:cBhvr additive="base">
                                        <p:cTn id="7" dur="500" fill="hold"/>
                                        <p:tgtEl>
                                          <p:spTgt spid="521226"/>
                                        </p:tgtEl>
                                        <p:attrNameLst>
                                          <p:attrName>ppt_x</p:attrName>
                                        </p:attrNameLst>
                                      </p:cBhvr>
                                      <p:tavLst>
                                        <p:tav tm="0">
                                          <p:val>
                                            <p:strVal val="0-#ppt_w/2"/>
                                          </p:val>
                                        </p:tav>
                                        <p:tav tm="100000">
                                          <p:val>
                                            <p:strVal val="#ppt_x"/>
                                          </p:val>
                                        </p:tav>
                                      </p:tavLst>
                                    </p:anim>
                                    <p:anim calcmode="lin" valueType="num">
                                      <p:cBhvr additive="base">
                                        <p:cTn id="8" dur="500" fill="hold"/>
                                        <p:tgtEl>
                                          <p:spTgt spid="52122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21229"/>
                                        </p:tgtEl>
                                        <p:attrNameLst>
                                          <p:attrName>style.visibility</p:attrName>
                                        </p:attrNameLst>
                                      </p:cBhvr>
                                      <p:to>
                                        <p:strVal val="visible"/>
                                      </p:to>
                                    </p:set>
                                    <p:anim calcmode="lin" valueType="num">
                                      <p:cBhvr additive="base">
                                        <p:cTn id="13" dur="500" fill="hold"/>
                                        <p:tgtEl>
                                          <p:spTgt spid="521229"/>
                                        </p:tgtEl>
                                        <p:attrNameLst>
                                          <p:attrName>ppt_x</p:attrName>
                                        </p:attrNameLst>
                                      </p:cBhvr>
                                      <p:tavLst>
                                        <p:tav tm="0">
                                          <p:val>
                                            <p:strVal val="0-#ppt_w/2"/>
                                          </p:val>
                                        </p:tav>
                                        <p:tav tm="100000">
                                          <p:val>
                                            <p:strVal val="#ppt_x"/>
                                          </p:val>
                                        </p:tav>
                                      </p:tavLst>
                                    </p:anim>
                                    <p:anim calcmode="lin" valueType="num">
                                      <p:cBhvr additive="base">
                                        <p:cTn id="14" dur="500" fill="hold"/>
                                        <p:tgtEl>
                                          <p:spTgt spid="52122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521228"/>
                                        </p:tgtEl>
                                        <p:attrNameLst>
                                          <p:attrName>style.visibility</p:attrName>
                                        </p:attrNameLst>
                                      </p:cBhvr>
                                      <p:to>
                                        <p:strVal val="visible"/>
                                      </p:to>
                                    </p:set>
                                    <p:anim calcmode="lin" valueType="num">
                                      <p:cBhvr additive="base">
                                        <p:cTn id="19" dur="500" fill="hold"/>
                                        <p:tgtEl>
                                          <p:spTgt spid="521228"/>
                                        </p:tgtEl>
                                        <p:attrNameLst>
                                          <p:attrName>ppt_x</p:attrName>
                                        </p:attrNameLst>
                                      </p:cBhvr>
                                      <p:tavLst>
                                        <p:tav tm="0">
                                          <p:val>
                                            <p:strVal val="0-#ppt_w/2"/>
                                          </p:val>
                                        </p:tav>
                                        <p:tav tm="100000">
                                          <p:val>
                                            <p:strVal val="#ppt_x"/>
                                          </p:val>
                                        </p:tav>
                                      </p:tavLst>
                                    </p:anim>
                                    <p:anim calcmode="lin" valueType="num">
                                      <p:cBhvr additive="base">
                                        <p:cTn id="20" dur="500" fill="hold"/>
                                        <p:tgtEl>
                                          <p:spTgt spid="52122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521227"/>
                                        </p:tgtEl>
                                        <p:attrNameLst>
                                          <p:attrName>style.visibility</p:attrName>
                                        </p:attrNameLst>
                                      </p:cBhvr>
                                      <p:to>
                                        <p:strVal val="visible"/>
                                      </p:to>
                                    </p:set>
                                    <p:anim calcmode="lin" valueType="num">
                                      <p:cBhvr additive="base">
                                        <p:cTn id="25" dur="500" fill="hold"/>
                                        <p:tgtEl>
                                          <p:spTgt spid="521227"/>
                                        </p:tgtEl>
                                        <p:attrNameLst>
                                          <p:attrName>ppt_x</p:attrName>
                                        </p:attrNameLst>
                                      </p:cBhvr>
                                      <p:tavLst>
                                        <p:tav tm="0">
                                          <p:val>
                                            <p:strVal val="0-#ppt_w/2"/>
                                          </p:val>
                                        </p:tav>
                                        <p:tav tm="100000">
                                          <p:val>
                                            <p:strVal val="#ppt_x"/>
                                          </p:val>
                                        </p:tav>
                                      </p:tavLst>
                                    </p:anim>
                                    <p:anim calcmode="lin" valueType="num">
                                      <p:cBhvr additive="base">
                                        <p:cTn id="26" dur="500" fill="hold"/>
                                        <p:tgtEl>
                                          <p:spTgt spid="5212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1226" grpId="0" autoUpdateAnimBg="0"/>
      <p:bldP spid="521227" grpId="0" autoUpdateAnimBg="0"/>
      <p:bldP spid="521228" grpId="0" autoUpdateAnimBg="0"/>
      <p:bldP spid="521229" grpId="0" autoUpdateAnimBg="0"/>
    </p:bldLst>
  </p:timing>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pSp>
        <p:nvGrpSpPr>
          <p:cNvPr id="131075" name="Group 3"/>
          <p:cNvGrpSpPr/>
          <p:nvPr/>
        </p:nvGrpSpPr>
        <p:grpSpPr bwMode="auto">
          <a:xfrm>
            <a:off x="1042988" y="2132013"/>
            <a:ext cx="2101850" cy="3303587"/>
            <a:chOff x="2528" y="1091"/>
            <a:chExt cx="1325" cy="2081"/>
          </a:xfrm>
        </p:grpSpPr>
        <p:sp>
          <p:nvSpPr>
            <p:cNvPr id="131080" name="Rectangle 4"/>
            <p:cNvSpPr>
              <a:spLocks noChangeArrowheads="1"/>
            </p:cNvSpPr>
            <p:nvPr/>
          </p:nvSpPr>
          <p:spPr bwMode="auto">
            <a:xfrm>
              <a:off x="2528" y="1091"/>
              <a:ext cx="1325" cy="2081"/>
            </a:xfrm>
            <a:prstGeom prst="rect">
              <a:avLst/>
            </a:prstGeom>
            <a:solidFill>
              <a:srgbClr val="C3BE00"/>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131081" name="Text Box 5"/>
            <p:cNvSpPr txBox="1">
              <a:spLocks noChangeArrowheads="1"/>
            </p:cNvSpPr>
            <p:nvPr/>
          </p:nvSpPr>
          <p:spPr bwMode="auto">
            <a:xfrm>
              <a:off x="2701" y="1145"/>
              <a:ext cx="958" cy="28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r>
                <a:rPr lang="zh-CN" altLang="en-US" b="1" u="sng" dirty="0">
                  <a:solidFill>
                    <a:schemeClr val="tx2"/>
                  </a:solidFill>
                  <a:latin typeface="黑体" panose="02010609060101010101" pitchFamily="49" charset="-122"/>
                  <a:ea typeface="黑体" panose="02010609060101010101" pitchFamily="49" charset="-122"/>
                </a:rPr>
                <a:t>规划阶段</a:t>
              </a:r>
              <a:endParaRPr lang="zh-CN" altLang="en-US" b="1" u="sng" dirty="0">
                <a:solidFill>
                  <a:srgbClr val="000099"/>
                </a:solidFill>
                <a:latin typeface="黑体" panose="02010609060101010101" pitchFamily="49" charset="-122"/>
                <a:ea typeface="黑体" panose="02010609060101010101" pitchFamily="49" charset="-122"/>
              </a:endParaRPr>
            </a:p>
          </p:txBody>
        </p:sp>
        <p:sp>
          <p:nvSpPr>
            <p:cNvPr id="131082" name="Text Box 6"/>
            <p:cNvSpPr txBox="1">
              <a:spLocks noChangeArrowheads="1"/>
            </p:cNvSpPr>
            <p:nvPr/>
          </p:nvSpPr>
          <p:spPr bwMode="auto">
            <a:xfrm>
              <a:off x="2538" y="1511"/>
              <a:ext cx="1265" cy="1537"/>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lang="zh-CN" altLang="en-US" sz="2200" b="1" dirty="0">
                  <a:solidFill>
                    <a:schemeClr val="tx2"/>
                  </a:solidFill>
                  <a:latin typeface="黑体" panose="02010609060101010101" pitchFamily="49" charset="-122"/>
                  <a:ea typeface="黑体" panose="02010609060101010101" pitchFamily="49" charset="-122"/>
                </a:rPr>
                <a:t>分配职责</a:t>
              </a:r>
              <a:endParaRPr lang="zh-CN" altLang="en-US" sz="2200" b="1" dirty="0">
                <a:solidFill>
                  <a:schemeClr val="tx2"/>
                </a:solidFill>
                <a:latin typeface="黑体" panose="02010609060101010101" pitchFamily="49" charset="-122"/>
                <a:ea typeface="黑体" panose="02010609060101010101" pitchFamily="49" charset="-122"/>
              </a:endParaRPr>
            </a:p>
            <a:p>
              <a:pPr algn="ctr" eaLnBrk="1" hangingPunct="1">
                <a:spcBef>
                  <a:spcPct val="50000"/>
                </a:spcBef>
              </a:pPr>
              <a:r>
                <a:rPr lang="zh-CN" altLang="en-US" sz="2200" b="1" dirty="0">
                  <a:solidFill>
                    <a:schemeClr val="tx2"/>
                  </a:solidFill>
                  <a:latin typeface="黑体" panose="02010609060101010101" pitchFamily="49" charset="-122"/>
                  <a:ea typeface="黑体" panose="02010609060101010101" pitchFamily="49" charset="-122"/>
                </a:rPr>
                <a:t>确定工作顺序</a:t>
              </a:r>
              <a:endParaRPr lang="zh-CN" altLang="en-US" sz="2200" b="1" dirty="0">
                <a:solidFill>
                  <a:schemeClr val="tx2"/>
                </a:solidFill>
                <a:latin typeface="黑体" panose="02010609060101010101" pitchFamily="49" charset="-122"/>
                <a:ea typeface="黑体" panose="02010609060101010101" pitchFamily="49" charset="-122"/>
              </a:endParaRPr>
            </a:p>
            <a:p>
              <a:pPr algn="ctr" eaLnBrk="1" hangingPunct="1">
                <a:spcBef>
                  <a:spcPct val="50000"/>
                </a:spcBef>
              </a:pPr>
              <a:r>
                <a:rPr lang="zh-CN" altLang="en-US" sz="2200" b="1" dirty="0">
                  <a:solidFill>
                    <a:srgbClr val="000099"/>
                  </a:solidFill>
                  <a:latin typeface="黑体" panose="02010609060101010101" pitchFamily="49" charset="-122"/>
                  <a:ea typeface="黑体" panose="02010609060101010101" pitchFamily="49" charset="-122"/>
                </a:rPr>
                <a:t>落实工作日程</a:t>
              </a:r>
              <a:endParaRPr lang="zh-CN" altLang="en-US" sz="2200" b="1" dirty="0">
                <a:solidFill>
                  <a:schemeClr val="tx2"/>
                </a:solidFill>
                <a:latin typeface="黑体" panose="02010609060101010101" pitchFamily="49" charset="-122"/>
                <a:ea typeface="黑体" panose="02010609060101010101" pitchFamily="49" charset="-122"/>
              </a:endParaRPr>
            </a:p>
            <a:p>
              <a:pPr algn="ctr" eaLnBrk="1" hangingPunct="1">
                <a:spcBef>
                  <a:spcPct val="50000"/>
                </a:spcBef>
              </a:pPr>
              <a:r>
                <a:rPr lang="zh-CN" altLang="en-US" sz="2200" b="1" dirty="0">
                  <a:solidFill>
                    <a:schemeClr val="tx2"/>
                  </a:solidFill>
                  <a:latin typeface="黑体" panose="02010609060101010101" pitchFamily="49" charset="-122"/>
                  <a:ea typeface="黑体" panose="02010609060101010101" pitchFamily="49" charset="-122"/>
                </a:rPr>
                <a:t>控制风险</a:t>
              </a:r>
              <a:endParaRPr lang="zh-CN" altLang="en-US" sz="2200" b="1" dirty="0">
                <a:solidFill>
                  <a:schemeClr val="tx2"/>
                </a:solidFill>
                <a:latin typeface="黑体" panose="02010609060101010101" pitchFamily="49" charset="-122"/>
                <a:ea typeface="黑体" panose="02010609060101010101" pitchFamily="49" charset="-122"/>
              </a:endParaRPr>
            </a:p>
            <a:p>
              <a:pPr algn="ctr" eaLnBrk="1" hangingPunct="1">
                <a:spcBef>
                  <a:spcPct val="50000"/>
                </a:spcBef>
              </a:pPr>
              <a:r>
                <a:rPr lang="zh-CN" altLang="en-US" sz="2200" b="1" dirty="0">
                  <a:solidFill>
                    <a:schemeClr val="tx2"/>
                  </a:solidFill>
                  <a:latin typeface="黑体" panose="02010609060101010101" pitchFamily="49" charset="-122"/>
                  <a:ea typeface="黑体" panose="02010609060101010101" pitchFamily="49" charset="-122"/>
                </a:rPr>
                <a:t>创造机遇</a:t>
              </a:r>
              <a:endParaRPr lang="zh-CN" altLang="en-US" sz="2200" b="1" dirty="0">
                <a:solidFill>
                  <a:schemeClr val="tx2"/>
                </a:solidFill>
                <a:latin typeface="黑体" panose="02010609060101010101" pitchFamily="49" charset="-122"/>
                <a:ea typeface="黑体" panose="02010609060101010101" pitchFamily="49" charset="-122"/>
              </a:endParaRPr>
            </a:p>
          </p:txBody>
        </p:sp>
      </p:grpSp>
      <p:sp>
        <p:nvSpPr>
          <p:cNvPr id="523274" name="Text Box 10"/>
          <p:cNvSpPr txBox="1">
            <a:spLocks noChangeArrowheads="1"/>
          </p:cNvSpPr>
          <p:nvPr/>
        </p:nvSpPr>
        <p:spPr bwMode="auto">
          <a:xfrm>
            <a:off x="5540375" y="2116138"/>
            <a:ext cx="3770313" cy="457200"/>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r"/>
            <a:r>
              <a:rPr lang="zh-CN" altLang="en-US" b="1">
                <a:solidFill>
                  <a:srgbClr val="000000"/>
                </a:solidFill>
                <a:latin typeface="黑体" panose="02010609060101010101" pitchFamily="49" charset="-122"/>
                <a:ea typeface="黑体" panose="02010609060101010101" pitchFamily="49" charset="-122"/>
              </a:rPr>
              <a:t>为今后监督项目提供依据</a:t>
            </a:r>
            <a:endParaRPr lang="zh-CN" altLang="en-US">
              <a:solidFill>
                <a:srgbClr val="000000"/>
              </a:solidFill>
              <a:latin typeface="黑体" panose="02010609060101010101" pitchFamily="49" charset="-122"/>
              <a:ea typeface="黑体" panose="02010609060101010101" pitchFamily="49" charset="-122"/>
            </a:endParaRPr>
          </a:p>
        </p:txBody>
      </p:sp>
      <p:sp>
        <p:nvSpPr>
          <p:cNvPr id="523276" name="Rectangle 12"/>
          <p:cNvSpPr>
            <a:spLocks noChangeArrowheads="1"/>
          </p:cNvSpPr>
          <p:nvPr/>
        </p:nvSpPr>
        <p:spPr bwMode="auto">
          <a:xfrm>
            <a:off x="3616325" y="4972050"/>
            <a:ext cx="4686300" cy="457200"/>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r>
              <a:rPr lang="zh-CN" altLang="en-US" b="1">
                <a:solidFill>
                  <a:srgbClr val="000000"/>
                </a:solidFill>
                <a:latin typeface="黑体" panose="02010609060101010101" pitchFamily="49" charset="-122"/>
                <a:ea typeface="黑体" panose="02010609060101010101" pitchFamily="49" charset="-122"/>
              </a:rPr>
              <a:t>使用项目进度表（甘特图）</a:t>
            </a:r>
            <a:endParaRPr lang="zh-CN" altLang="en-US" b="1">
              <a:solidFill>
                <a:srgbClr val="000000"/>
              </a:solidFill>
              <a:latin typeface="黑体" panose="02010609060101010101" pitchFamily="49" charset="-122"/>
              <a:ea typeface="黑体" panose="02010609060101010101" pitchFamily="49" charset="-122"/>
            </a:endParaRPr>
          </a:p>
        </p:txBody>
      </p:sp>
      <p:sp>
        <p:nvSpPr>
          <p:cNvPr id="523277" name="Rectangle 13"/>
          <p:cNvSpPr>
            <a:spLocks noChangeArrowheads="1"/>
          </p:cNvSpPr>
          <p:nvPr/>
        </p:nvSpPr>
        <p:spPr bwMode="auto">
          <a:xfrm>
            <a:off x="3629025" y="4381500"/>
            <a:ext cx="5416550" cy="457200"/>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r>
              <a:rPr lang="zh-CN" altLang="en-US" b="1">
                <a:solidFill>
                  <a:srgbClr val="000000"/>
                </a:solidFill>
                <a:latin typeface="黑体" panose="02010609060101010101" pitchFamily="49" charset="-122"/>
                <a:ea typeface="黑体" panose="02010609060101010101" pitchFamily="49" charset="-122"/>
              </a:rPr>
              <a:t>列出每项工作的开始时间和结束时间</a:t>
            </a:r>
            <a:endParaRPr lang="zh-CN" altLang="en-US" b="1">
              <a:solidFill>
                <a:srgbClr val="000000"/>
              </a:solidFill>
              <a:latin typeface="黑体" panose="02010609060101010101" pitchFamily="49" charset="-122"/>
              <a:ea typeface="黑体" panose="02010609060101010101" pitchFamily="49" charset="-122"/>
            </a:endParaRPr>
          </a:p>
        </p:txBody>
      </p:sp>
      <p:sp>
        <p:nvSpPr>
          <p:cNvPr id="131079" name="Rectangle 17"/>
          <p:cNvSpPr>
            <a:spLocks noGrp="1" noChangeArrowheads="1"/>
          </p:cNvSpPr>
          <p:nvPr>
            <p:ph type="title"/>
          </p:nvPr>
        </p:nvSpPr>
        <p:spPr/>
        <p:txBody>
          <a:bodyPr/>
          <a:lstStyle/>
          <a:p>
            <a:pPr eaLnBrk="1" hangingPunct="1"/>
            <a:r>
              <a:rPr lang="zh-CN" altLang="en-US"/>
              <a:t>落实工作日程</a:t>
            </a:r>
            <a:endParaRPr lang="zh-CN" altLang="en-US"/>
          </a:p>
        </p:txBody>
      </p:sp>
      <p:sp>
        <p:nvSpPr>
          <p:cNvPr id="3" name="灯片编号占位符 2"/>
          <p:cNvSpPr>
            <a:spLocks noGrp="1"/>
          </p:cNvSpPr>
          <p:nvPr>
            <p:ph type="sldNum" sz="quarter" idx="10"/>
          </p:nvPr>
        </p:nvSpPr>
        <p:spPr/>
        <p:txBody>
          <a:bodyPr/>
          <a:lstStyle/>
          <a:p>
            <a:pPr>
              <a:defRPr/>
            </a:pPr>
            <a:fld id="{A6A0D67D-9B30-457F-9874-1F92730590A0}" type="slidenum">
              <a:rPr lang="en-US" altLang="zh-CN" smtClean="0"/>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23274"/>
                                        </p:tgtEl>
                                        <p:attrNameLst>
                                          <p:attrName>style.visibility</p:attrName>
                                        </p:attrNameLst>
                                      </p:cBhvr>
                                      <p:to>
                                        <p:strVal val="visible"/>
                                      </p:to>
                                    </p:set>
                                    <p:anim calcmode="lin" valueType="num">
                                      <p:cBhvr additive="base">
                                        <p:cTn id="7" dur="500" fill="hold"/>
                                        <p:tgtEl>
                                          <p:spTgt spid="523274"/>
                                        </p:tgtEl>
                                        <p:attrNameLst>
                                          <p:attrName>ppt_x</p:attrName>
                                        </p:attrNameLst>
                                      </p:cBhvr>
                                      <p:tavLst>
                                        <p:tav tm="0">
                                          <p:val>
                                            <p:strVal val="0-#ppt_w/2"/>
                                          </p:val>
                                        </p:tav>
                                        <p:tav tm="100000">
                                          <p:val>
                                            <p:strVal val="#ppt_x"/>
                                          </p:val>
                                        </p:tav>
                                      </p:tavLst>
                                    </p:anim>
                                    <p:anim calcmode="lin" valueType="num">
                                      <p:cBhvr additive="base">
                                        <p:cTn id="8" dur="500" fill="hold"/>
                                        <p:tgtEl>
                                          <p:spTgt spid="52327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23277"/>
                                        </p:tgtEl>
                                        <p:attrNameLst>
                                          <p:attrName>style.visibility</p:attrName>
                                        </p:attrNameLst>
                                      </p:cBhvr>
                                      <p:to>
                                        <p:strVal val="visible"/>
                                      </p:to>
                                    </p:set>
                                    <p:anim calcmode="lin" valueType="num">
                                      <p:cBhvr additive="base">
                                        <p:cTn id="13" dur="500" fill="hold"/>
                                        <p:tgtEl>
                                          <p:spTgt spid="523277"/>
                                        </p:tgtEl>
                                        <p:attrNameLst>
                                          <p:attrName>ppt_x</p:attrName>
                                        </p:attrNameLst>
                                      </p:cBhvr>
                                      <p:tavLst>
                                        <p:tav tm="0">
                                          <p:val>
                                            <p:strVal val="0-#ppt_w/2"/>
                                          </p:val>
                                        </p:tav>
                                        <p:tav tm="100000">
                                          <p:val>
                                            <p:strVal val="#ppt_x"/>
                                          </p:val>
                                        </p:tav>
                                      </p:tavLst>
                                    </p:anim>
                                    <p:anim calcmode="lin" valueType="num">
                                      <p:cBhvr additive="base">
                                        <p:cTn id="14" dur="500" fill="hold"/>
                                        <p:tgtEl>
                                          <p:spTgt spid="52327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523276"/>
                                        </p:tgtEl>
                                        <p:attrNameLst>
                                          <p:attrName>style.visibility</p:attrName>
                                        </p:attrNameLst>
                                      </p:cBhvr>
                                      <p:to>
                                        <p:strVal val="visible"/>
                                      </p:to>
                                    </p:set>
                                    <p:anim calcmode="lin" valueType="num">
                                      <p:cBhvr additive="base">
                                        <p:cTn id="19" dur="500" fill="hold"/>
                                        <p:tgtEl>
                                          <p:spTgt spid="523276"/>
                                        </p:tgtEl>
                                        <p:attrNameLst>
                                          <p:attrName>ppt_x</p:attrName>
                                        </p:attrNameLst>
                                      </p:cBhvr>
                                      <p:tavLst>
                                        <p:tav tm="0">
                                          <p:val>
                                            <p:strVal val="0-#ppt_w/2"/>
                                          </p:val>
                                        </p:tav>
                                        <p:tav tm="100000">
                                          <p:val>
                                            <p:strVal val="#ppt_x"/>
                                          </p:val>
                                        </p:tav>
                                      </p:tavLst>
                                    </p:anim>
                                    <p:anim calcmode="lin" valueType="num">
                                      <p:cBhvr additive="base">
                                        <p:cTn id="20" dur="500" fill="hold"/>
                                        <p:tgtEl>
                                          <p:spTgt spid="52327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3274" grpId="0" autoUpdateAnimBg="0"/>
      <p:bldP spid="523276" grpId="0" autoUpdateAnimBg="0"/>
      <p:bldP spid="523277" grpId="0" autoUpdateAnimBg="0"/>
    </p:bldLst>
  </p:timing>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pSp>
        <p:nvGrpSpPr>
          <p:cNvPr id="133123" name="Group 3"/>
          <p:cNvGrpSpPr/>
          <p:nvPr/>
        </p:nvGrpSpPr>
        <p:grpSpPr bwMode="auto">
          <a:xfrm>
            <a:off x="1042988" y="2132013"/>
            <a:ext cx="2101850" cy="3303587"/>
            <a:chOff x="2528" y="1091"/>
            <a:chExt cx="1325" cy="2081"/>
          </a:xfrm>
        </p:grpSpPr>
        <p:sp>
          <p:nvSpPr>
            <p:cNvPr id="133162" name="Rectangle 4"/>
            <p:cNvSpPr>
              <a:spLocks noChangeArrowheads="1"/>
            </p:cNvSpPr>
            <p:nvPr/>
          </p:nvSpPr>
          <p:spPr bwMode="auto">
            <a:xfrm>
              <a:off x="2528" y="1091"/>
              <a:ext cx="1325" cy="2081"/>
            </a:xfrm>
            <a:prstGeom prst="rect">
              <a:avLst/>
            </a:prstGeom>
            <a:solidFill>
              <a:srgbClr val="C3BE00"/>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133163" name="Text Box 5"/>
            <p:cNvSpPr txBox="1">
              <a:spLocks noChangeArrowheads="1"/>
            </p:cNvSpPr>
            <p:nvPr/>
          </p:nvSpPr>
          <p:spPr bwMode="auto">
            <a:xfrm>
              <a:off x="2701" y="1145"/>
              <a:ext cx="958" cy="28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r>
                <a:rPr lang="zh-CN" altLang="en-US" b="1" u="sng" dirty="0">
                  <a:solidFill>
                    <a:schemeClr val="tx2"/>
                  </a:solidFill>
                  <a:latin typeface="黑体" panose="02010609060101010101" pitchFamily="49" charset="-122"/>
                  <a:ea typeface="黑体" panose="02010609060101010101" pitchFamily="49" charset="-122"/>
                </a:rPr>
                <a:t>规划阶段</a:t>
              </a:r>
              <a:endParaRPr lang="zh-CN" altLang="en-US" b="1" u="sng" dirty="0">
                <a:solidFill>
                  <a:srgbClr val="000099"/>
                </a:solidFill>
                <a:latin typeface="黑体" panose="02010609060101010101" pitchFamily="49" charset="-122"/>
                <a:ea typeface="黑体" panose="02010609060101010101" pitchFamily="49" charset="-122"/>
              </a:endParaRPr>
            </a:p>
          </p:txBody>
        </p:sp>
        <p:sp>
          <p:nvSpPr>
            <p:cNvPr id="133164" name="Text Box 6"/>
            <p:cNvSpPr txBox="1">
              <a:spLocks noChangeArrowheads="1"/>
            </p:cNvSpPr>
            <p:nvPr/>
          </p:nvSpPr>
          <p:spPr bwMode="auto">
            <a:xfrm>
              <a:off x="2538" y="1511"/>
              <a:ext cx="1265" cy="1537"/>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lang="zh-CN" altLang="en-US" sz="2200" b="1" dirty="0">
                  <a:solidFill>
                    <a:schemeClr val="tx2"/>
                  </a:solidFill>
                  <a:latin typeface="黑体" panose="02010609060101010101" pitchFamily="49" charset="-122"/>
                  <a:ea typeface="黑体" panose="02010609060101010101" pitchFamily="49" charset="-122"/>
                </a:rPr>
                <a:t>分配职责</a:t>
              </a:r>
              <a:endParaRPr lang="zh-CN" altLang="en-US" sz="2200" b="1" dirty="0">
                <a:solidFill>
                  <a:schemeClr val="tx2"/>
                </a:solidFill>
                <a:latin typeface="黑体" panose="02010609060101010101" pitchFamily="49" charset="-122"/>
                <a:ea typeface="黑体" panose="02010609060101010101" pitchFamily="49" charset="-122"/>
              </a:endParaRPr>
            </a:p>
            <a:p>
              <a:pPr algn="ctr" eaLnBrk="1" hangingPunct="1">
                <a:spcBef>
                  <a:spcPct val="50000"/>
                </a:spcBef>
              </a:pPr>
              <a:r>
                <a:rPr lang="zh-CN" altLang="en-US" sz="2200" b="1" dirty="0">
                  <a:solidFill>
                    <a:schemeClr val="tx2"/>
                  </a:solidFill>
                  <a:latin typeface="黑体" panose="02010609060101010101" pitchFamily="49" charset="-122"/>
                  <a:ea typeface="黑体" panose="02010609060101010101" pitchFamily="49" charset="-122"/>
                </a:rPr>
                <a:t>确定工作顺序</a:t>
              </a:r>
              <a:endParaRPr lang="zh-CN" altLang="en-US" sz="2200" b="1" dirty="0">
                <a:solidFill>
                  <a:schemeClr val="tx2"/>
                </a:solidFill>
                <a:latin typeface="黑体" panose="02010609060101010101" pitchFamily="49" charset="-122"/>
                <a:ea typeface="黑体" panose="02010609060101010101" pitchFamily="49" charset="-122"/>
              </a:endParaRPr>
            </a:p>
            <a:p>
              <a:pPr algn="ctr" eaLnBrk="1" hangingPunct="1">
                <a:spcBef>
                  <a:spcPct val="50000"/>
                </a:spcBef>
              </a:pPr>
              <a:r>
                <a:rPr lang="zh-CN" altLang="en-US" sz="2200" b="1" dirty="0">
                  <a:solidFill>
                    <a:srgbClr val="000099"/>
                  </a:solidFill>
                  <a:latin typeface="黑体" panose="02010609060101010101" pitchFamily="49" charset="-122"/>
                  <a:ea typeface="黑体" panose="02010609060101010101" pitchFamily="49" charset="-122"/>
                </a:rPr>
                <a:t>落实工作日程</a:t>
              </a:r>
              <a:endParaRPr lang="zh-CN" altLang="en-US" sz="2200" b="1" dirty="0">
                <a:solidFill>
                  <a:schemeClr val="tx2"/>
                </a:solidFill>
                <a:latin typeface="黑体" panose="02010609060101010101" pitchFamily="49" charset="-122"/>
                <a:ea typeface="黑体" panose="02010609060101010101" pitchFamily="49" charset="-122"/>
              </a:endParaRPr>
            </a:p>
            <a:p>
              <a:pPr algn="ctr" eaLnBrk="1" hangingPunct="1">
                <a:spcBef>
                  <a:spcPct val="50000"/>
                </a:spcBef>
              </a:pPr>
              <a:r>
                <a:rPr lang="zh-CN" altLang="en-US" sz="2200" b="1" dirty="0">
                  <a:solidFill>
                    <a:schemeClr val="tx2"/>
                  </a:solidFill>
                  <a:latin typeface="黑体" panose="02010609060101010101" pitchFamily="49" charset="-122"/>
                  <a:ea typeface="黑体" panose="02010609060101010101" pitchFamily="49" charset="-122"/>
                </a:rPr>
                <a:t>控制风险</a:t>
              </a:r>
              <a:endParaRPr lang="zh-CN" altLang="en-US" sz="2200" b="1" dirty="0">
                <a:solidFill>
                  <a:schemeClr val="tx2"/>
                </a:solidFill>
                <a:latin typeface="黑体" panose="02010609060101010101" pitchFamily="49" charset="-122"/>
                <a:ea typeface="黑体" panose="02010609060101010101" pitchFamily="49" charset="-122"/>
              </a:endParaRPr>
            </a:p>
            <a:p>
              <a:pPr algn="ctr" eaLnBrk="1" hangingPunct="1">
                <a:spcBef>
                  <a:spcPct val="50000"/>
                </a:spcBef>
              </a:pPr>
              <a:r>
                <a:rPr lang="zh-CN" altLang="en-US" sz="2200" b="1" dirty="0">
                  <a:solidFill>
                    <a:schemeClr val="tx2"/>
                  </a:solidFill>
                  <a:latin typeface="黑体" panose="02010609060101010101" pitchFamily="49" charset="-122"/>
                  <a:ea typeface="黑体" panose="02010609060101010101" pitchFamily="49" charset="-122"/>
                </a:rPr>
                <a:t>创造机遇</a:t>
              </a:r>
              <a:endParaRPr lang="zh-CN" altLang="en-US" sz="2200" b="1" dirty="0">
                <a:solidFill>
                  <a:schemeClr val="tx2"/>
                </a:solidFill>
                <a:latin typeface="黑体" panose="02010609060101010101" pitchFamily="49" charset="-122"/>
                <a:ea typeface="黑体" panose="02010609060101010101" pitchFamily="49" charset="-122"/>
              </a:endParaRPr>
            </a:p>
          </p:txBody>
        </p:sp>
      </p:grpSp>
      <p:sp>
        <p:nvSpPr>
          <p:cNvPr id="525322" name="Text Box 10"/>
          <p:cNvSpPr txBox="1">
            <a:spLocks noChangeArrowheads="1"/>
          </p:cNvSpPr>
          <p:nvPr/>
        </p:nvSpPr>
        <p:spPr bwMode="auto">
          <a:xfrm>
            <a:off x="5702300" y="1247775"/>
            <a:ext cx="3554413" cy="822325"/>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r"/>
            <a:r>
              <a:rPr lang="zh-CN" altLang="en-US" b="1">
                <a:solidFill>
                  <a:srgbClr val="000000"/>
                </a:solidFill>
                <a:latin typeface="黑体" panose="02010609060101010101" pitchFamily="49" charset="-122"/>
                <a:ea typeface="黑体" panose="02010609060101010101" pitchFamily="49" charset="-122"/>
              </a:rPr>
              <a:t>为今后监督项目提供依据</a:t>
            </a:r>
            <a:endParaRPr lang="zh-CN" altLang="en-US">
              <a:solidFill>
                <a:srgbClr val="000000"/>
              </a:solidFill>
              <a:latin typeface="黑体" panose="02010609060101010101" pitchFamily="49" charset="-122"/>
              <a:ea typeface="黑体" panose="02010609060101010101" pitchFamily="49" charset="-122"/>
            </a:endParaRPr>
          </a:p>
          <a:p>
            <a:pPr algn="r"/>
            <a:endParaRPr lang="zh-CN" altLang="en-US">
              <a:solidFill>
                <a:srgbClr val="000000"/>
              </a:solidFill>
              <a:latin typeface="黑体" panose="02010609060101010101" pitchFamily="49" charset="-122"/>
              <a:ea typeface="黑体" panose="02010609060101010101" pitchFamily="49" charset="-122"/>
            </a:endParaRPr>
          </a:p>
        </p:txBody>
      </p:sp>
      <p:grpSp>
        <p:nvGrpSpPr>
          <p:cNvPr id="133125" name="Group 16"/>
          <p:cNvGrpSpPr/>
          <p:nvPr/>
        </p:nvGrpSpPr>
        <p:grpSpPr bwMode="auto">
          <a:xfrm>
            <a:off x="3144838" y="2198688"/>
            <a:ext cx="6265862" cy="4183062"/>
            <a:chOff x="613" y="1296"/>
            <a:chExt cx="3947" cy="2635"/>
          </a:xfrm>
        </p:grpSpPr>
        <p:sp>
          <p:nvSpPr>
            <p:cNvPr id="133139" name="Line 17"/>
            <p:cNvSpPr>
              <a:spLocks noChangeShapeType="1"/>
            </p:cNvSpPr>
            <p:nvPr/>
          </p:nvSpPr>
          <p:spPr bwMode="auto">
            <a:xfrm>
              <a:off x="1056" y="1296"/>
              <a:ext cx="0" cy="2352"/>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40" name="Line 18"/>
            <p:cNvSpPr>
              <a:spLocks noChangeShapeType="1"/>
            </p:cNvSpPr>
            <p:nvPr/>
          </p:nvSpPr>
          <p:spPr bwMode="auto">
            <a:xfrm>
              <a:off x="1056" y="3648"/>
              <a:ext cx="3504"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41" name="Line 19"/>
            <p:cNvSpPr>
              <a:spLocks noChangeShapeType="1"/>
            </p:cNvSpPr>
            <p:nvPr/>
          </p:nvSpPr>
          <p:spPr bwMode="auto">
            <a:xfrm>
              <a:off x="1344" y="1296"/>
              <a:ext cx="0" cy="2352"/>
            </a:xfrm>
            <a:prstGeom prst="line">
              <a:avLst/>
            </a:prstGeom>
            <a:noFill/>
            <a:ln w="12700">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42" name="Line 20"/>
            <p:cNvSpPr>
              <a:spLocks noChangeShapeType="1"/>
            </p:cNvSpPr>
            <p:nvPr/>
          </p:nvSpPr>
          <p:spPr bwMode="auto">
            <a:xfrm>
              <a:off x="1632" y="1296"/>
              <a:ext cx="0" cy="2352"/>
            </a:xfrm>
            <a:prstGeom prst="line">
              <a:avLst/>
            </a:prstGeom>
            <a:noFill/>
            <a:ln w="12700">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43" name="Line 21"/>
            <p:cNvSpPr>
              <a:spLocks noChangeShapeType="1"/>
            </p:cNvSpPr>
            <p:nvPr/>
          </p:nvSpPr>
          <p:spPr bwMode="auto">
            <a:xfrm>
              <a:off x="1920" y="1296"/>
              <a:ext cx="0" cy="2352"/>
            </a:xfrm>
            <a:prstGeom prst="line">
              <a:avLst/>
            </a:prstGeom>
            <a:noFill/>
            <a:ln w="12700">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44" name="Line 22"/>
            <p:cNvSpPr>
              <a:spLocks noChangeShapeType="1"/>
            </p:cNvSpPr>
            <p:nvPr/>
          </p:nvSpPr>
          <p:spPr bwMode="auto">
            <a:xfrm>
              <a:off x="2208" y="1296"/>
              <a:ext cx="0" cy="2352"/>
            </a:xfrm>
            <a:prstGeom prst="line">
              <a:avLst/>
            </a:prstGeom>
            <a:noFill/>
            <a:ln w="12700">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45" name="Line 23"/>
            <p:cNvSpPr>
              <a:spLocks noChangeShapeType="1"/>
            </p:cNvSpPr>
            <p:nvPr/>
          </p:nvSpPr>
          <p:spPr bwMode="auto">
            <a:xfrm>
              <a:off x="2496" y="1296"/>
              <a:ext cx="0" cy="2352"/>
            </a:xfrm>
            <a:prstGeom prst="line">
              <a:avLst/>
            </a:prstGeom>
            <a:noFill/>
            <a:ln w="12700">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46" name="Line 24"/>
            <p:cNvSpPr>
              <a:spLocks noChangeShapeType="1"/>
            </p:cNvSpPr>
            <p:nvPr/>
          </p:nvSpPr>
          <p:spPr bwMode="auto">
            <a:xfrm>
              <a:off x="2784" y="1296"/>
              <a:ext cx="0" cy="2352"/>
            </a:xfrm>
            <a:prstGeom prst="line">
              <a:avLst/>
            </a:prstGeom>
            <a:noFill/>
            <a:ln w="12700">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47" name="Line 25"/>
            <p:cNvSpPr>
              <a:spLocks noChangeShapeType="1"/>
            </p:cNvSpPr>
            <p:nvPr/>
          </p:nvSpPr>
          <p:spPr bwMode="auto">
            <a:xfrm>
              <a:off x="3072" y="1296"/>
              <a:ext cx="0" cy="2352"/>
            </a:xfrm>
            <a:prstGeom prst="line">
              <a:avLst/>
            </a:prstGeom>
            <a:noFill/>
            <a:ln w="12700">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48" name="Line 26"/>
            <p:cNvSpPr>
              <a:spLocks noChangeShapeType="1"/>
            </p:cNvSpPr>
            <p:nvPr/>
          </p:nvSpPr>
          <p:spPr bwMode="auto">
            <a:xfrm>
              <a:off x="3360" y="1296"/>
              <a:ext cx="0" cy="2352"/>
            </a:xfrm>
            <a:prstGeom prst="line">
              <a:avLst/>
            </a:prstGeom>
            <a:noFill/>
            <a:ln w="12700">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49" name="Line 27"/>
            <p:cNvSpPr>
              <a:spLocks noChangeShapeType="1"/>
            </p:cNvSpPr>
            <p:nvPr/>
          </p:nvSpPr>
          <p:spPr bwMode="auto">
            <a:xfrm>
              <a:off x="3600" y="1296"/>
              <a:ext cx="0" cy="2352"/>
            </a:xfrm>
            <a:prstGeom prst="line">
              <a:avLst/>
            </a:prstGeom>
            <a:noFill/>
            <a:ln w="12700">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50" name="Text Box 28"/>
            <p:cNvSpPr txBox="1">
              <a:spLocks noChangeArrowheads="1"/>
            </p:cNvSpPr>
            <p:nvPr/>
          </p:nvSpPr>
          <p:spPr bwMode="auto">
            <a:xfrm>
              <a:off x="1104" y="3692"/>
              <a:ext cx="3084" cy="239"/>
            </a:xfrm>
            <a:prstGeom prst="rect">
              <a:avLst/>
            </a:prstGeom>
            <a:noFill/>
            <a:ln w="12700" cap="sq">
              <a:solidFill>
                <a:srgbClr val="FF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r>
                <a:rPr kumimoji="1" lang="zh-CN" altLang="en-US" sz="1800">
                  <a:solidFill>
                    <a:srgbClr val="000000"/>
                  </a:solidFill>
                </a:rPr>
                <a:t>20   21   22  23    24   25   26   27   28  29   30</a:t>
              </a:r>
              <a:r>
                <a:rPr kumimoji="1" lang="zh-CN" altLang="zh-CN" sz="1800"/>
                <a:t> </a:t>
              </a:r>
              <a:endParaRPr kumimoji="1" lang="zh-CN" altLang="zh-CN" sz="1800"/>
            </a:p>
          </p:txBody>
        </p:sp>
        <p:sp>
          <p:nvSpPr>
            <p:cNvPr id="133151" name="Line 29"/>
            <p:cNvSpPr>
              <a:spLocks noChangeShapeType="1"/>
            </p:cNvSpPr>
            <p:nvPr/>
          </p:nvSpPr>
          <p:spPr bwMode="auto">
            <a:xfrm>
              <a:off x="3840" y="1296"/>
              <a:ext cx="0" cy="2352"/>
            </a:xfrm>
            <a:prstGeom prst="line">
              <a:avLst/>
            </a:prstGeom>
            <a:noFill/>
            <a:ln w="12700">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52" name="Line 30"/>
            <p:cNvSpPr>
              <a:spLocks noChangeShapeType="1"/>
            </p:cNvSpPr>
            <p:nvPr/>
          </p:nvSpPr>
          <p:spPr bwMode="auto">
            <a:xfrm>
              <a:off x="4080" y="1296"/>
              <a:ext cx="0" cy="2352"/>
            </a:xfrm>
            <a:prstGeom prst="line">
              <a:avLst/>
            </a:prstGeom>
            <a:noFill/>
            <a:ln w="12700">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53" name="Text Box 31"/>
            <p:cNvSpPr txBox="1">
              <a:spLocks noChangeArrowheads="1"/>
            </p:cNvSpPr>
            <p:nvPr/>
          </p:nvSpPr>
          <p:spPr bwMode="auto">
            <a:xfrm>
              <a:off x="613" y="1392"/>
              <a:ext cx="338" cy="21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r>
                <a:rPr kumimoji="1" lang="zh-CN" altLang="en-US" sz="2000">
                  <a:solidFill>
                    <a:srgbClr val="000000"/>
                  </a:solidFill>
                </a:rPr>
                <a:t>1</a:t>
              </a:r>
              <a:endParaRPr kumimoji="1" lang="zh-CN" altLang="en-US" sz="2000">
                <a:solidFill>
                  <a:srgbClr val="000000"/>
                </a:solidFill>
              </a:endParaRPr>
            </a:p>
            <a:p>
              <a:pPr algn="ctr" eaLnBrk="1" hangingPunct="1"/>
              <a:endParaRPr kumimoji="1" lang="zh-CN" altLang="en-US" sz="2000">
                <a:solidFill>
                  <a:srgbClr val="000000"/>
                </a:solidFill>
              </a:endParaRPr>
            </a:p>
            <a:p>
              <a:pPr algn="ctr" eaLnBrk="1" hangingPunct="1"/>
              <a:r>
                <a:rPr kumimoji="1" lang="zh-CN" altLang="en-US" sz="2000">
                  <a:solidFill>
                    <a:srgbClr val="000000"/>
                  </a:solidFill>
                </a:rPr>
                <a:t>2</a:t>
              </a:r>
              <a:endParaRPr kumimoji="1" lang="zh-CN" altLang="en-US" sz="2000">
                <a:solidFill>
                  <a:srgbClr val="000000"/>
                </a:solidFill>
              </a:endParaRPr>
            </a:p>
            <a:p>
              <a:pPr algn="ctr" eaLnBrk="1" hangingPunct="1"/>
              <a:endParaRPr kumimoji="1" lang="zh-CN" altLang="en-US" sz="2000">
                <a:solidFill>
                  <a:srgbClr val="000000"/>
                </a:solidFill>
              </a:endParaRPr>
            </a:p>
            <a:p>
              <a:pPr algn="ctr" eaLnBrk="1" hangingPunct="1"/>
              <a:r>
                <a:rPr kumimoji="1" lang="zh-CN" altLang="en-US" sz="2000">
                  <a:solidFill>
                    <a:srgbClr val="000000"/>
                  </a:solidFill>
                </a:rPr>
                <a:t>3.1</a:t>
              </a:r>
              <a:endParaRPr kumimoji="1" lang="zh-CN" altLang="en-US" sz="2000">
                <a:solidFill>
                  <a:srgbClr val="000000"/>
                </a:solidFill>
              </a:endParaRPr>
            </a:p>
            <a:p>
              <a:pPr algn="ctr" eaLnBrk="1" hangingPunct="1"/>
              <a:endParaRPr kumimoji="1" lang="zh-CN" altLang="en-US" sz="2000">
                <a:solidFill>
                  <a:srgbClr val="000000"/>
                </a:solidFill>
              </a:endParaRPr>
            </a:p>
            <a:p>
              <a:pPr algn="ctr" eaLnBrk="1" hangingPunct="1"/>
              <a:r>
                <a:rPr kumimoji="1" lang="zh-CN" altLang="en-US" sz="2000">
                  <a:solidFill>
                    <a:srgbClr val="000000"/>
                  </a:solidFill>
                </a:rPr>
                <a:t>3.2</a:t>
              </a:r>
              <a:endParaRPr kumimoji="1" lang="zh-CN" altLang="en-US" sz="2000">
                <a:solidFill>
                  <a:srgbClr val="000000"/>
                </a:solidFill>
              </a:endParaRPr>
            </a:p>
            <a:p>
              <a:pPr algn="ctr" eaLnBrk="1" hangingPunct="1"/>
              <a:endParaRPr kumimoji="1" lang="zh-CN" altLang="en-US" sz="2000">
                <a:solidFill>
                  <a:srgbClr val="000000"/>
                </a:solidFill>
              </a:endParaRPr>
            </a:p>
            <a:p>
              <a:pPr algn="ctr" eaLnBrk="1" hangingPunct="1"/>
              <a:r>
                <a:rPr kumimoji="1" lang="zh-CN" altLang="en-US" sz="2000">
                  <a:solidFill>
                    <a:srgbClr val="000000"/>
                  </a:solidFill>
                </a:rPr>
                <a:t>3.3</a:t>
              </a:r>
              <a:endParaRPr kumimoji="1" lang="zh-CN" altLang="en-US" sz="2000">
                <a:solidFill>
                  <a:srgbClr val="000000"/>
                </a:solidFill>
              </a:endParaRPr>
            </a:p>
            <a:p>
              <a:pPr algn="ctr" eaLnBrk="1" hangingPunct="1"/>
              <a:endParaRPr kumimoji="1" lang="zh-CN" altLang="en-US" sz="2000">
                <a:solidFill>
                  <a:srgbClr val="000000"/>
                </a:solidFill>
              </a:endParaRPr>
            </a:p>
            <a:p>
              <a:pPr algn="ctr" eaLnBrk="1" hangingPunct="1"/>
              <a:r>
                <a:rPr kumimoji="1" lang="zh-CN" altLang="en-US" sz="2000">
                  <a:solidFill>
                    <a:srgbClr val="000000"/>
                  </a:solidFill>
                </a:rPr>
                <a:t>4</a:t>
              </a:r>
              <a:endParaRPr kumimoji="1" lang="zh-CN" altLang="en-US" sz="2000">
                <a:solidFill>
                  <a:srgbClr val="000000"/>
                </a:solidFill>
              </a:endParaRPr>
            </a:p>
          </p:txBody>
        </p:sp>
        <p:sp>
          <p:nvSpPr>
            <p:cNvPr id="133154" name="Rectangle 32"/>
            <p:cNvSpPr>
              <a:spLocks noChangeArrowheads="1"/>
            </p:cNvSpPr>
            <p:nvPr/>
          </p:nvSpPr>
          <p:spPr bwMode="auto">
            <a:xfrm>
              <a:off x="3360" y="3312"/>
              <a:ext cx="480"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133155" name="Rectangle 33"/>
            <p:cNvSpPr>
              <a:spLocks noChangeArrowheads="1"/>
            </p:cNvSpPr>
            <p:nvPr/>
          </p:nvSpPr>
          <p:spPr bwMode="auto">
            <a:xfrm>
              <a:off x="1056" y="1440"/>
              <a:ext cx="576"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133156" name="Rectangle 34"/>
            <p:cNvSpPr>
              <a:spLocks noChangeArrowheads="1"/>
            </p:cNvSpPr>
            <p:nvPr/>
          </p:nvSpPr>
          <p:spPr bwMode="auto">
            <a:xfrm>
              <a:off x="1632" y="1824"/>
              <a:ext cx="288"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133157" name="Rectangle 35"/>
            <p:cNvSpPr>
              <a:spLocks noChangeArrowheads="1"/>
            </p:cNvSpPr>
            <p:nvPr/>
          </p:nvSpPr>
          <p:spPr bwMode="auto">
            <a:xfrm>
              <a:off x="2496" y="1824"/>
              <a:ext cx="576"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133158" name="Rectangle 36"/>
            <p:cNvSpPr>
              <a:spLocks noChangeArrowheads="1"/>
            </p:cNvSpPr>
            <p:nvPr/>
          </p:nvSpPr>
          <p:spPr bwMode="auto">
            <a:xfrm>
              <a:off x="1056" y="2160"/>
              <a:ext cx="288"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133159" name="Rectangle 37"/>
            <p:cNvSpPr>
              <a:spLocks noChangeArrowheads="1"/>
            </p:cNvSpPr>
            <p:nvPr/>
          </p:nvSpPr>
          <p:spPr bwMode="auto">
            <a:xfrm>
              <a:off x="1632" y="2592"/>
              <a:ext cx="288"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133160" name="Rectangle 38"/>
            <p:cNvSpPr>
              <a:spLocks noChangeArrowheads="1"/>
            </p:cNvSpPr>
            <p:nvPr/>
          </p:nvSpPr>
          <p:spPr bwMode="auto">
            <a:xfrm>
              <a:off x="2496" y="2592"/>
              <a:ext cx="576"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133161" name="Rectangle 39"/>
            <p:cNvSpPr>
              <a:spLocks noChangeArrowheads="1"/>
            </p:cNvSpPr>
            <p:nvPr/>
          </p:nvSpPr>
          <p:spPr bwMode="auto">
            <a:xfrm>
              <a:off x="3072" y="2976"/>
              <a:ext cx="288"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grpSp>
      <p:sp>
        <p:nvSpPr>
          <p:cNvPr id="133126" name="Line 41"/>
          <p:cNvSpPr>
            <a:spLocks noChangeShapeType="1"/>
          </p:cNvSpPr>
          <p:nvPr/>
        </p:nvSpPr>
        <p:spPr bwMode="auto">
          <a:xfrm>
            <a:off x="4286250" y="2228850"/>
            <a:ext cx="0" cy="3733800"/>
          </a:xfrm>
          <a:prstGeom prst="line">
            <a:avLst/>
          </a:prstGeom>
          <a:noFill/>
          <a:ln w="12700">
            <a:solidFill>
              <a:srgbClr val="003300"/>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27" name="Line 43"/>
          <p:cNvSpPr>
            <a:spLocks noChangeShapeType="1"/>
          </p:cNvSpPr>
          <p:nvPr/>
        </p:nvSpPr>
        <p:spPr bwMode="auto">
          <a:xfrm>
            <a:off x="3867150" y="5943600"/>
            <a:ext cx="5562600" cy="0"/>
          </a:xfrm>
          <a:prstGeom prst="line">
            <a:avLst/>
          </a:prstGeom>
          <a:noFill/>
          <a:ln w="12700" cap="sq">
            <a:solidFill>
              <a:srgbClr val="3333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28" name="Line 44"/>
          <p:cNvSpPr>
            <a:spLocks noChangeShapeType="1"/>
          </p:cNvSpPr>
          <p:nvPr/>
        </p:nvSpPr>
        <p:spPr bwMode="auto">
          <a:xfrm>
            <a:off x="3849688" y="2247900"/>
            <a:ext cx="0" cy="3733800"/>
          </a:xfrm>
          <a:prstGeom prst="line">
            <a:avLst/>
          </a:prstGeom>
          <a:noFill/>
          <a:ln w="12700" cap="sq">
            <a:solidFill>
              <a:srgbClr val="3333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29" name="Line 45"/>
          <p:cNvSpPr>
            <a:spLocks noChangeShapeType="1"/>
          </p:cNvSpPr>
          <p:nvPr/>
        </p:nvSpPr>
        <p:spPr bwMode="auto">
          <a:xfrm>
            <a:off x="4762500" y="2228850"/>
            <a:ext cx="0" cy="3733800"/>
          </a:xfrm>
          <a:prstGeom prst="line">
            <a:avLst/>
          </a:prstGeom>
          <a:noFill/>
          <a:ln w="12700">
            <a:solidFill>
              <a:srgbClr val="003300"/>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30" name="Line 46"/>
          <p:cNvSpPr>
            <a:spLocks noChangeShapeType="1"/>
          </p:cNvSpPr>
          <p:nvPr/>
        </p:nvSpPr>
        <p:spPr bwMode="auto">
          <a:xfrm>
            <a:off x="5200650" y="2228850"/>
            <a:ext cx="0" cy="3733800"/>
          </a:xfrm>
          <a:prstGeom prst="line">
            <a:avLst/>
          </a:prstGeom>
          <a:noFill/>
          <a:ln w="12700">
            <a:solidFill>
              <a:srgbClr val="003300"/>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31" name="Line 47"/>
          <p:cNvSpPr>
            <a:spLocks noChangeShapeType="1"/>
          </p:cNvSpPr>
          <p:nvPr/>
        </p:nvSpPr>
        <p:spPr bwMode="auto">
          <a:xfrm>
            <a:off x="5676900" y="2247900"/>
            <a:ext cx="0" cy="3733800"/>
          </a:xfrm>
          <a:prstGeom prst="line">
            <a:avLst/>
          </a:prstGeom>
          <a:noFill/>
          <a:ln w="12700">
            <a:solidFill>
              <a:srgbClr val="003300"/>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32" name="Line 48"/>
          <p:cNvSpPr>
            <a:spLocks noChangeShapeType="1"/>
          </p:cNvSpPr>
          <p:nvPr/>
        </p:nvSpPr>
        <p:spPr bwMode="auto">
          <a:xfrm>
            <a:off x="6629400" y="2228850"/>
            <a:ext cx="0" cy="3733800"/>
          </a:xfrm>
          <a:prstGeom prst="line">
            <a:avLst/>
          </a:prstGeom>
          <a:noFill/>
          <a:ln w="12700">
            <a:solidFill>
              <a:srgbClr val="003300"/>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33" name="Line 49"/>
          <p:cNvSpPr>
            <a:spLocks noChangeShapeType="1"/>
          </p:cNvSpPr>
          <p:nvPr/>
        </p:nvSpPr>
        <p:spPr bwMode="auto">
          <a:xfrm>
            <a:off x="6172200" y="2190750"/>
            <a:ext cx="0" cy="3733800"/>
          </a:xfrm>
          <a:prstGeom prst="line">
            <a:avLst/>
          </a:prstGeom>
          <a:noFill/>
          <a:ln w="12700">
            <a:solidFill>
              <a:srgbClr val="003300"/>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34" name="Line 50"/>
          <p:cNvSpPr>
            <a:spLocks noChangeShapeType="1"/>
          </p:cNvSpPr>
          <p:nvPr/>
        </p:nvSpPr>
        <p:spPr bwMode="auto">
          <a:xfrm>
            <a:off x="7048500" y="2190750"/>
            <a:ext cx="0" cy="3733800"/>
          </a:xfrm>
          <a:prstGeom prst="line">
            <a:avLst/>
          </a:prstGeom>
          <a:noFill/>
          <a:ln w="12700">
            <a:solidFill>
              <a:srgbClr val="003300"/>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35" name="Line 51"/>
          <p:cNvSpPr>
            <a:spLocks noChangeShapeType="1"/>
          </p:cNvSpPr>
          <p:nvPr/>
        </p:nvSpPr>
        <p:spPr bwMode="auto">
          <a:xfrm>
            <a:off x="8267700" y="2190750"/>
            <a:ext cx="0" cy="3733800"/>
          </a:xfrm>
          <a:prstGeom prst="line">
            <a:avLst/>
          </a:prstGeom>
          <a:noFill/>
          <a:ln w="12700">
            <a:solidFill>
              <a:srgbClr val="003300"/>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36" name="Line 52"/>
          <p:cNvSpPr>
            <a:spLocks noChangeShapeType="1"/>
          </p:cNvSpPr>
          <p:nvPr/>
        </p:nvSpPr>
        <p:spPr bwMode="auto">
          <a:xfrm>
            <a:off x="7905750" y="2209800"/>
            <a:ext cx="0" cy="3733800"/>
          </a:xfrm>
          <a:prstGeom prst="line">
            <a:avLst/>
          </a:prstGeom>
          <a:noFill/>
          <a:ln w="12700">
            <a:solidFill>
              <a:srgbClr val="003300"/>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37" name="Line 53"/>
          <p:cNvSpPr>
            <a:spLocks noChangeShapeType="1"/>
          </p:cNvSpPr>
          <p:nvPr/>
        </p:nvSpPr>
        <p:spPr bwMode="auto">
          <a:xfrm>
            <a:off x="7505700" y="2209800"/>
            <a:ext cx="0" cy="3733800"/>
          </a:xfrm>
          <a:prstGeom prst="line">
            <a:avLst/>
          </a:prstGeom>
          <a:noFill/>
          <a:ln w="12700">
            <a:solidFill>
              <a:srgbClr val="003300"/>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38" name="Rectangle 56"/>
          <p:cNvSpPr>
            <a:spLocks noGrp="1" noChangeArrowheads="1"/>
          </p:cNvSpPr>
          <p:nvPr>
            <p:ph type="title"/>
          </p:nvPr>
        </p:nvSpPr>
        <p:spPr/>
        <p:txBody>
          <a:bodyPr/>
          <a:lstStyle/>
          <a:p>
            <a:pPr eaLnBrk="1" hangingPunct="1"/>
            <a:r>
              <a:rPr lang="zh-CN" altLang="en-US"/>
              <a:t>甘特图</a:t>
            </a:r>
            <a:endParaRPr lang="zh-CN" altLang="en-US"/>
          </a:p>
        </p:txBody>
      </p:sp>
      <p:sp>
        <p:nvSpPr>
          <p:cNvPr id="3" name="灯片编号占位符 2"/>
          <p:cNvSpPr>
            <a:spLocks noGrp="1"/>
          </p:cNvSpPr>
          <p:nvPr>
            <p:ph type="sldNum" sz="quarter" idx="10"/>
          </p:nvPr>
        </p:nvSpPr>
        <p:spPr/>
        <p:txBody>
          <a:bodyPr/>
          <a:lstStyle/>
          <a:p>
            <a:pPr>
              <a:defRPr/>
            </a:pPr>
            <a:fld id="{A6A0D67D-9B30-457F-9874-1F92730590A0}" type="slidenum">
              <a:rPr lang="en-US" altLang="zh-CN" smtClean="0"/>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25322"/>
                                        </p:tgtEl>
                                        <p:attrNameLst>
                                          <p:attrName>style.visibility</p:attrName>
                                        </p:attrNameLst>
                                      </p:cBhvr>
                                      <p:to>
                                        <p:strVal val="visible"/>
                                      </p:to>
                                    </p:set>
                                    <p:anim calcmode="lin" valueType="num">
                                      <p:cBhvr additive="base">
                                        <p:cTn id="7" dur="500" fill="hold"/>
                                        <p:tgtEl>
                                          <p:spTgt spid="525322"/>
                                        </p:tgtEl>
                                        <p:attrNameLst>
                                          <p:attrName>ppt_x</p:attrName>
                                        </p:attrNameLst>
                                      </p:cBhvr>
                                      <p:tavLst>
                                        <p:tav tm="0">
                                          <p:val>
                                            <p:strVal val="0-#ppt_w/2"/>
                                          </p:val>
                                        </p:tav>
                                        <p:tav tm="100000">
                                          <p:val>
                                            <p:strVal val="#ppt_x"/>
                                          </p:val>
                                        </p:tav>
                                      </p:tavLst>
                                    </p:anim>
                                    <p:anim calcmode="lin" valueType="num">
                                      <p:cBhvr additive="base">
                                        <p:cTn id="8" dur="500" fill="hold"/>
                                        <p:tgtEl>
                                          <p:spTgt spid="5253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5322" grpId="0" autoUpdateAnimBg="0"/>
    </p:bldLst>
  </p:timing>
</p:sld>
</file>

<file path=ppt/slides/slide86.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158722" name="Text Box 2"/>
          <p:cNvSpPr txBox="1">
            <a:spLocks noChangeArrowheads="1"/>
          </p:cNvSpPr>
          <p:nvPr/>
        </p:nvSpPr>
        <p:spPr bwMode="gray">
          <a:xfrm>
            <a:off x="1317625" y="693738"/>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Futura Lt" pitchFamily="34" charset="0"/>
              <a:ea typeface="宋体" panose="02010600030101010101" pitchFamily="2" charset="-122"/>
              <a:cs typeface="+mn-cs"/>
            </a:endParaRPr>
          </a:p>
        </p:txBody>
      </p:sp>
      <p:pic>
        <p:nvPicPr>
          <p:cNvPr id="158723" name="Picture 3" descr="pm_risk"/>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66963" y="252413"/>
            <a:ext cx="5057775" cy="6376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灯片编号占位符 2"/>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7BCA0E37-74AF-40C7-A4B1-8FEEC1BBF772}" type="slidenum">
              <a:rPr kumimoji="0" lang="en-US" altLang="zh-CN" sz="800" b="0" i="0" u="none" strike="noStrike" kern="1200" cap="none" spc="0" normalizeH="0" baseline="0" noProof="0" smtClean="0">
                <a:ln>
                  <a:noFill/>
                </a:ln>
                <a:solidFill>
                  <a:srgbClr val="5A93B6"/>
                </a:solidFill>
                <a:effectLst/>
                <a:uLnTx/>
                <a:uFillTx/>
                <a:latin typeface="Futura Bk" pitchFamily="34" charset="0"/>
                <a:ea typeface="宋体" panose="02010600030101010101" pitchFamily="2" charset="-122"/>
                <a:cs typeface="+mn-cs"/>
              </a:rPr>
            </a:fld>
            <a:endParaRPr kumimoji="0" lang="en-US" altLang="zh-CN" sz="800" b="0" i="0" u="none" strike="noStrike" kern="1200" cap="none" spc="0" normalizeH="0" baseline="0" noProof="0" dirty="0">
              <a:ln>
                <a:noFill/>
              </a:ln>
              <a:solidFill>
                <a:srgbClr val="5A93B6"/>
              </a:solidFill>
              <a:effectLst/>
              <a:uLnTx/>
              <a:uFillTx/>
              <a:latin typeface="Futura Bk" pitchFamily="34" charset="0"/>
              <a:ea typeface="宋体" panose="02010600030101010101" pitchFamily="2" charset="-122"/>
              <a:cs typeface="+mn-cs"/>
            </a:endParaRPr>
          </a:p>
        </p:txBody>
      </p:sp>
    </p:spTree>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pSp>
        <p:nvGrpSpPr>
          <p:cNvPr id="160771" name="Group 3"/>
          <p:cNvGrpSpPr/>
          <p:nvPr/>
        </p:nvGrpSpPr>
        <p:grpSpPr bwMode="auto">
          <a:xfrm>
            <a:off x="1042988" y="2132013"/>
            <a:ext cx="2101850" cy="3303587"/>
            <a:chOff x="2528" y="1091"/>
            <a:chExt cx="1325" cy="2081"/>
          </a:xfrm>
        </p:grpSpPr>
        <p:sp>
          <p:nvSpPr>
            <p:cNvPr id="160776" name="Rectangle 4"/>
            <p:cNvSpPr>
              <a:spLocks noChangeArrowheads="1"/>
            </p:cNvSpPr>
            <p:nvPr/>
          </p:nvSpPr>
          <p:spPr bwMode="auto">
            <a:xfrm>
              <a:off x="2528" y="1091"/>
              <a:ext cx="1325" cy="2081"/>
            </a:xfrm>
            <a:prstGeom prst="rect">
              <a:avLst/>
            </a:prstGeom>
            <a:solidFill>
              <a:srgbClr val="C3BE00"/>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0" lang="zh-CN" altLang="en-US" sz="2400" b="0" i="0" u="none" strike="noStrike" kern="1200" cap="none" spc="0" normalizeH="0" baseline="0" noProof="0">
                <a:ln>
                  <a:noFill/>
                </a:ln>
                <a:solidFill>
                  <a:srgbClr val="FFFFFF"/>
                </a:solidFill>
                <a:effectLst/>
                <a:uLnTx/>
                <a:uFillTx/>
                <a:latin typeface="Futura Bk" pitchFamily="34" charset="0"/>
                <a:ea typeface="宋体" panose="02010600030101010101" pitchFamily="2" charset="-122"/>
                <a:cs typeface="+mn-cs"/>
              </a:endParaRPr>
            </a:p>
          </p:txBody>
        </p:sp>
        <p:sp>
          <p:nvSpPr>
            <p:cNvPr id="160777" name="Text Box 5"/>
            <p:cNvSpPr txBox="1">
              <a:spLocks noChangeArrowheads="1"/>
            </p:cNvSpPr>
            <p:nvPr/>
          </p:nvSpPr>
          <p:spPr bwMode="auto">
            <a:xfrm>
              <a:off x="2701" y="1145"/>
              <a:ext cx="958" cy="28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1" i="0" u="sng" strike="noStrike" kern="1200" cap="none" spc="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rPr>
                <a:t>规划阶段</a:t>
              </a:r>
              <a:endParaRPr kumimoji="0" lang="zh-CN" altLang="en-US" sz="2400" b="1" i="0" u="sng" strike="noStrike" kern="1200" cap="none" spc="0" normalizeH="0" baseline="0" noProof="0" dirty="0">
                <a:ln>
                  <a:noFill/>
                </a:ln>
                <a:solidFill>
                  <a:srgbClr val="000099"/>
                </a:solidFill>
                <a:effectLst/>
                <a:uLnTx/>
                <a:uFillTx/>
                <a:latin typeface="黑体" panose="02010609060101010101" pitchFamily="49" charset="-122"/>
                <a:ea typeface="黑体" panose="02010609060101010101" pitchFamily="49" charset="-122"/>
                <a:cs typeface="+mn-cs"/>
              </a:endParaRPr>
            </a:p>
          </p:txBody>
        </p:sp>
        <p:sp>
          <p:nvSpPr>
            <p:cNvPr id="160778" name="Text Box 6"/>
            <p:cNvSpPr txBox="1">
              <a:spLocks noChangeArrowheads="1"/>
            </p:cNvSpPr>
            <p:nvPr/>
          </p:nvSpPr>
          <p:spPr bwMode="auto">
            <a:xfrm>
              <a:off x="2538" y="1511"/>
              <a:ext cx="1265" cy="1537"/>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zh-CN" altLang="en-US" sz="2200" b="1" i="0" u="none" strike="noStrike" kern="1200" cap="none" spc="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rPr>
                <a:t>分配职责</a:t>
              </a:r>
              <a:endParaRPr kumimoji="0" lang="zh-CN" altLang="en-US" sz="2200" b="1" i="0" u="none" strike="noStrike" kern="1200" cap="none" spc="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endParaRPr>
            </a:p>
            <a:p>
              <a:pPr marL="0" marR="0" lvl="0" indent="0" algn="ctr" defTabSz="914400" rtl="0" eaLnBrk="1" fontAlgn="base" latinLnBrk="0" hangingPunct="1">
                <a:lnSpc>
                  <a:spcPct val="100000"/>
                </a:lnSpc>
                <a:spcBef>
                  <a:spcPct val="50000"/>
                </a:spcBef>
                <a:spcAft>
                  <a:spcPct val="0"/>
                </a:spcAft>
                <a:buClrTx/>
                <a:buSzTx/>
                <a:buFontTx/>
                <a:buNone/>
                <a:defRPr/>
              </a:pPr>
              <a:r>
                <a:rPr kumimoji="0" lang="zh-CN" altLang="en-US" sz="2200" b="1" i="0" u="none" strike="noStrike" kern="1200" cap="none" spc="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rPr>
                <a:t>确定工作顺序</a:t>
              </a:r>
              <a:endParaRPr kumimoji="0" lang="zh-CN" altLang="en-US" sz="2200" b="1" i="0" u="none" strike="noStrike" kern="1200" cap="none" spc="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endParaRPr>
            </a:p>
            <a:p>
              <a:pPr marL="0" marR="0" lvl="0" indent="0" algn="ctr" defTabSz="914400" rtl="0" eaLnBrk="1" fontAlgn="base" latinLnBrk="0" hangingPunct="1">
                <a:lnSpc>
                  <a:spcPct val="100000"/>
                </a:lnSpc>
                <a:spcBef>
                  <a:spcPct val="50000"/>
                </a:spcBef>
                <a:spcAft>
                  <a:spcPct val="0"/>
                </a:spcAft>
                <a:buClrTx/>
                <a:buSzTx/>
                <a:buFontTx/>
                <a:buNone/>
                <a:defRPr/>
              </a:pPr>
              <a:r>
                <a:rPr kumimoji="0" lang="zh-CN" altLang="en-US" sz="2200" b="1" i="0" u="none" strike="noStrike" kern="1200" cap="none" spc="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rPr>
                <a:t>落实工作日程</a:t>
              </a:r>
              <a:endParaRPr kumimoji="0" lang="zh-CN" altLang="en-US" sz="2200" b="1" i="0" u="none" strike="noStrike" kern="1200" cap="none" spc="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endParaRPr>
            </a:p>
            <a:p>
              <a:pPr marL="0" marR="0" lvl="0" indent="0" algn="ctr" defTabSz="914400" rtl="0" eaLnBrk="1" fontAlgn="base" latinLnBrk="0" hangingPunct="1">
                <a:lnSpc>
                  <a:spcPct val="100000"/>
                </a:lnSpc>
                <a:spcBef>
                  <a:spcPct val="50000"/>
                </a:spcBef>
                <a:spcAft>
                  <a:spcPct val="0"/>
                </a:spcAft>
                <a:buClrTx/>
                <a:buSzTx/>
                <a:buFontTx/>
                <a:buNone/>
                <a:defRPr/>
              </a:pPr>
              <a:r>
                <a:rPr kumimoji="0" lang="zh-CN" altLang="en-US" sz="2200" b="1" i="0" u="none" strike="noStrike" kern="1200" cap="none" spc="0" normalizeH="0" baseline="0" noProof="0" dirty="0">
                  <a:ln>
                    <a:noFill/>
                  </a:ln>
                  <a:solidFill>
                    <a:srgbClr val="000099"/>
                  </a:solidFill>
                  <a:effectLst/>
                  <a:uLnTx/>
                  <a:uFillTx/>
                  <a:latin typeface="黑体" panose="02010609060101010101" pitchFamily="49" charset="-122"/>
                  <a:ea typeface="黑体" panose="02010609060101010101" pitchFamily="49" charset="-122"/>
                  <a:cs typeface="+mn-cs"/>
                </a:rPr>
                <a:t>控制风险</a:t>
              </a:r>
              <a:endParaRPr kumimoji="0" lang="zh-CN" altLang="en-US" sz="2200" b="1" i="0" u="none" strike="noStrike" kern="1200" cap="none" spc="0" normalizeH="0" baseline="0" noProof="0" dirty="0">
                <a:ln>
                  <a:noFill/>
                </a:ln>
                <a:solidFill>
                  <a:srgbClr val="000099"/>
                </a:solidFill>
                <a:effectLst/>
                <a:uLnTx/>
                <a:uFillTx/>
                <a:latin typeface="黑体" panose="02010609060101010101" pitchFamily="49" charset="-122"/>
                <a:ea typeface="黑体" panose="02010609060101010101" pitchFamily="49" charset="-122"/>
                <a:cs typeface="+mn-cs"/>
              </a:endParaRPr>
            </a:p>
            <a:p>
              <a:pPr marL="0" marR="0" lvl="0" indent="0" algn="ctr" defTabSz="914400" rtl="0" eaLnBrk="1" fontAlgn="base" latinLnBrk="0" hangingPunct="1">
                <a:lnSpc>
                  <a:spcPct val="100000"/>
                </a:lnSpc>
                <a:spcBef>
                  <a:spcPct val="50000"/>
                </a:spcBef>
                <a:spcAft>
                  <a:spcPct val="0"/>
                </a:spcAft>
                <a:buClrTx/>
                <a:buSzTx/>
                <a:buFontTx/>
                <a:buNone/>
                <a:defRPr/>
              </a:pPr>
              <a:r>
                <a:rPr kumimoji="0" lang="zh-CN" altLang="en-US" sz="2200" b="1" i="0" u="none" strike="noStrike" kern="1200" cap="none" spc="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rPr>
                <a:t>创造机遇</a:t>
              </a:r>
              <a:endParaRPr kumimoji="0" lang="zh-CN" altLang="en-US" sz="2200" b="1" i="0" u="none" strike="noStrike" kern="1200" cap="none" spc="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endParaRPr>
            </a:p>
          </p:txBody>
        </p:sp>
      </p:grpSp>
      <p:sp>
        <p:nvSpPr>
          <p:cNvPr id="527370" name="Text Box 10"/>
          <p:cNvSpPr txBox="1">
            <a:spLocks noChangeArrowheads="1"/>
          </p:cNvSpPr>
          <p:nvPr/>
        </p:nvSpPr>
        <p:spPr bwMode="auto">
          <a:xfrm>
            <a:off x="4271963" y="1982788"/>
            <a:ext cx="4970462" cy="457200"/>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rgbClr val="000000"/>
                </a:solidFill>
                <a:effectLst/>
                <a:uLnTx/>
                <a:uFillTx/>
                <a:latin typeface="黑体" panose="02010609060101010101" pitchFamily="49" charset="-122"/>
                <a:ea typeface="黑体" panose="02010609060101010101" pitchFamily="49" charset="-122"/>
                <a:cs typeface="+mn-cs"/>
              </a:rPr>
              <a:t>找出项目计划中我们所担忧的地方</a:t>
            </a:r>
            <a:endParaRPr kumimoji="0" lang="zh-CN" altLang="en-US" sz="2400" b="0" i="0" u="none" strike="noStrike" kern="1200" cap="none" spc="0" normalizeH="0" baseline="0" noProof="0">
              <a:ln>
                <a:noFill/>
              </a:ln>
              <a:solidFill>
                <a:srgbClr val="000000"/>
              </a:solidFill>
              <a:effectLst/>
              <a:uLnTx/>
              <a:uFillTx/>
              <a:latin typeface="黑体" panose="02010609060101010101" pitchFamily="49" charset="-122"/>
              <a:ea typeface="黑体" panose="02010609060101010101" pitchFamily="49" charset="-122"/>
              <a:cs typeface="+mn-cs"/>
            </a:endParaRPr>
          </a:p>
        </p:txBody>
      </p:sp>
      <p:sp>
        <p:nvSpPr>
          <p:cNvPr id="527372" name="Rectangle 12"/>
          <p:cNvSpPr>
            <a:spLocks noChangeArrowheads="1"/>
          </p:cNvSpPr>
          <p:nvPr/>
        </p:nvSpPr>
        <p:spPr bwMode="auto">
          <a:xfrm>
            <a:off x="3946525" y="3630613"/>
            <a:ext cx="3536950" cy="1844675"/>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Tx/>
              <a:buSzTx/>
              <a:buFontTx/>
              <a:buNone/>
              <a:defRPr/>
            </a:pPr>
            <a:r>
              <a:rPr kumimoji="0" lang="zh-CN" altLang="en-US" sz="2400" b="0" i="0" u="none" strike="noStrike" kern="1200" cap="none" spc="0" normalizeH="0" baseline="0" noProof="0">
                <a:ln>
                  <a:noFill/>
                </a:ln>
                <a:solidFill>
                  <a:srgbClr val="000000"/>
                </a:solidFill>
                <a:effectLst/>
                <a:uLnTx/>
                <a:uFillTx/>
                <a:latin typeface="黑体" panose="02010609060101010101" pitchFamily="49" charset="-122"/>
                <a:ea typeface="黑体" panose="02010609060101010101" pitchFamily="49" charset="-122"/>
                <a:cs typeface="+mn-cs"/>
              </a:rPr>
              <a:t>找出潜在风险</a:t>
            </a:r>
            <a:endParaRPr kumimoji="0" lang="zh-CN" altLang="en-US" sz="2400" b="0" i="0" u="none" strike="noStrike" kern="1200" cap="none" spc="0" normalizeH="0" baseline="0" noProof="0">
              <a:ln>
                <a:noFill/>
              </a:ln>
              <a:solidFill>
                <a:srgbClr val="000000"/>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0" fontAlgn="base" latinLnBrk="0" hangingPunct="0">
              <a:lnSpc>
                <a:spcPct val="120000"/>
              </a:lnSpc>
              <a:spcBef>
                <a:spcPct val="0"/>
              </a:spcBef>
              <a:spcAft>
                <a:spcPct val="0"/>
              </a:spcAft>
              <a:buClrTx/>
              <a:buSzTx/>
              <a:buFontTx/>
              <a:buNone/>
              <a:defRPr/>
            </a:pPr>
            <a:r>
              <a:rPr kumimoji="0" lang="zh-CN" altLang="en-US" sz="2400" b="0" i="0" u="none" strike="noStrike" kern="1200" cap="none" spc="0" normalizeH="0" baseline="0" noProof="0">
                <a:ln>
                  <a:noFill/>
                </a:ln>
                <a:solidFill>
                  <a:srgbClr val="000000"/>
                </a:solidFill>
                <a:effectLst/>
                <a:uLnTx/>
                <a:uFillTx/>
                <a:latin typeface="黑体" panose="02010609060101010101" pitchFamily="49" charset="-122"/>
                <a:ea typeface="黑体" panose="02010609060101010101" pitchFamily="49" charset="-122"/>
                <a:cs typeface="+mn-cs"/>
              </a:rPr>
              <a:t>列出可能起因</a:t>
            </a:r>
            <a:endParaRPr kumimoji="0" lang="zh-CN" altLang="en-US" sz="2400" b="0" i="0" u="none" strike="noStrike" kern="1200" cap="none" spc="0" normalizeH="0" baseline="0" noProof="0">
              <a:ln>
                <a:noFill/>
              </a:ln>
              <a:solidFill>
                <a:srgbClr val="000000"/>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0" fontAlgn="base" latinLnBrk="0" hangingPunct="0">
              <a:lnSpc>
                <a:spcPct val="120000"/>
              </a:lnSpc>
              <a:spcBef>
                <a:spcPct val="0"/>
              </a:spcBef>
              <a:spcAft>
                <a:spcPct val="0"/>
              </a:spcAft>
              <a:buClrTx/>
              <a:buSzTx/>
              <a:buFontTx/>
              <a:buNone/>
              <a:defRPr/>
            </a:pPr>
            <a:r>
              <a:rPr kumimoji="0" lang="zh-CN" altLang="en-US" sz="2400" b="0" i="0" u="none" strike="noStrike" kern="1200" cap="none" spc="0" normalizeH="0" baseline="0" noProof="0">
                <a:ln>
                  <a:noFill/>
                </a:ln>
                <a:solidFill>
                  <a:srgbClr val="000000"/>
                </a:solidFill>
                <a:effectLst/>
                <a:uLnTx/>
                <a:uFillTx/>
                <a:latin typeface="黑体" panose="02010609060101010101" pitchFamily="49" charset="-122"/>
                <a:ea typeface="黑体" panose="02010609060101010101" pitchFamily="49" charset="-122"/>
                <a:cs typeface="+mn-cs"/>
              </a:rPr>
              <a:t>采取预防措施</a:t>
            </a:r>
            <a:endParaRPr kumimoji="0" lang="zh-CN" altLang="en-US" sz="2400" b="0" i="0" u="none" strike="noStrike" kern="1200" cap="none" spc="0" normalizeH="0" baseline="0" noProof="0">
              <a:ln>
                <a:noFill/>
              </a:ln>
              <a:solidFill>
                <a:srgbClr val="000000"/>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0" fontAlgn="base" latinLnBrk="0" hangingPunct="0">
              <a:lnSpc>
                <a:spcPct val="120000"/>
              </a:lnSpc>
              <a:spcBef>
                <a:spcPct val="0"/>
              </a:spcBef>
              <a:spcAft>
                <a:spcPct val="0"/>
              </a:spcAft>
              <a:buClrTx/>
              <a:buSzTx/>
              <a:buFontTx/>
              <a:buNone/>
              <a:defRPr/>
            </a:pPr>
            <a:r>
              <a:rPr kumimoji="0" lang="zh-CN" altLang="en-US" sz="2400" b="0" i="0" u="none" strike="noStrike" kern="1200" cap="none" spc="0" normalizeH="0" baseline="0" noProof="0">
                <a:ln>
                  <a:noFill/>
                </a:ln>
                <a:solidFill>
                  <a:srgbClr val="000000"/>
                </a:solidFill>
                <a:effectLst/>
                <a:uLnTx/>
                <a:uFillTx/>
                <a:latin typeface="黑体" panose="02010609060101010101" pitchFamily="49" charset="-122"/>
                <a:ea typeface="黑体" panose="02010609060101010101" pitchFamily="49" charset="-122"/>
                <a:cs typeface="+mn-cs"/>
              </a:rPr>
              <a:t>计划补救措施和启动机制</a:t>
            </a:r>
            <a:endParaRPr kumimoji="0" lang="zh-CN" altLang="en-US" sz="2400" b="0" i="0" u="none" strike="noStrike" kern="1200" cap="none" spc="0" normalizeH="0" baseline="0" noProof="0">
              <a:ln>
                <a:noFill/>
              </a:ln>
              <a:solidFill>
                <a:srgbClr val="000000"/>
              </a:solidFill>
              <a:effectLst/>
              <a:uLnTx/>
              <a:uFillTx/>
              <a:latin typeface="黑体" panose="02010609060101010101" pitchFamily="49" charset="-122"/>
              <a:ea typeface="黑体" panose="02010609060101010101" pitchFamily="49" charset="-122"/>
              <a:cs typeface="+mn-cs"/>
            </a:endParaRPr>
          </a:p>
        </p:txBody>
      </p:sp>
      <p:sp>
        <p:nvSpPr>
          <p:cNvPr id="527374" name="Rectangle 14"/>
          <p:cNvSpPr>
            <a:spLocks noChangeArrowheads="1"/>
          </p:cNvSpPr>
          <p:nvPr/>
        </p:nvSpPr>
        <p:spPr bwMode="auto">
          <a:xfrm>
            <a:off x="3903663" y="3089275"/>
            <a:ext cx="2327275" cy="604838"/>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Tx/>
              <a:buSzTx/>
              <a:buFontTx/>
              <a:buNone/>
              <a:defRPr/>
            </a:pPr>
            <a:r>
              <a:rPr kumimoji="0" lang="zh-CN" altLang="en-US" sz="2800" b="1" i="0" u="none" strike="noStrike" kern="1200" cap="none" spc="0" normalizeH="0" baseline="0" noProof="0">
                <a:ln>
                  <a:noFill/>
                </a:ln>
                <a:solidFill>
                  <a:srgbClr val="000000"/>
                </a:solidFill>
                <a:effectLst/>
                <a:uLnTx/>
                <a:uFillTx/>
                <a:latin typeface="黑体" panose="02010609060101010101" pitchFamily="49" charset="-122"/>
                <a:ea typeface="黑体" panose="02010609060101010101" pitchFamily="49" charset="-122"/>
                <a:cs typeface="+mn-cs"/>
              </a:rPr>
              <a:t>潜在风险分析</a:t>
            </a:r>
            <a:endParaRPr kumimoji="0" lang="zh-CN" altLang="en-US" sz="2800" b="0" i="0" u="none" strike="noStrike" kern="1200" cap="none" spc="0" normalizeH="0" baseline="0" noProof="0">
              <a:ln>
                <a:noFill/>
              </a:ln>
              <a:solidFill>
                <a:srgbClr val="000000"/>
              </a:solidFill>
              <a:effectLst/>
              <a:uLnTx/>
              <a:uFillTx/>
              <a:latin typeface="黑体" panose="02010609060101010101" pitchFamily="49" charset="-122"/>
              <a:ea typeface="黑体" panose="02010609060101010101" pitchFamily="49" charset="-122"/>
              <a:cs typeface="+mn-cs"/>
            </a:endParaRPr>
          </a:p>
        </p:txBody>
      </p:sp>
      <p:sp>
        <p:nvSpPr>
          <p:cNvPr id="160775" name="Rectangle 17"/>
          <p:cNvSpPr>
            <a:spLocks noGrp="1" noChangeArrowheads="1"/>
          </p:cNvSpPr>
          <p:nvPr>
            <p:ph type="title"/>
          </p:nvPr>
        </p:nvSpPr>
        <p:spPr/>
        <p:txBody>
          <a:bodyPr/>
          <a:lstStyle/>
          <a:p>
            <a:pPr eaLnBrk="1" hangingPunct="1"/>
            <a:r>
              <a:rPr lang="zh-CN" altLang="en-US" sz="3200"/>
              <a:t>控制风险</a:t>
            </a:r>
            <a:br>
              <a:rPr lang="zh-CN" altLang="en-US" sz="3200"/>
            </a:br>
            <a:r>
              <a:rPr lang="en-US" altLang="zh-CN" sz="2400">
                <a:latin typeface="Arial" panose="020B0604020202020204" pitchFamily="34" charset="0"/>
              </a:rPr>
              <a:t>——</a:t>
            </a:r>
            <a:r>
              <a:rPr lang="zh-CN" altLang="en-US" sz="2400"/>
              <a:t>保护项目实现目标</a:t>
            </a:r>
            <a:endParaRPr lang="zh-CN" altLang="en-US" sz="2400"/>
          </a:p>
        </p:txBody>
      </p:sp>
      <p:sp>
        <p:nvSpPr>
          <p:cNvPr id="3" name="灯片编号占位符 2"/>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A6A0D67D-9B30-457F-9874-1F92730590A0}" type="slidenum">
              <a:rPr kumimoji="0" lang="en-US" altLang="zh-CN" sz="800" b="0" i="0" u="none" strike="noStrike" kern="1200" cap="none" spc="0" normalizeH="0" baseline="0" noProof="0" smtClean="0">
                <a:ln>
                  <a:noFill/>
                </a:ln>
                <a:solidFill>
                  <a:srgbClr val="5A93B6"/>
                </a:solidFill>
                <a:effectLst/>
                <a:uLnTx/>
                <a:uFillTx/>
                <a:latin typeface="Futura Bk" pitchFamily="34" charset="0"/>
                <a:ea typeface="宋体" panose="02010600030101010101" pitchFamily="2" charset="-122"/>
                <a:cs typeface="+mn-cs"/>
              </a:rPr>
            </a:fld>
            <a:endParaRPr kumimoji="0" lang="en-US" altLang="zh-CN" sz="800" b="0" i="0" u="none" strike="noStrike" kern="1200" cap="none" spc="0" normalizeH="0" baseline="0" noProof="0" dirty="0">
              <a:ln>
                <a:noFill/>
              </a:ln>
              <a:solidFill>
                <a:srgbClr val="5A93B6"/>
              </a:solidFill>
              <a:effectLst/>
              <a:uLnTx/>
              <a:uFillTx/>
              <a:latin typeface="Futura Bk" pitchFamily="34" charset="0"/>
              <a:ea typeface="宋体" panose="0201060003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27370"/>
                                        </p:tgtEl>
                                        <p:attrNameLst>
                                          <p:attrName>style.visibility</p:attrName>
                                        </p:attrNameLst>
                                      </p:cBhvr>
                                      <p:to>
                                        <p:strVal val="visible"/>
                                      </p:to>
                                    </p:set>
                                    <p:anim calcmode="lin" valueType="num">
                                      <p:cBhvr additive="base">
                                        <p:cTn id="7" dur="500" fill="hold"/>
                                        <p:tgtEl>
                                          <p:spTgt spid="527370"/>
                                        </p:tgtEl>
                                        <p:attrNameLst>
                                          <p:attrName>ppt_x</p:attrName>
                                        </p:attrNameLst>
                                      </p:cBhvr>
                                      <p:tavLst>
                                        <p:tav tm="0">
                                          <p:val>
                                            <p:strVal val="0-#ppt_w/2"/>
                                          </p:val>
                                        </p:tav>
                                        <p:tav tm="100000">
                                          <p:val>
                                            <p:strVal val="#ppt_x"/>
                                          </p:val>
                                        </p:tav>
                                      </p:tavLst>
                                    </p:anim>
                                    <p:anim calcmode="lin" valueType="num">
                                      <p:cBhvr additive="base">
                                        <p:cTn id="8" dur="500" fill="hold"/>
                                        <p:tgtEl>
                                          <p:spTgt spid="52737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27374"/>
                                        </p:tgtEl>
                                        <p:attrNameLst>
                                          <p:attrName>style.visibility</p:attrName>
                                        </p:attrNameLst>
                                      </p:cBhvr>
                                      <p:to>
                                        <p:strVal val="visible"/>
                                      </p:to>
                                    </p:set>
                                    <p:anim calcmode="lin" valueType="num">
                                      <p:cBhvr additive="base">
                                        <p:cTn id="13" dur="500" fill="hold"/>
                                        <p:tgtEl>
                                          <p:spTgt spid="527374"/>
                                        </p:tgtEl>
                                        <p:attrNameLst>
                                          <p:attrName>ppt_x</p:attrName>
                                        </p:attrNameLst>
                                      </p:cBhvr>
                                      <p:tavLst>
                                        <p:tav tm="0">
                                          <p:val>
                                            <p:strVal val="0-#ppt_w/2"/>
                                          </p:val>
                                        </p:tav>
                                        <p:tav tm="100000">
                                          <p:val>
                                            <p:strVal val="#ppt_x"/>
                                          </p:val>
                                        </p:tav>
                                      </p:tavLst>
                                    </p:anim>
                                    <p:anim calcmode="lin" valueType="num">
                                      <p:cBhvr additive="base">
                                        <p:cTn id="14" dur="500" fill="hold"/>
                                        <p:tgtEl>
                                          <p:spTgt spid="52737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527372"/>
                                        </p:tgtEl>
                                        <p:attrNameLst>
                                          <p:attrName>style.visibility</p:attrName>
                                        </p:attrNameLst>
                                      </p:cBhvr>
                                      <p:to>
                                        <p:strVal val="visible"/>
                                      </p:to>
                                    </p:set>
                                    <p:anim calcmode="lin" valueType="num">
                                      <p:cBhvr additive="base">
                                        <p:cTn id="19" dur="500" fill="hold"/>
                                        <p:tgtEl>
                                          <p:spTgt spid="527372"/>
                                        </p:tgtEl>
                                        <p:attrNameLst>
                                          <p:attrName>ppt_x</p:attrName>
                                        </p:attrNameLst>
                                      </p:cBhvr>
                                      <p:tavLst>
                                        <p:tav tm="0">
                                          <p:val>
                                            <p:strVal val="0-#ppt_w/2"/>
                                          </p:val>
                                        </p:tav>
                                        <p:tav tm="100000">
                                          <p:val>
                                            <p:strVal val="#ppt_x"/>
                                          </p:val>
                                        </p:tav>
                                      </p:tavLst>
                                    </p:anim>
                                    <p:anim calcmode="lin" valueType="num">
                                      <p:cBhvr additive="base">
                                        <p:cTn id="20" dur="500" fill="hold"/>
                                        <p:tgtEl>
                                          <p:spTgt spid="52737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7370" grpId="0" autoUpdateAnimBg="0"/>
      <p:bldP spid="527372" grpId="0" autoUpdateAnimBg="0"/>
      <p:bldP spid="527374" grpId="0" autoUpdateAnimBg="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9" name="Rectangle 2"/>
          <p:cNvSpPr>
            <a:spLocks noGrp="1" noChangeArrowheads="1"/>
          </p:cNvSpPr>
          <p:nvPr>
            <p:ph type="title"/>
          </p:nvPr>
        </p:nvSpPr>
        <p:spPr/>
        <p:txBody>
          <a:bodyPr/>
          <a:lstStyle/>
          <a:p>
            <a:pPr eaLnBrk="1" hangingPunct="1"/>
            <a:r>
              <a:rPr lang="zh-CN" altLang="en-US"/>
              <a:t>风险应对策略</a:t>
            </a:r>
            <a:endParaRPr lang="zh-CN" altLang="en-US"/>
          </a:p>
        </p:txBody>
      </p:sp>
      <p:graphicFrame>
        <p:nvGraphicFramePr>
          <p:cNvPr id="2" name="图示 1"/>
          <p:cNvGraphicFramePr/>
          <p:nvPr/>
        </p:nvGraphicFramePr>
        <p:xfrm>
          <a:off x="2338186" y="1896995"/>
          <a:ext cx="5486862" cy="4043679"/>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162821" name="文本框 2"/>
          <p:cNvSpPr txBox="1">
            <a:spLocks noChangeArrowheads="1"/>
          </p:cNvSpPr>
          <p:nvPr/>
        </p:nvSpPr>
        <p:spPr bwMode="auto">
          <a:xfrm>
            <a:off x="3070225" y="1435100"/>
            <a:ext cx="4022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accent5">
                    <a:lumMod val="75000"/>
                  </a:schemeClr>
                </a:solidFill>
                <a:effectLst/>
                <a:uLnTx/>
                <a:uFillTx/>
                <a:latin typeface="Futura Bk" pitchFamily="34" charset="0"/>
                <a:ea typeface="宋体" panose="02010600030101010101" pitchFamily="2" charset="-122"/>
                <a:cs typeface="+mn-cs"/>
              </a:rPr>
              <a:t>P</a:t>
            </a:r>
            <a:r>
              <a:rPr kumimoji="0" lang="en-US" altLang="zh-CN" sz="2400" i="0" u="none" strike="noStrike" kern="1200" cap="none" spc="0" normalizeH="0" baseline="0" noProof="0" dirty="0">
                <a:ln>
                  <a:noFill/>
                </a:ln>
                <a:solidFill>
                  <a:srgbClr val="000000"/>
                </a:solidFill>
                <a:effectLst/>
                <a:uLnTx/>
                <a:uFillTx/>
                <a:latin typeface="Futura Bk" pitchFamily="34" charset="0"/>
                <a:ea typeface="宋体" panose="02010600030101010101" pitchFamily="2" charset="-122"/>
                <a:cs typeface="+mn-cs"/>
              </a:rPr>
              <a:t>ossibility</a:t>
            </a:r>
            <a:r>
              <a:rPr kumimoji="0" lang="zh-CN" altLang="en-US" sz="2400" b="0" i="0" u="none" strike="noStrike" kern="1200" cap="none" spc="0" normalizeH="0" baseline="0" noProof="0" dirty="0">
                <a:ln>
                  <a:noFill/>
                </a:ln>
                <a:solidFill>
                  <a:srgbClr val="000000"/>
                </a:solidFill>
                <a:effectLst/>
                <a:uLnTx/>
                <a:uFillTx/>
                <a:latin typeface="Futura Bk" pitchFamily="34" charset="0"/>
                <a:ea typeface="宋体" panose="02010600030101010101" pitchFamily="2" charset="-122"/>
                <a:cs typeface="+mn-cs"/>
              </a:rPr>
              <a:t>可能性高</a:t>
            </a:r>
            <a:endParaRPr kumimoji="0" lang="zh-CN" altLang="en-US" sz="2400" b="0" i="0" u="none" strike="noStrike" kern="1200" cap="none" spc="0" normalizeH="0" baseline="0" noProof="0" dirty="0">
              <a:ln>
                <a:noFill/>
              </a:ln>
              <a:solidFill>
                <a:srgbClr val="000000"/>
              </a:solidFill>
              <a:effectLst/>
              <a:uLnTx/>
              <a:uFillTx/>
              <a:latin typeface="Futura Bk" pitchFamily="34" charset="0"/>
              <a:ea typeface="宋体" panose="02010600030101010101" pitchFamily="2" charset="-122"/>
              <a:cs typeface="+mn-cs"/>
            </a:endParaRPr>
          </a:p>
        </p:txBody>
      </p:sp>
      <p:sp>
        <p:nvSpPr>
          <p:cNvPr id="162822" name="文本框 6"/>
          <p:cNvSpPr txBox="1">
            <a:spLocks noChangeArrowheads="1"/>
          </p:cNvSpPr>
          <p:nvPr/>
        </p:nvSpPr>
        <p:spPr bwMode="auto">
          <a:xfrm>
            <a:off x="4349750" y="5940425"/>
            <a:ext cx="14636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400" b="0" i="0" u="none" strike="noStrike" kern="1200" cap="none" spc="0" normalizeH="0" baseline="0" noProof="0">
                <a:ln>
                  <a:noFill/>
                </a:ln>
                <a:solidFill>
                  <a:srgbClr val="000000"/>
                </a:solidFill>
                <a:effectLst/>
                <a:uLnTx/>
                <a:uFillTx/>
                <a:latin typeface="Futura Bk" pitchFamily="34" charset="0"/>
                <a:ea typeface="宋体" panose="02010600030101010101" pitchFamily="2" charset="-122"/>
                <a:cs typeface="+mn-cs"/>
              </a:rPr>
              <a:t>可能性低</a:t>
            </a:r>
            <a:endParaRPr kumimoji="0" lang="zh-CN" altLang="en-US" sz="2400" b="0" i="0" u="none" strike="noStrike" kern="1200" cap="none" spc="0" normalizeH="0" baseline="0" noProof="0">
              <a:ln>
                <a:noFill/>
              </a:ln>
              <a:solidFill>
                <a:srgbClr val="000000"/>
              </a:solidFill>
              <a:effectLst/>
              <a:uLnTx/>
              <a:uFillTx/>
              <a:latin typeface="Futura Bk" pitchFamily="34" charset="0"/>
              <a:ea typeface="宋体" panose="02010600030101010101" pitchFamily="2" charset="-122"/>
              <a:cs typeface="+mn-cs"/>
            </a:endParaRPr>
          </a:p>
        </p:txBody>
      </p:sp>
      <p:sp>
        <p:nvSpPr>
          <p:cNvPr id="162823" name="文本框 7"/>
          <p:cNvSpPr txBox="1">
            <a:spLocks noChangeArrowheads="1"/>
          </p:cNvSpPr>
          <p:nvPr/>
        </p:nvSpPr>
        <p:spPr bwMode="auto">
          <a:xfrm>
            <a:off x="421640" y="3687763"/>
            <a:ext cx="264858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accent5">
                    <a:lumMod val="75000"/>
                  </a:schemeClr>
                </a:solidFill>
                <a:effectLst/>
                <a:uLnTx/>
                <a:uFillTx/>
                <a:latin typeface="Futura Bk" pitchFamily="34" charset="0"/>
                <a:ea typeface="宋体" panose="02010600030101010101" pitchFamily="2" charset="-122"/>
                <a:cs typeface="+mn-cs"/>
              </a:rPr>
              <a:t>S</a:t>
            </a:r>
            <a:r>
              <a:rPr kumimoji="0" lang="en-US" altLang="zh-CN" sz="2400" i="0" u="none" strike="noStrike" kern="1200" cap="none" spc="0" normalizeH="0" baseline="0" noProof="0" dirty="0">
                <a:ln>
                  <a:noFill/>
                </a:ln>
                <a:solidFill>
                  <a:srgbClr val="000000"/>
                </a:solidFill>
                <a:effectLst/>
                <a:uLnTx/>
                <a:uFillTx/>
                <a:latin typeface="Futura Bk" pitchFamily="34" charset="0"/>
                <a:ea typeface="宋体" panose="02010600030101010101" pitchFamily="2" charset="-122"/>
                <a:cs typeface="+mn-cs"/>
              </a:rPr>
              <a:t>everity</a:t>
            </a:r>
            <a:r>
              <a:rPr kumimoji="0" lang="zh-CN" altLang="en-US" sz="2400" b="0" i="0" u="none" strike="noStrike" kern="1200" cap="none" spc="0" normalizeH="0" baseline="0" noProof="0" dirty="0">
                <a:ln>
                  <a:noFill/>
                </a:ln>
                <a:solidFill>
                  <a:srgbClr val="000000"/>
                </a:solidFill>
                <a:effectLst/>
                <a:uLnTx/>
                <a:uFillTx/>
                <a:latin typeface="Futura Bk" pitchFamily="34" charset="0"/>
                <a:ea typeface="宋体" panose="02010600030101010101" pitchFamily="2" charset="-122"/>
                <a:cs typeface="+mn-cs"/>
              </a:rPr>
              <a:t>严重性低</a:t>
            </a:r>
            <a:endParaRPr kumimoji="0" lang="zh-CN" altLang="en-US" sz="2400" b="0" i="0" u="none" strike="noStrike" kern="1200" cap="none" spc="0" normalizeH="0" baseline="0" noProof="0" dirty="0">
              <a:ln>
                <a:noFill/>
              </a:ln>
              <a:solidFill>
                <a:srgbClr val="000000"/>
              </a:solidFill>
              <a:effectLst/>
              <a:uLnTx/>
              <a:uFillTx/>
              <a:latin typeface="Futura Bk" pitchFamily="34" charset="0"/>
              <a:ea typeface="宋体" panose="02010600030101010101" pitchFamily="2" charset="-122"/>
              <a:cs typeface="+mn-cs"/>
            </a:endParaRPr>
          </a:p>
        </p:txBody>
      </p:sp>
      <p:sp>
        <p:nvSpPr>
          <p:cNvPr id="162824" name="文本框 8"/>
          <p:cNvSpPr txBox="1">
            <a:spLocks noChangeArrowheads="1"/>
          </p:cNvSpPr>
          <p:nvPr/>
        </p:nvSpPr>
        <p:spPr bwMode="auto">
          <a:xfrm>
            <a:off x="7092950" y="3687763"/>
            <a:ext cx="14636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400" b="0" i="0" u="none" strike="noStrike" kern="1200" cap="none" spc="0" normalizeH="0" baseline="0" noProof="0">
                <a:ln>
                  <a:noFill/>
                </a:ln>
                <a:solidFill>
                  <a:srgbClr val="000000"/>
                </a:solidFill>
                <a:effectLst/>
                <a:uLnTx/>
                <a:uFillTx/>
                <a:latin typeface="Futura Bk" pitchFamily="34" charset="0"/>
                <a:ea typeface="宋体" panose="02010600030101010101" pitchFamily="2" charset="-122"/>
                <a:cs typeface="+mn-cs"/>
              </a:rPr>
              <a:t>严重性高</a:t>
            </a:r>
            <a:endParaRPr kumimoji="0" lang="zh-CN" altLang="en-US" sz="2400" b="0" i="0" u="none" strike="noStrike" kern="1200" cap="none" spc="0" normalizeH="0" baseline="0" noProof="0">
              <a:ln>
                <a:noFill/>
              </a:ln>
              <a:solidFill>
                <a:srgbClr val="000000"/>
              </a:solidFill>
              <a:effectLst/>
              <a:uLnTx/>
              <a:uFillTx/>
              <a:latin typeface="Futura Bk" pitchFamily="34" charset="0"/>
              <a:ea typeface="宋体" panose="02010600030101010101" pitchFamily="2" charset="-122"/>
              <a:cs typeface="+mn-cs"/>
            </a:endParaRPr>
          </a:p>
        </p:txBody>
      </p:sp>
      <p:sp>
        <p:nvSpPr>
          <p:cNvPr id="4" name="灯片编号占位符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D9D2222-8541-46EA-AD3B-36A5E091B774}" type="slidenum">
              <a:rPr kumimoji="0" lang="en-US" altLang="zh-CN" sz="800" b="0" i="0" u="none" strike="noStrike" kern="1200" cap="none" spc="0" normalizeH="0" baseline="0" noProof="0" smtClean="0">
                <a:ln>
                  <a:noFill/>
                </a:ln>
                <a:solidFill>
                  <a:srgbClr val="5A93B6"/>
                </a:solidFill>
                <a:effectLst/>
                <a:uLnTx/>
                <a:uFillTx/>
                <a:latin typeface="Futura Bk" pitchFamily="34" charset="0"/>
                <a:ea typeface="宋体" panose="02010600030101010101" pitchFamily="2" charset="-122"/>
                <a:cs typeface="+mn-cs"/>
              </a:rPr>
            </a:fld>
            <a:endParaRPr kumimoji="0" lang="en-US" altLang="zh-CN" sz="800" b="0" i="0" u="none" strike="noStrike" kern="1200" cap="none" spc="0" normalizeH="0" baseline="0" noProof="0" dirty="0">
              <a:ln>
                <a:noFill/>
              </a:ln>
              <a:solidFill>
                <a:srgbClr val="5A93B6"/>
              </a:solidFill>
              <a:effectLst/>
              <a:uLnTx/>
              <a:uFillTx/>
              <a:latin typeface="Futura Bk" pitchFamily="34" charset="0"/>
              <a:ea typeface="宋体" panose="02010600030101010101" pitchFamily="2" charset="-122"/>
              <a:cs typeface="+mn-cs"/>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CCFF99"/>
        </a:solidFill>
        <a:effectLst/>
      </p:bgPr>
    </p:bg>
    <p:spTree>
      <p:nvGrpSpPr>
        <p:cNvPr id="1" name=""/>
        <p:cNvGrpSpPr/>
        <p:nvPr/>
      </p:nvGrpSpPr>
      <p:grpSpPr>
        <a:xfrm>
          <a:off x="0" y="0"/>
          <a:ext cx="0" cy="0"/>
          <a:chOff x="0" y="0"/>
          <a:chExt cx="0" cy="0"/>
        </a:xfrm>
      </p:grpSpPr>
      <p:sp>
        <p:nvSpPr>
          <p:cNvPr id="164867" name="Rectangle 39"/>
          <p:cNvSpPr>
            <a:spLocks noGrp="1" noChangeArrowheads="1"/>
          </p:cNvSpPr>
          <p:nvPr>
            <p:ph type="title"/>
          </p:nvPr>
        </p:nvSpPr>
        <p:spPr/>
        <p:txBody>
          <a:bodyPr/>
          <a:lstStyle/>
          <a:p>
            <a:pPr eaLnBrk="1" hangingPunct="1"/>
            <a:r>
              <a:rPr lang="zh-CN" altLang="en-US" sz="3200"/>
              <a:t>潜在问题分析</a:t>
            </a:r>
            <a:br>
              <a:rPr lang="zh-CN" altLang="en-US" sz="3200"/>
            </a:br>
            <a:endParaRPr lang="zh-CN" altLang="en-US" sz="3200"/>
          </a:p>
        </p:txBody>
      </p:sp>
      <p:sp>
        <p:nvSpPr>
          <p:cNvPr id="164868" name="Line 3"/>
          <p:cNvSpPr>
            <a:spLocks noChangeShapeType="1"/>
          </p:cNvSpPr>
          <p:nvPr/>
        </p:nvSpPr>
        <p:spPr bwMode="auto">
          <a:xfrm>
            <a:off x="192088" y="1308100"/>
            <a:ext cx="9466262" cy="0"/>
          </a:xfrm>
          <a:prstGeom prst="line">
            <a:avLst/>
          </a:prstGeom>
          <a:noFill/>
          <a:ln w="19050">
            <a:solidFill>
              <a:srgbClr val="33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FFFFFF"/>
              </a:solidFill>
              <a:effectLst/>
              <a:uLnTx/>
              <a:uFillTx/>
              <a:latin typeface="Futura Bk" pitchFamily="34" charset="0"/>
              <a:ea typeface="宋体" panose="02010600030101010101" pitchFamily="2" charset="-122"/>
              <a:cs typeface="+mn-cs"/>
            </a:endParaRPr>
          </a:p>
        </p:txBody>
      </p:sp>
      <p:sp>
        <p:nvSpPr>
          <p:cNvPr id="164869" name="Line 4"/>
          <p:cNvSpPr>
            <a:spLocks noChangeShapeType="1"/>
          </p:cNvSpPr>
          <p:nvPr/>
        </p:nvSpPr>
        <p:spPr bwMode="auto">
          <a:xfrm>
            <a:off x="3136900" y="2070100"/>
            <a:ext cx="3824288" cy="0"/>
          </a:xfrm>
          <a:prstGeom prst="line">
            <a:avLst/>
          </a:prstGeom>
          <a:noFill/>
          <a:ln w="19050">
            <a:solidFill>
              <a:srgbClr val="3366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FFFFFF"/>
              </a:solidFill>
              <a:effectLst/>
              <a:uLnTx/>
              <a:uFillTx/>
              <a:latin typeface="Futura Bk" pitchFamily="34" charset="0"/>
              <a:ea typeface="宋体" panose="02010600030101010101" pitchFamily="2" charset="-122"/>
              <a:cs typeface="+mn-cs"/>
            </a:endParaRPr>
          </a:p>
        </p:txBody>
      </p:sp>
      <p:sp>
        <p:nvSpPr>
          <p:cNvPr id="164870" name="Line 5"/>
          <p:cNvSpPr>
            <a:spLocks noChangeShapeType="1"/>
          </p:cNvSpPr>
          <p:nvPr/>
        </p:nvSpPr>
        <p:spPr bwMode="auto">
          <a:xfrm flipV="1">
            <a:off x="852488" y="4203700"/>
            <a:ext cx="8640762" cy="0"/>
          </a:xfrm>
          <a:prstGeom prst="line">
            <a:avLst/>
          </a:prstGeom>
          <a:noFill/>
          <a:ln w="19050">
            <a:solidFill>
              <a:srgbClr val="33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FFFFFF"/>
              </a:solidFill>
              <a:effectLst/>
              <a:uLnTx/>
              <a:uFillTx/>
              <a:latin typeface="Futura Bk" pitchFamily="34" charset="0"/>
              <a:ea typeface="宋体" panose="02010600030101010101" pitchFamily="2" charset="-122"/>
              <a:cs typeface="+mn-cs"/>
            </a:endParaRPr>
          </a:p>
        </p:txBody>
      </p:sp>
      <p:sp>
        <p:nvSpPr>
          <p:cNvPr id="164871" name="Line 6"/>
          <p:cNvSpPr>
            <a:spLocks noChangeShapeType="1"/>
          </p:cNvSpPr>
          <p:nvPr/>
        </p:nvSpPr>
        <p:spPr bwMode="auto">
          <a:xfrm>
            <a:off x="825500" y="546100"/>
            <a:ext cx="0" cy="5710238"/>
          </a:xfrm>
          <a:prstGeom prst="line">
            <a:avLst/>
          </a:prstGeom>
          <a:noFill/>
          <a:ln w="19050">
            <a:solidFill>
              <a:srgbClr val="33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FFFFFF"/>
              </a:solidFill>
              <a:effectLst/>
              <a:uLnTx/>
              <a:uFillTx/>
              <a:latin typeface="Futura Bk" pitchFamily="34" charset="0"/>
              <a:ea typeface="宋体" panose="02010600030101010101" pitchFamily="2" charset="-122"/>
              <a:cs typeface="+mn-cs"/>
            </a:endParaRPr>
          </a:p>
        </p:txBody>
      </p:sp>
      <p:sp>
        <p:nvSpPr>
          <p:cNvPr id="164872" name="Line 7"/>
          <p:cNvSpPr>
            <a:spLocks noChangeShapeType="1"/>
          </p:cNvSpPr>
          <p:nvPr/>
        </p:nvSpPr>
        <p:spPr bwMode="auto">
          <a:xfrm>
            <a:off x="2146300" y="546100"/>
            <a:ext cx="0" cy="5748338"/>
          </a:xfrm>
          <a:prstGeom prst="line">
            <a:avLst/>
          </a:prstGeom>
          <a:noFill/>
          <a:ln w="19050">
            <a:solidFill>
              <a:srgbClr val="33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FFFFFF"/>
              </a:solidFill>
              <a:effectLst/>
              <a:uLnTx/>
              <a:uFillTx/>
              <a:latin typeface="Futura Bk" pitchFamily="34" charset="0"/>
              <a:ea typeface="宋体" panose="02010600030101010101" pitchFamily="2" charset="-122"/>
              <a:cs typeface="+mn-cs"/>
            </a:endParaRPr>
          </a:p>
        </p:txBody>
      </p:sp>
      <p:sp>
        <p:nvSpPr>
          <p:cNvPr id="164873" name="Line 8"/>
          <p:cNvSpPr>
            <a:spLocks noChangeShapeType="1"/>
          </p:cNvSpPr>
          <p:nvPr/>
        </p:nvSpPr>
        <p:spPr bwMode="auto">
          <a:xfrm>
            <a:off x="4622800" y="622300"/>
            <a:ext cx="0" cy="5695950"/>
          </a:xfrm>
          <a:prstGeom prst="line">
            <a:avLst/>
          </a:prstGeom>
          <a:noFill/>
          <a:ln w="19050">
            <a:solidFill>
              <a:srgbClr val="33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FFFFFF"/>
              </a:solidFill>
              <a:effectLst/>
              <a:uLnTx/>
              <a:uFillTx/>
              <a:latin typeface="Futura Bk" pitchFamily="34" charset="0"/>
              <a:ea typeface="宋体" panose="02010600030101010101" pitchFamily="2" charset="-122"/>
              <a:cs typeface="+mn-cs"/>
            </a:endParaRPr>
          </a:p>
        </p:txBody>
      </p:sp>
      <p:sp>
        <p:nvSpPr>
          <p:cNvPr id="164874" name="Line 9"/>
          <p:cNvSpPr>
            <a:spLocks noChangeShapeType="1"/>
          </p:cNvSpPr>
          <p:nvPr/>
        </p:nvSpPr>
        <p:spPr bwMode="auto">
          <a:xfrm>
            <a:off x="3136900" y="546100"/>
            <a:ext cx="0" cy="5748338"/>
          </a:xfrm>
          <a:prstGeom prst="line">
            <a:avLst/>
          </a:prstGeom>
          <a:noFill/>
          <a:ln w="19050">
            <a:solidFill>
              <a:srgbClr val="33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FFFFFF"/>
              </a:solidFill>
              <a:effectLst/>
              <a:uLnTx/>
              <a:uFillTx/>
              <a:latin typeface="Futura Bk" pitchFamily="34" charset="0"/>
              <a:ea typeface="宋体" panose="02010600030101010101" pitchFamily="2" charset="-122"/>
              <a:cs typeface="+mn-cs"/>
            </a:endParaRPr>
          </a:p>
        </p:txBody>
      </p:sp>
      <p:sp>
        <p:nvSpPr>
          <p:cNvPr id="164875" name="Line 10"/>
          <p:cNvSpPr>
            <a:spLocks noChangeShapeType="1"/>
          </p:cNvSpPr>
          <p:nvPr/>
        </p:nvSpPr>
        <p:spPr bwMode="auto">
          <a:xfrm>
            <a:off x="2641600" y="965200"/>
            <a:ext cx="0" cy="5329238"/>
          </a:xfrm>
          <a:prstGeom prst="line">
            <a:avLst/>
          </a:prstGeom>
          <a:noFill/>
          <a:ln w="19050">
            <a:solidFill>
              <a:srgbClr val="33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FFFFFF"/>
              </a:solidFill>
              <a:effectLst/>
              <a:uLnTx/>
              <a:uFillTx/>
              <a:latin typeface="Futura Bk" pitchFamily="34" charset="0"/>
              <a:ea typeface="宋体" panose="02010600030101010101" pitchFamily="2" charset="-122"/>
              <a:cs typeface="+mn-cs"/>
            </a:endParaRPr>
          </a:p>
        </p:txBody>
      </p:sp>
      <p:sp>
        <p:nvSpPr>
          <p:cNvPr id="164876" name="Line 11"/>
          <p:cNvSpPr>
            <a:spLocks noChangeShapeType="1"/>
          </p:cNvSpPr>
          <p:nvPr/>
        </p:nvSpPr>
        <p:spPr bwMode="auto">
          <a:xfrm>
            <a:off x="3136900" y="2832100"/>
            <a:ext cx="3824288" cy="0"/>
          </a:xfrm>
          <a:prstGeom prst="line">
            <a:avLst/>
          </a:prstGeom>
          <a:noFill/>
          <a:ln w="19050">
            <a:solidFill>
              <a:srgbClr val="3366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FFFFFF"/>
              </a:solidFill>
              <a:effectLst/>
              <a:uLnTx/>
              <a:uFillTx/>
              <a:latin typeface="Futura Bk" pitchFamily="34" charset="0"/>
              <a:ea typeface="宋体" panose="02010600030101010101" pitchFamily="2" charset="-122"/>
              <a:cs typeface="+mn-cs"/>
            </a:endParaRPr>
          </a:p>
        </p:txBody>
      </p:sp>
      <p:sp>
        <p:nvSpPr>
          <p:cNvPr id="164877" name="Line 12"/>
          <p:cNvSpPr>
            <a:spLocks noChangeShapeType="1"/>
          </p:cNvSpPr>
          <p:nvPr/>
        </p:nvSpPr>
        <p:spPr bwMode="auto">
          <a:xfrm flipV="1">
            <a:off x="2146300" y="965200"/>
            <a:ext cx="990600" cy="0"/>
          </a:xfrm>
          <a:prstGeom prst="line">
            <a:avLst/>
          </a:prstGeom>
          <a:noFill/>
          <a:ln w="19050">
            <a:solidFill>
              <a:srgbClr val="33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FFFFFF"/>
              </a:solidFill>
              <a:effectLst/>
              <a:uLnTx/>
              <a:uFillTx/>
              <a:latin typeface="Futura Bk" pitchFamily="34" charset="0"/>
              <a:ea typeface="宋体" panose="02010600030101010101" pitchFamily="2" charset="-122"/>
              <a:cs typeface="+mn-cs"/>
            </a:endParaRPr>
          </a:p>
        </p:txBody>
      </p:sp>
      <p:sp>
        <p:nvSpPr>
          <p:cNvPr id="164878" name="Rectangle 13"/>
          <p:cNvSpPr>
            <a:spLocks noChangeArrowheads="1"/>
          </p:cNvSpPr>
          <p:nvPr/>
        </p:nvSpPr>
        <p:spPr bwMode="auto">
          <a:xfrm>
            <a:off x="111125" y="842963"/>
            <a:ext cx="6921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600" b="0" i="0" u="none" strike="noStrike" kern="1200" cap="none" spc="0" normalizeH="0" baseline="0" noProof="0">
                <a:ln>
                  <a:noFill/>
                </a:ln>
                <a:solidFill>
                  <a:srgbClr val="CCFF99"/>
                </a:solidFill>
                <a:effectLst/>
                <a:uLnTx/>
                <a:uFillTx/>
                <a:latin typeface="Arial Black" panose="020B0A04020102020204" pitchFamily="34" charset="0"/>
                <a:ea typeface="宋体" panose="02010600030101010101" pitchFamily="2" charset="-122"/>
                <a:cs typeface="+mn-cs"/>
              </a:rPr>
              <a:t>WBS</a:t>
            </a:r>
            <a:endParaRPr kumimoji="1" lang="en-US" altLang="zh-CN" sz="1600" b="0" i="0" u="none" strike="noStrike" kern="1200" cap="none" spc="0" normalizeH="0" baseline="0" noProof="0">
              <a:ln>
                <a:noFill/>
              </a:ln>
              <a:solidFill>
                <a:srgbClr val="CCFF99"/>
              </a:solidFill>
              <a:effectLst/>
              <a:uLnTx/>
              <a:uFillTx/>
              <a:latin typeface="Arial Black" panose="020B0A04020102020204" pitchFamily="34" charset="0"/>
              <a:ea typeface="宋体" panose="02010600030101010101" pitchFamily="2" charset="-122"/>
              <a:cs typeface="+mn-cs"/>
            </a:endParaRPr>
          </a:p>
        </p:txBody>
      </p:sp>
      <p:sp>
        <p:nvSpPr>
          <p:cNvPr id="164879" name="Rectangle 14"/>
          <p:cNvSpPr>
            <a:spLocks noChangeArrowheads="1"/>
          </p:cNvSpPr>
          <p:nvPr/>
        </p:nvSpPr>
        <p:spPr bwMode="auto">
          <a:xfrm>
            <a:off x="873125" y="796925"/>
            <a:ext cx="11049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a:ln>
                  <a:noFill/>
                </a:ln>
                <a:solidFill>
                  <a:srgbClr val="CCFF99"/>
                </a:solidFill>
                <a:effectLst/>
                <a:uLnTx/>
                <a:uFillTx/>
                <a:latin typeface="Arial Black" panose="020B0A04020102020204" pitchFamily="34" charset="0"/>
                <a:ea typeface="宋体" panose="02010600030101010101" pitchFamily="2" charset="-122"/>
                <a:cs typeface="+mn-cs"/>
              </a:rPr>
              <a:t>潜在问题</a:t>
            </a:r>
            <a:endParaRPr kumimoji="1" lang="zh-CN" altLang="en-US" sz="1800" b="1" i="0" u="none" strike="noStrike" kern="1200" cap="none" spc="0" normalizeH="0" baseline="0" noProof="0">
              <a:ln>
                <a:noFill/>
              </a:ln>
              <a:solidFill>
                <a:srgbClr val="CCFF99"/>
              </a:solidFill>
              <a:effectLst/>
              <a:uLnTx/>
              <a:uFillTx/>
              <a:latin typeface="Arial Black" panose="020B0A04020102020204" pitchFamily="34" charset="0"/>
              <a:ea typeface="宋体" panose="02010600030101010101" pitchFamily="2" charset="-122"/>
              <a:cs typeface="+mn-cs"/>
            </a:endParaRPr>
          </a:p>
        </p:txBody>
      </p:sp>
      <p:sp>
        <p:nvSpPr>
          <p:cNvPr id="164880" name="Rectangle 15"/>
          <p:cNvSpPr>
            <a:spLocks noChangeArrowheads="1"/>
          </p:cNvSpPr>
          <p:nvPr/>
        </p:nvSpPr>
        <p:spPr bwMode="auto">
          <a:xfrm>
            <a:off x="2139950" y="646113"/>
            <a:ext cx="10033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600" b="1" i="0" u="none" strike="noStrike" kern="1200" cap="none" spc="0" normalizeH="0" baseline="0" noProof="0">
                <a:ln>
                  <a:noFill/>
                </a:ln>
                <a:solidFill>
                  <a:srgbClr val="CCFF99"/>
                </a:solidFill>
                <a:effectLst/>
                <a:uLnTx/>
                <a:uFillTx/>
                <a:latin typeface="Arial Black" panose="020B0A04020102020204" pitchFamily="34" charset="0"/>
                <a:ea typeface="宋体" panose="02010600030101010101" pitchFamily="2" charset="-122"/>
                <a:cs typeface="+mn-cs"/>
              </a:rPr>
              <a:t>风险评估</a:t>
            </a:r>
            <a:endParaRPr kumimoji="1" lang="zh-CN" altLang="en-US" sz="1600" b="1" i="0" u="none" strike="noStrike" kern="1200" cap="none" spc="0" normalizeH="0" baseline="0" noProof="0">
              <a:ln>
                <a:noFill/>
              </a:ln>
              <a:solidFill>
                <a:srgbClr val="CCFF99"/>
              </a:solidFill>
              <a:effectLst/>
              <a:uLnTx/>
              <a:uFillTx/>
              <a:latin typeface="Arial Black" panose="020B0A04020102020204" pitchFamily="34" charset="0"/>
              <a:ea typeface="宋体" panose="02010600030101010101" pitchFamily="2" charset="-122"/>
              <a:cs typeface="+mn-cs"/>
            </a:endParaRPr>
          </a:p>
        </p:txBody>
      </p:sp>
      <p:sp>
        <p:nvSpPr>
          <p:cNvPr id="164881" name="Rectangle 16"/>
          <p:cNvSpPr>
            <a:spLocks noChangeArrowheads="1"/>
          </p:cNvSpPr>
          <p:nvPr/>
        </p:nvSpPr>
        <p:spPr bwMode="auto">
          <a:xfrm>
            <a:off x="3317875" y="796925"/>
            <a:ext cx="11049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1" lang="zh-CN" altLang="en-US" sz="1800" b="1" i="0" u="none" strike="noStrike" kern="1200" cap="none" spc="0" normalizeH="0" baseline="0" noProof="0">
                <a:ln>
                  <a:noFill/>
                </a:ln>
                <a:solidFill>
                  <a:srgbClr val="CCFF99"/>
                </a:solidFill>
                <a:effectLst/>
                <a:uLnTx/>
                <a:uFillTx/>
                <a:latin typeface="Arial Black" panose="020B0A04020102020204" pitchFamily="34" charset="0"/>
                <a:ea typeface="宋体" panose="02010600030101010101" pitchFamily="2" charset="-122"/>
                <a:cs typeface="+mn-cs"/>
              </a:rPr>
              <a:t>潜在原因</a:t>
            </a:r>
            <a:endParaRPr kumimoji="1" lang="zh-CN" altLang="en-US" sz="1800" b="1" i="0" u="none" strike="noStrike" kern="1200" cap="none" spc="0" normalizeH="0" baseline="0" noProof="0">
              <a:ln>
                <a:noFill/>
              </a:ln>
              <a:solidFill>
                <a:srgbClr val="CCFF99"/>
              </a:solidFill>
              <a:effectLst/>
              <a:uLnTx/>
              <a:uFillTx/>
              <a:latin typeface="Arial Black" panose="020B0A04020102020204" pitchFamily="34" charset="0"/>
              <a:ea typeface="宋体" panose="02010600030101010101" pitchFamily="2" charset="-122"/>
              <a:cs typeface="+mn-cs"/>
            </a:endParaRPr>
          </a:p>
        </p:txBody>
      </p:sp>
      <p:sp>
        <p:nvSpPr>
          <p:cNvPr id="164882" name="Rectangle 17"/>
          <p:cNvSpPr>
            <a:spLocks noChangeArrowheads="1"/>
          </p:cNvSpPr>
          <p:nvPr/>
        </p:nvSpPr>
        <p:spPr bwMode="auto">
          <a:xfrm>
            <a:off x="165100" y="1581150"/>
            <a:ext cx="522288" cy="204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rPr>
              <a:t>3.3</a:t>
            </a:r>
            <a:endParaRPr kumimoji="1" lang="en-US" altLang="zh-CN"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rPr>
              <a:t>数</a:t>
            </a:r>
            <a:endParaRPr kumimoji="1" lang="zh-CN" altLang="en-US"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rPr>
              <a:t>控</a:t>
            </a:r>
            <a:endParaRPr kumimoji="1" lang="zh-CN" altLang="en-US"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rPr>
              <a:t>机</a:t>
            </a:r>
            <a:endParaRPr kumimoji="1" lang="zh-CN" altLang="en-US"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rPr>
              <a:t>床</a:t>
            </a:r>
            <a:endParaRPr kumimoji="1" lang="zh-CN" altLang="en-US"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rPr>
              <a:t>调</a:t>
            </a:r>
            <a:endParaRPr kumimoji="1" lang="zh-CN" altLang="en-US"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rPr>
              <a:t>试</a:t>
            </a:r>
            <a:endParaRPr kumimoji="1" lang="en-US" altLang="zh-CN"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p:txBody>
      </p:sp>
      <p:sp>
        <p:nvSpPr>
          <p:cNvPr id="164883" name="Rectangle 18"/>
          <p:cNvSpPr>
            <a:spLocks noChangeArrowheads="1"/>
          </p:cNvSpPr>
          <p:nvPr/>
        </p:nvSpPr>
        <p:spPr bwMode="auto">
          <a:xfrm>
            <a:off x="2252663" y="984250"/>
            <a:ext cx="31273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1" lang="en-US" altLang="zh-CN" sz="1400" b="0" i="0" u="none" strike="noStrike" kern="1200" cap="none" spc="0" normalizeH="0" baseline="0" noProof="0">
                <a:ln>
                  <a:noFill/>
                </a:ln>
                <a:solidFill>
                  <a:srgbClr val="CCFF99"/>
                </a:solidFill>
                <a:effectLst/>
                <a:uLnTx/>
                <a:uFillTx/>
                <a:latin typeface="Arial Black" panose="020B0A04020102020204" pitchFamily="34" charset="0"/>
                <a:ea typeface="宋体" panose="02010600030101010101" pitchFamily="2" charset="-122"/>
                <a:cs typeface="+mn-cs"/>
              </a:rPr>
              <a:t>P</a:t>
            </a:r>
            <a:endParaRPr kumimoji="1" lang="en-US" altLang="zh-CN" sz="1400" b="0" i="0" u="none" strike="noStrike" kern="1200" cap="none" spc="0" normalizeH="0" baseline="0" noProof="0">
              <a:ln>
                <a:noFill/>
              </a:ln>
              <a:solidFill>
                <a:srgbClr val="CCFF99"/>
              </a:solidFill>
              <a:effectLst/>
              <a:uLnTx/>
              <a:uFillTx/>
              <a:latin typeface="Arial Black" panose="020B0A04020102020204" pitchFamily="34" charset="0"/>
              <a:ea typeface="宋体" panose="02010600030101010101" pitchFamily="2" charset="-122"/>
              <a:cs typeface="+mn-cs"/>
            </a:endParaRPr>
          </a:p>
        </p:txBody>
      </p:sp>
      <p:sp>
        <p:nvSpPr>
          <p:cNvPr id="164884" name="Rectangle 19"/>
          <p:cNvSpPr>
            <a:spLocks noChangeArrowheads="1"/>
          </p:cNvSpPr>
          <p:nvPr/>
        </p:nvSpPr>
        <p:spPr bwMode="auto">
          <a:xfrm>
            <a:off x="2654300" y="990600"/>
            <a:ext cx="3127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1" lang="en-US" altLang="zh-CN" sz="1400" b="0" i="0" u="none" strike="noStrike" kern="1200" cap="none" spc="0" normalizeH="0" baseline="0" noProof="0">
                <a:ln>
                  <a:noFill/>
                </a:ln>
                <a:solidFill>
                  <a:srgbClr val="CCFF99"/>
                </a:solidFill>
                <a:effectLst/>
                <a:uLnTx/>
                <a:uFillTx/>
                <a:latin typeface="Arial Black" panose="020B0A04020102020204" pitchFamily="34" charset="0"/>
                <a:ea typeface="宋体" panose="02010600030101010101" pitchFamily="2" charset="-122"/>
                <a:cs typeface="+mn-cs"/>
              </a:rPr>
              <a:t>S</a:t>
            </a:r>
            <a:endParaRPr kumimoji="1" lang="en-US" altLang="zh-CN" sz="1400" b="0" i="0" u="none" strike="noStrike" kern="1200" cap="none" spc="0" normalizeH="0" baseline="0" noProof="0">
              <a:ln>
                <a:noFill/>
              </a:ln>
              <a:solidFill>
                <a:srgbClr val="CCFF99"/>
              </a:solidFill>
              <a:effectLst/>
              <a:uLnTx/>
              <a:uFillTx/>
              <a:latin typeface="Arial Black" panose="020B0A04020102020204" pitchFamily="34" charset="0"/>
              <a:ea typeface="宋体" panose="02010600030101010101" pitchFamily="2" charset="-122"/>
              <a:cs typeface="+mn-cs"/>
            </a:endParaRPr>
          </a:p>
        </p:txBody>
      </p:sp>
      <p:sp>
        <p:nvSpPr>
          <p:cNvPr id="164885" name="Rectangle 20"/>
          <p:cNvSpPr>
            <a:spLocks noChangeArrowheads="1"/>
          </p:cNvSpPr>
          <p:nvPr/>
        </p:nvSpPr>
        <p:spPr bwMode="auto">
          <a:xfrm>
            <a:off x="2241550" y="1365250"/>
            <a:ext cx="3317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1" lang="en-US" altLang="zh-CN" sz="14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rPr>
              <a:t>H</a:t>
            </a:r>
            <a:endParaRPr kumimoji="1" lang="en-US" altLang="zh-CN" sz="14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p:txBody>
      </p:sp>
      <p:sp>
        <p:nvSpPr>
          <p:cNvPr id="164886" name="Rectangle 21"/>
          <p:cNvSpPr>
            <a:spLocks noChangeArrowheads="1"/>
          </p:cNvSpPr>
          <p:nvPr/>
        </p:nvSpPr>
        <p:spPr bwMode="auto">
          <a:xfrm>
            <a:off x="2654300" y="1365250"/>
            <a:ext cx="3317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1" lang="en-US" altLang="zh-CN" sz="14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rPr>
              <a:t>H</a:t>
            </a:r>
            <a:endParaRPr kumimoji="1" lang="en-US" altLang="zh-CN" sz="14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p:txBody>
      </p:sp>
      <p:sp>
        <p:nvSpPr>
          <p:cNvPr id="164887" name="Rectangle 22"/>
          <p:cNvSpPr>
            <a:spLocks noChangeArrowheads="1"/>
          </p:cNvSpPr>
          <p:nvPr/>
        </p:nvSpPr>
        <p:spPr bwMode="auto">
          <a:xfrm>
            <a:off x="908050" y="1509713"/>
            <a:ext cx="9969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rPr>
              <a:t>工厂着火</a:t>
            </a:r>
            <a:endParaRPr kumimoji="1" lang="zh-CN" altLang="en-US"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p:txBody>
      </p:sp>
      <p:sp>
        <p:nvSpPr>
          <p:cNvPr id="164888" name="Rectangle 23"/>
          <p:cNvSpPr>
            <a:spLocks noChangeArrowheads="1"/>
          </p:cNvSpPr>
          <p:nvPr/>
        </p:nvSpPr>
        <p:spPr bwMode="auto">
          <a:xfrm>
            <a:off x="3322638" y="1509713"/>
            <a:ext cx="9969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rPr>
              <a:t>员工吸烟</a:t>
            </a:r>
            <a:endParaRPr kumimoji="1" lang="zh-CN" altLang="en-US"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p:txBody>
      </p:sp>
      <p:sp>
        <p:nvSpPr>
          <p:cNvPr id="164889" name="Rectangle 24"/>
          <p:cNvSpPr>
            <a:spLocks noChangeArrowheads="1"/>
          </p:cNvSpPr>
          <p:nvPr/>
        </p:nvSpPr>
        <p:spPr bwMode="auto">
          <a:xfrm>
            <a:off x="3219450" y="2271713"/>
            <a:ext cx="12001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rPr>
              <a:t>使用易燃物</a:t>
            </a:r>
            <a:endParaRPr kumimoji="1" lang="zh-CN" altLang="en-US"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p:txBody>
      </p:sp>
      <p:sp>
        <p:nvSpPr>
          <p:cNvPr id="164890" name="Rectangle 25"/>
          <p:cNvSpPr>
            <a:spLocks noChangeArrowheads="1"/>
          </p:cNvSpPr>
          <p:nvPr/>
        </p:nvSpPr>
        <p:spPr bwMode="auto">
          <a:xfrm>
            <a:off x="3295650" y="3033713"/>
            <a:ext cx="9969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rPr>
              <a:t>线路过载</a:t>
            </a:r>
            <a:endParaRPr kumimoji="1" lang="zh-CN" altLang="en-US"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p:txBody>
      </p:sp>
      <p:sp>
        <p:nvSpPr>
          <p:cNvPr id="164891" name="Rectangle 26"/>
          <p:cNvSpPr>
            <a:spLocks noChangeArrowheads="1"/>
          </p:cNvSpPr>
          <p:nvPr/>
        </p:nvSpPr>
        <p:spPr bwMode="auto">
          <a:xfrm>
            <a:off x="3543300" y="3719513"/>
            <a:ext cx="5905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rPr>
              <a:t>雷击</a:t>
            </a:r>
            <a:endParaRPr kumimoji="1" lang="zh-CN" altLang="en-US"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p:txBody>
      </p:sp>
      <p:sp>
        <p:nvSpPr>
          <p:cNvPr id="164892" name="Rectangle 27"/>
          <p:cNvSpPr>
            <a:spLocks noChangeArrowheads="1"/>
          </p:cNvSpPr>
          <p:nvPr/>
        </p:nvSpPr>
        <p:spPr bwMode="auto">
          <a:xfrm>
            <a:off x="908050" y="4405313"/>
            <a:ext cx="9969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rPr>
              <a:t>设备延期</a:t>
            </a:r>
            <a:endParaRPr kumimoji="1" lang="zh-CN" altLang="en-US"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rPr>
              <a:t>   抵达</a:t>
            </a:r>
            <a:endParaRPr kumimoji="1" lang="zh-CN" altLang="en-US"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p:txBody>
      </p:sp>
      <p:sp>
        <p:nvSpPr>
          <p:cNvPr id="164893" name="Rectangle 28"/>
          <p:cNvSpPr>
            <a:spLocks noChangeArrowheads="1"/>
          </p:cNvSpPr>
          <p:nvPr/>
        </p:nvSpPr>
        <p:spPr bwMode="auto">
          <a:xfrm>
            <a:off x="2243138" y="4356100"/>
            <a:ext cx="3524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1" lang="en-US" altLang="zh-CN" sz="14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rPr>
              <a:t>M</a:t>
            </a:r>
            <a:endParaRPr kumimoji="1" lang="en-US" altLang="zh-CN" sz="14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p:txBody>
      </p:sp>
      <p:sp>
        <p:nvSpPr>
          <p:cNvPr id="164894" name="Rectangle 29"/>
          <p:cNvSpPr>
            <a:spLocks noChangeArrowheads="1"/>
          </p:cNvSpPr>
          <p:nvPr/>
        </p:nvSpPr>
        <p:spPr bwMode="auto">
          <a:xfrm>
            <a:off x="2736850" y="4356100"/>
            <a:ext cx="3032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1" lang="en-US" altLang="zh-CN" sz="14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rPr>
              <a:t>L</a:t>
            </a:r>
            <a:endParaRPr kumimoji="1" lang="en-US" altLang="zh-CN" sz="14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p:txBody>
      </p:sp>
      <p:sp>
        <p:nvSpPr>
          <p:cNvPr id="164895" name="Line 30"/>
          <p:cNvSpPr>
            <a:spLocks noChangeShapeType="1"/>
          </p:cNvSpPr>
          <p:nvPr/>
        </p:nvSpPr>
        <p:spPr bwMode="auto">
          <a:xfrm>
            <a:off x="3136900" y="3594100"/>
            <a:ext cx="3824288" cy="0"/>
          </a:xfrm>
          <a:prstGeom prst="line">
            <a:avLst/>
          </a:prstGeom>
          <a:noFill/>
          <a:ln w="19050">
            <a:solidFill>
              <a:srgbClr val="3366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FFFFFF"/>
              </a:solidFill>
              <a:effectLst/>
              <a:uLnTx/>
              <a:uFillTx/>
              <a:latin typeface="Futura Bk" pitchFamily="34" charset="0"/>
              <a:ea typeface="宋体" panose="02010600030101010101" pitchFamily="2" charset="-122"/>
              <a:cs typeface="+mn-cs"/>
            </a:endParaRPr>
          </a:p>
        </p:txBody>
      </p:sp>
      <p:sp>
        <p:nvSpPr>
          <p:cNvPr id="164896" name="Rectangle 31"/>
          <p:cNvSpPr>
            <a:spLocks noChangeArrowheads="1"/>
          </p:cNvSpPr>
          <p:nvPr/>
        </p:nvSpPr>
        <p:spPr bwMode="auto">
          <a:xfrm>
            <a:off x="4754563" y="1150938"/>
            <a:ext cx="1827212" cy="2954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4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rPr>
              <a:t>禁止吸烟，张贴宣</a:t>
            </a:r>
            <a:endParaRPr kumimoji="1" lang="zh-CN" altLang="en-US"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rPr>
              <a:t>传画，教育工人 </a:t>
            </a:r>
            <a:endParaRPr kumimoji="1" lang="en-US" altLang="zh-CN"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rPr>
              <a:t>     </a:t>
            </a:r>
            <a:endParaRPr kumimoji="1" lang="zh-CN" altLang="en-US"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rPr>
              <a:t>采用阻燃材料</a:t>
            </a:r>
            <a:endParaRPr kumimoji="1" lang="zh-CN" altLang="en-US"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4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4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rPr>
              <a:t>增大供电容量</a:t>
            </a:r>
            <a:endParaRPr kumimoji="1" lang="zh-CN" altLang="en-US"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rPr>
              <a:t>加装保险装置</a:t>
            </a:r>
            <a:endParaRPr kumimoji="1" lang="en-US" altLang="zh-CN"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rPr>
              <a:t>安装避雷装置</a:t>
            </a:r>
            <a:endParaRPr kumimoji="1" lang="zh-CN" altLang="en-US"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p:txBody>
      </p:sp>
      <p:sp>
        <p:nvSpPr>
          <p:cNvPr id="164897" name="Rectangle 32"/>
          <p:cNvSpPr>
            <a:spLocks noChangeArrowheads="1"/>
          </p:cNvSpPr>
          <p:nvPr/>
        </p:nvSpPr>
        <p:spPr bwMode="auto">
          <a:xfrm>
            <a:off x="6934200" y="1841500"/>
            <a:ext cx="1320800" cy="180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400">
                <a:solidFill>
                  <a:schemeClr val="tx1"/>
                </a:solidFill>
                <a:latin typeface="Futura Bk" pitchFamily="34" charset="0"/>
                <a:ea typeface="宋体" panose="02010600030101010101" pitchFamily="2" charset="-122"/>
              </a:defRPr>
            </a:lvl1pPr>
            <a:lvl2pPr marL="914400" indent="-457200">
              <a:defRPr sz="2400">
                <a:solidFill>
                  <a:schemeClr val="tx1"/>
                </a:solidFill>
                <a:latin typeface="Futura Bk" pitchFamily="34" charset="0"/>
                <a:ea typeface="宋体" panose="02010600030101010101" pitchFamily="2" charset="-122"/>
              </a:defRPr>
            </a:lvl2pPr>
            <a:lvl3pPr marL="1371600" indent="-457200">
              <a:defRPr sz="2400">
                <a:solidFill>
                  <a:schemeClr val="tx1"/>
                </a:solidFill>
                <a:latin typeface="Futura Bk" pitchFamily="34" charset="0"/>
                <a:ea typeface="宋体" panose="02010600030101010101" pitchFamily="2" charset="-122"/>
              </a:defRPr>
            </a:lvl3pPr>
            <a:lvl4pPr marL="1828800" indent="-457200">
              <a:defRPr sz="2400">
                <a:solidFill>
                  <a:schemeClr val="tx1"/>
                </a:solidFill>
                <a:latin typeface="Futura Bk" pitchFamily="34" charset="0"/>
                <a:ea typeface="宋体" panose="02010600030101010101" pitchFamily="2" charset="-122"/>
              </a:defRPr>
            </a:lvl4pPr>
            <a:lvl5pPr marL="2286000" indent="-457200">
              <a:defRPr sz="2400">
                <a:solidFill>
                  <a:schemeClr val="tx1"/>
                </a:solidFill>
                <a:latin typeface="Futura Bk" pitchFamily="34" charset="0"/>
                <a:ea typeface="宋体" panose="02010600030101010101" pitchFamily="2" charset="-122"/>
              </a:defRPr>
            </a:lvl5pPr>
            <a:lvl6pPr marL="2743200" indent="-4572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3200400" indent="-4572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657600" indent="-4572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4114800" indent="-4572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457200" marR="0" lvl="0" indent="-457200" algn="l" defTabSz="914400" rtl="0" eaLnBrk="1" fontAlgn="base"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rPr>
              <a:t>疏散人群  </a:t>
            </a:r>
            <a:endParaRPr kumimoji="1" lang="zh-CN" altLang="en-US"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a:p>
            <a:pPr marL="457200" marR="0" lvl="0" indent="-457200" algn="l"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a:p>
            <a:pPr marL="457200" marR="0" lvl="0" indent="-457200" algn="l" defTabSz="914400" rtl="0" eaLnBrk="1" fontAlgn="base"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rPr>
              <a:t>使用灭火器  </a:t>
            </a:r>
            <a:endParaRPr kumimoji="1" lang="zh-CN" altLang="en-US"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a:p>
            <a:pPr marL="457200" marR="0" lvl="0" indent="-457200" algn="l"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a:p>
            <a:pPr marL="457200" marR="0" lvl="0" indent="-457200" algn="l" defTabSz="914400" rtl="0" eaLnBrk="1" fontAlgn="base"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rPr>
              <a:t>电话报火警   </a:t>
            </a:r>
            <a:endParaRPr kumimoji="1" lang="zh-CN" altLang="en-US"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a:p>
            <a:pPr marL="457200" marR="0" lvl="0" indent="-457200" algn="l"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a:p>
            <a:pPr marL="457200" marR="0" lvl="0" indent="-457200" algn="l" defTabSz="914400" rtl="0" eaLnBrk="1" fontAlgn="base"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rPr>
              <a:t>保险索赔</a:t>
            </a:r>
            <a:endParaRPr kumimoji="1" lang="zh-CN" altLang="en-US"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p:txBody>
      </p:sp>
      <p:sp>
        <p:nvSpPr>
          <p:cNvPr id="164898" name="Line 33"/>
          <p:cNvSpPr>
            <a:spLocks noChangeShapeType="1"/>
          </p:cNvSpPr>
          <p:nvPr/>
        </p:nvSpPr>
        <p:spPr bwMode="auto">
          <a:xfrm>
            <a:off x="6934200" y="546100"/>
            <a:ext cx="0" cy="5638800"/>
          </a:xfrm>
          <a:prstGeom prst="line">
            <a:avLst/>
          </a:prstGeom>
          <a:noFill/>
          <a:ln w="19050">
            <a:solidFill>
              <a:srgbClr val="33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FFFFFF"/>
              </a:solidFill>
              <a:effectLst/>
              <a:uLnTx/>
              <a:uFillTx/>
              <a:latin typeface="Futura Bk" pitchFamily="34" charset="0"/>
              <a:ea typeface="宋体" panose="02010600030101010101" pitchFamily="2" charset="-122"/>
              <a:cs typeface="+mn-cs"/>
            </a:endParaRPr>
          </a:p>
        </p:txBody>
      </p:sp>
      <p:sp>
        <p:nvSpPr>
          <p:cNvPr id="164899" name="Rectangle 34"/>
          <p:cNvSpPr>
            <a:spLocks noChangeArrowheads="1"/>
          </p:cNvSpPr>
          <p:nvPr/>
        </p:nvSpPr>
        <p:spPr bwMode="auto">
          <a:xfrm>
            <a:off x="5105400" y="823913"/>
            <a:ext cx="11049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a:ln>
                  <a:noFill/>
                </a:ln>
                <a:solidFill>
                  <a:srgbClr val="CCFF99"/>
                </a:solidFill>
                <a:effectLst/>
                <a:uLnTx/>
                <a:uFillTx/>
                <a:latin typeface="Arial Black" panose="020B0A04020102020204" pitchFamily="34" charset="0"/>
                <a:ea typeface="宋体" panose="02010600030101010101" pitchFamily="2" charset="-122"/>
                <a:cs typeface="+mn-cs"/>
              </a:rPr>
              <a:t>预防措施</a:t>
            </a:r>
            <a:endParaRPr kumimoji="1" lang="zh-CN" altLang="en-US" sz="1800" b="1" i="0" u="none" strike="noStrike" kern="1200" cap="none" spc="0" normalizeH="0" baseline="0" noProof="0">
              <a:ln>
                <a:noFill/>
              </a:ln>
              <a:solidFill>
                <a:srgbClr val="CCFF99"/>
              </a:solidFill>
              <a:effectLst/>
              <a:uLnTx/>
              <a:uFillTx/>
              <a:latin typeface="Arial Black" panose="020B0A04020102020204" pitchFamily="34" charset="0"/>
              <a:ea typeface="宋体" panose="02010600030101010101" pitchFamily="2" charset="-122"/>
              <a:cs typeface="+mn-cs"/>
            </a:endParaRPr>
          </a:p>
        </p:txBody>
      </p:sp>
      <p:sp>
        <p:nvSpPr>
          <p:cNvPr id="164900" name="Rectangle 35"/>
          <p:cNvSpPr>
            <a:spLocks noChangeArrowheads="1"/>
          </p:cNvSpPr>
          <p:nvPr/>
        </p:nvSpPr>
        <p:spPr bwMode="auto">
          <a:xfrm>
            <a:off x="8401050" y="792163"/>
            <a:ext cx="11049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1" lang="zh-CN" altLang="en-US" sz="1800" b="1" i="0" u="none" strike="noStrike" kern="1200" cap="none" spc="0" normalizeH="0" baseline="0" noProof="0">
                <a:ln>
                  <a:noFill/>
                </a:ln>
                <a:solidFill>
                  <a:srgbClr val="CCFF99"/>
                </a:solidFill>
                <a:effectLst/>
                <a:uLnTx/>
                <a:uFillTx/>
                <a:latin typeface="Arial Black" panose="020B0A04020102020204" pitchFamily="34" charset="0"/>
                <a:ea typeface="宋体" panose="02010600030101010101" pitchFamily="2" charset="-122"/>
                <a:cs typeface="+mn-cs"/>
              </a:rPr>
              <a:t>启动机制</a:t>
            </a:r>
            <a:endParaRPr kumimoji="1" lang="zh-CN" altLang="en-US" sz="1800" b="1" i="0" u="none" strike="noStrike" kern="1200" cap="none" spc="0" normalizeH="0" baseline="0" noProof="0">
              <a:ln>
                <a:noFill/>
              </a:ln>
              <a:solidFill>
                <a:srgbClr val="CCFF99"/>
              </a:solidFill>
              <a:effectLst/>
              <a:uLnTx/>
              <a:uFillTx/>
              <a:latin typeface="Arial Black" panose="020B0A04020102020204" pitchFamily="34" charset="0"/>
              <a:ea typeface="宋体" panose="02010600030101010101" pitchFamily="2" charset="-122"/>
              <a:cs typeface="+mn-cs"/>
            </a:endParaRPr>
          </a:p>
        </p:txBody>
      </p:sp>
      <p:sp>
        <p:nvSpPr>
          <p:cNvPr id="164901" name="Line 36"/>
          <p:cNvSpPr>
            <a:spLocks noChangeShapeType="1"/>
          </p:cNvSpPr>
          <p:nvPr/>
        </p:nvSpPr>
        <p:spPr bwMode="auto">
          <a:xfrm>
            <a:off x="8255000" y="546100"/>
            <a:ext cx="0" cy="5657850"/>
          </a:xfrm>
          <a:prstGeom prst="line">
            <a:avLst/>
          </a:prstGeom>
          <a:noFill/>
          <a:ln w="19050">
            <a:solidFill>
              <a:srgbClr val="33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FFFFFF"/>
              </a:solidFill>
              <a:effectLst/>
              <a:uLnTx/>
              <a:uFillTx/>
              <a:latin typeface="Futura Bk" pitchFamily="34" charset="0"/>
              <a:ea typeface="宋体" panose="02010600030101010101" pitchFamily="2" charset="-122"/>
              <a:cs typeface="+mn-cs"/>
            </a:endParaRPr>
          </a:p>
        </p:txBody>
      </p:sp>
      <p:sp>
        <p:nvSpPr>
          <p:cNvPr id="164902" name="Rectangle 37"/>
          <p:cNvSpPr>
            <a:spLocks noChangeArrowheads="1"/>
          </p:cNvSpPr>
          <p:nvPr/>
        </p:nvSpPr>
        <p:spPr bwMode="auto">
          <a:xfrm>
            <a:off x="7024688" y="774700"/>
            <a:ext cx="11049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a:ln>
                  <a:noFill/>
                </a:ln>
                <a:solidFill>
                  <a:srgbClr val="CCFF99"/>
                </a:solidFill>
                <a:effectLst/>
                <a:uLnTx/>
                <a:uFillTx/>
                <a:latin typeface="Arial Black" panose="020B0A04020102020204" pitchFamily="34" charset="0"/>
                <a:ea typeface="宋体" panose="02010600030101010101" pitchFamily="2" charset="-122"/>
                <a:cs typeface="+mn-cs"/>
              </a:rPr>
              <a:t>补救措施</a:t>
            </a:r>
            <a:endParaRPr kumimoji="1" lang="zh-CN" altLang="en-US" sz="1800" b="1" i="0" u="none" strike="noStrike" kern="1200" cap="none" spc="0" normalizeH="0" baseline="0" noProof="0">
              <a:ln>
                <a:noFill/>
              </a:ln>
              <a:solidFill>
                <a:srgbClr val="CCFF99"/>
              </a:solidFill>
              <a:effectLst/>
              <a:uLnTx/>
              <a:uFillTx/>
              <a:latin typeface="Arial Black" panose="020B0A04020102020204" pitchFamily="34" charset="0"/>
              <a:ea typeface="宋体" panose="02010600030101010101" pitchFamily="2" charset="-122"/>
              <a:cs typeface="+mn-cs"/>
            </a:endParaRPr>
          </a:p>
        </p:txBody>
      </p:sp>
      <p:sp>
        <p:nvSpPr>
          <p:cNvPr id="164903" name="Rectangle 38"/>
          <p:cNvSpPr>
            <a:spLocks noChangeArrowheads="1"/>
          </p:cNvSpPr>
          <p:nvPr/>
        </p:nvSpPr>
        <p:spPr bwMode="auto">
          <a:xfrm>
            <a:off x="8337550" y="1822450"/>
            <a:ext cx="1403350" cy="180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400">
                <a:solidFill>
                  <a:schemeClr val="tx1"/>
                </a:solidFill>
                <a:latin typeface="Futura Bk" pitchFamily="34" charset="0"/>
                <a:ea typeface="宋体" panose="02010600030101010101" pitchFamily="2" charset="-122"/>
              </a:defRPr>
            </a:lvl1pPr>
            <a:lvl2pPr marL="914400" indent="-457200">
              <a:defRPr sz="2400">
                <a:solidFill>
                  <a:schemeClr val="tx1"/>
                </a:solidFill>
                <a:latin typeface="Futura Bk" pitchFamily="34" charset="0"/>
                <a:ea typeface="宋体" panose="02010600030101010101" pitchFamily="2" charset="-122"/>
              </a:defRPr>
            </a:lvl2pPr>
            <a:lvl3pPr marL="1371600" indent="-457200">
              <a:defRPr sz="2400">
                <a:solidFill>
                  <a:schemeClr val="tx1"/>
                </a:solidFill>
                <a:latin typeface="Futura Bk" pitchFamily="34" charset="0"/>
                <a:ea typeface="宋体" panose="02010600030101010101" pitchFamily="2" charset="-122"/>
              </a:defRPr>
            </a:lvl3pPr>
            <a:lvl4pPr marL="1828800" indent="-457200">
              <a:defRPr sz="2400">
                <a:solidFill>
                  <a:schemeClr val="tx1"/>
                </a:solidFill>
                <a:latin typeface="Futura Bk" pitchFamily="34" charset="0"/>
                <a:ea typeface="宋体" panose="02010600030101010101" pitchFamily="2" charset="-122"/>
              </a:defRPr>
            </a:lvl4pPr>
            <a:lvl5pPr marL="2286000" indent="-457200">
              <a:defRPr sz="2400">
                <a:solidFill>
                  <a:schemeClr val="tx1"/>
                </a:solidFill>
                <a:latin typeface="Futura Bk" pitchFamily="34" charset="0"/>
                <a:ea typeface="宋体" panose="02010600030101010101" pitchFamily="2" charset="-122"/>
              </a:defRPr>
            </a:lvl5pPr>
            <a:lvl6pPr marL="2743200" indent="-4572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3200400" indent="-4572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657600" indent="-4572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4114800" indent="-4572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457200" marR="0" lvl="0" indent="-457200" algn="l" defTabSz="914400" rtl="0" eaLnBrk="1" fontAlgn="base"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a:ln>
                  <a:noFill/>
                </a:ln>
                <a:solidFill>
                  <a:srgbClr val="FF3300"/>
                </a:solidFill>
                <a:effectLst/>
                <a:uLnTx/>
                <a:uFillTx/>
                <a:latin typeface="Arial Black" panose="020B0A04020102020204" pitchFamily="34" charset="0"/>
                <a:ea typeface="宋体" panose="02010600030101010101" pitchFamily="2" charset="-122"/>
                <a:cs typeface="+mn-cs"/>
              </a:rPr>
              <a:t>警报器响</a:t>
            </a:r>
            <a:endParaRPr kumimoji="1" lang="zh-CN" altLang="en-US" sz="1600" b="0" i="0" u="none" strike="noStrike" kern="1200" cap="none" spc="0" normalizeH="0" baseline="0" noProof="0">
              <a:ln>
                <a:noFill/>
              </a:ln>
              <a:solidFill>
                <a:srgbClr val="FF3300"/>
              </a:solidFill>
              <a:effectLst/>
              <a:uLnTx/>
              <a:uFillTx/>
              <a:latin typeface="Arial Black" panose="020B0A04020102020204" pitchFamily="34" charset="0"/>
              <a:ea typeface="宋体" panose="02010600030101010101" pitchFamily="2" charset="-122"/>
              <a:cs typeface="+mn-cs"/>
            </a:endParaRPr>
          </a:p>
          <a:p>
            <a:pPr marL="457200" marR="0" lvl="0" indent="-457200" algn="l" defTabSz="914400" rtl="0" eaLnBrk="1" fontAlgn="base"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a:ln>
                  <a:noFill/>
                </a:ln>
                <a:solidFill>
                  <a:srgbClr val="FF3300"/>
                </a:solidFill>
                <a:effectLst/>
                <a:uLnTx/>
                <a:uFillTx/>
                <a:latin typeface="Arial Black" panose="020B0A04020102020204" pitchFamily="34" charset="0"/>
                <a:ea typeface="宋体" panose="02010600030101010101" pitchFamily="2" charset="-122"/>
                <a:cs typeface="+mn-cs"/>
              </a:rPr>
              <a:t> </a:t>
            </a:r>
            <a:endParaRPr kumimoji="1" lang="zh-CN" altLang="en-US" sz="1600" b="0" i="0" u="none" strike="noStrike" kern="1200" cap="none" spc="0" normalizeH="0" baseline="0" noProof="0">
              <a:ln>
                <a:noFill/>
              </a:ln>
              <a:solidFill>
                <a:srgbClr val="FF3300"/>
              </a:solidFill>
              <a:effectLst/>
              <a:uLnTx/>
              <a:uFillTx/>
              <a:latin typeface="Arial Black" panose="020B0A04020102020204" pitchFamily="34" charset="0"/>
              <a:ea typeface="宋体" panose="02010600030101010101" pitchFamily="2" charset="-122"/>
              <a:cs typeface="+mn-cs"/>
            </a:endParaRPr>
          </a:p>
          <a:p>
            <a:pPr marL="457200" marR="0" lvl="0" indent="-457200" algn="l" defTabSz="914400" rtl="0" eaLnBrk="1" fontAlgn="base"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a:ln>
                  <a:noFill/>
                </a:ln>
                <a:solidFill>
                  <a:srgbClr val="FF3300"/>
                </a:solidFill>
                <a:effectLst/>
                <a:uLnTx/>
                <a:uFillTx/>
                <a:latin typeface="Arial Black" panose="020B0A04020102020204" pitchFamily="34" charset="0"/>
                <a:ea typeface="宋体" panose="02010600030101010101" pitchFamily="2" charset="-122"/>
                <a:cs typeface="+mn-cs"/>
              </a:rPr>
              <a:t>烟感指示</a:t>
            </a:r>
            <a:endParaRPr kumimoji="1" lang="zh-CN" altLang="en-US" sz="1600" b="0" i="0" u="none" strike="noStrike" kern="1200" cap="none" spc="0" normalizeH="0" baseline="0" noProof="0">
              <a:ln>
                <a:noFill/>
              </a:ln>
              <a:solidFill>
                <a:srgbClr val="FF3300"/>
              </a:solidFill>
              <a:effectLst/>
              <a:uLnTx/>
              <a:uFillTx/>
              <a:latin typeface="Arial Black" panose="020B0A04020102020204" pitchFamily="34" charset="0"/>
              <a:ea typeface="宋体" panose="02010600030101010101" pitchFamily="2" charset="-122"/>
              <a:cs typeface="+mn-cs"/>
            </a:endParaRPr>
          </a:p>
          <a:p>
            <a:pPr marL="457200" marR="0" lvl="0" indent="-457200" algn="l"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3300"/>
              </a:solidFill>
              <a:effectLst/>
              <a:uLnTx/>
              <a:uFillTx/>
              <a:latin typeface="Arial Black" panose="020B0A04020102020204" pitchFamily="34" charset="0"/>
              <a:ea typeface="宋体" panose="02010600030101010101" pitchFamily="2" charset="-122"/>
              <a:cs typeface="+mn-cs"/>
            </a:endParaRPr>
          </a:p>
          <a:p>
            <a:pPr marL="457200" marR="0" lvl="0" indent="-457200" algn="l" defTabSz="914400" rtl="0" eaLnBrk="1" fontAlgn="base"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a:ln>
                  <a:noFill/>
                </a:ln>
                <a:solidFill>
                  <a:srgbClr val="FF3300"/>
                </a:solidFill>
                <a:effectLst/>
                <a:uLnTx/>
                <a:uFillTx/>
                <a:latin typeface="Arial Black" panose="020B0A04020102020204" pitchFamily="34" charset="0"/>
                <a:ea typeface="宋体" panose="02010600030101010101" pitchFamily="2" charset="-122"/>
                <a:cs typeface="+mn-cs"/>
              </a:rPr>
              <a:t>人工判断</a:t>
            </a:r>
            <a:endParaRPr kumimoji="1" lang="zh-CN" altLang="en-US" sz="1600" b="0" i="0" u="none" strike="noStrike" kern="1200" cap="none" spc="0" normalizeH="0" baseline="0" noProof="0">
              <a:ln>
                <a:noFill/>
              </a:ln>
              <a:solidFill>
                <a:srgbClr val="FF3300"/>
              </a:solidFill>
              <a:effectLst/>
              <a:uLnTx/>
              <a:uFillTx/>
              <a:latin typeface="Arial Black" panose="020B0A04020102020204" pitchFamily="34" charset="0"/>
              <a:ea typeface="宋体" panose="02010600030101010101" pitchFamily="2" charset="-122"/>
              <a:cs typeface="+mn-cs"/>
            </a:endParaRPr>
          </a:p>
          <a:p>
            <a:pPr marL="457200" marR="0" lvl="0" indent="-457200" algn="l" defTabSz="914400" rtl="0" eaLnBrk="1" fontAlgn="base"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a:ln>
                  <a:noFill/>
                </a:ln>
                <a:solidFill>
                  <a:srgbClr val="FF3300"/>
                </a:solidFill>
                <a:effectLst/>
                <a:uLnTx/>
                <a:uFillTx/>
                <a:latin typeface="Arial Black" panose="020B0A04020102020204" pitchFamily="34" charset="0"/>
                <a:ea typeface="宋体" panose="02010600030101010101" pitchFamily="2" charset="-122"/>
                <a:cs typeface="+mn-cs"/>
              </a:rPr>
              <a:t>   </a:t>
            </a:r>
            <a:endParaRPr kumimoji="1" lang="zh-CN" altLang="en-US" sz="1600" b="0" i="0" u="none" strike="noStrike" kern="1200" cap="none" spc="0" normalizeH="0" baseline="0" noProof="0">
              <a:ln>
                <a:noFill/>
              </a:ln>
              <a:solidFill>
                <a:srgbClr val="FF3300"/>
              </a:solidFill>
              <a:effectLst/>
              <a:uLnTx/>
              <a:uFillTx/>
              <a:latin typeface="Arial Black" panose="020B0A04020102020204" pitchFamily="34" charset="0"/>
              <a:ea typeface="宋体" panose="02010600030101010101" pitchFamily="2" charset="-122"/>
              <a:cs typeface="+mn-cs"/>
            </a:endParaRPr>
          </a:p>
          <a:p>
            <a:pPr marL="457200" marR="0" lvl="0" indent="-457200" algn="l" defTabSz="914400" rtl="0" eaLnBrk="1" fontAlgn="base"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a:ln>
                  <a:noFill/>
                </a:ln>
                <a:solidFill>
                  <a:srgbClr val="FF3300"/>
                </a:solidFill>
                <a:effectLst/>
                <a:uLnTx/>
                <a:uFillTx/>
                <a:latin typeface="Arial Black" panose="020B0A04020102020204" pitchFamily="34" charset="0"/>
                <a:ea typeface="宋体" panose="02010600030101010101" pitchFamily="2" charset="-122"/>
                <a:cs typeface="+mn-cs"/>
              </a:rPr>
              <a:t>后期评估</a:t>
            </a:r>
            <a:endParaRPr kumimoji="1" lang="zh-CN" altLang="en-US" sz="1600" b="0" i="0" u="none" strike="noStrike" kern="1200" cap="none" spc="0" normalizeH="0" baseline="0" noProof="0">
              <a:ln>
                <a:noFill/>
              </a:ln>
              <a:solidFill>
                <a:srgbClr val="FF3300"/>
              </a:solidFill>
              <a:effectLst/>
              <a:uLnTx/>
              <a:uFillTx/>
              <a:latin typeface="Arial Black" panose="020B0A04020102020204" pitchFamily="34" charset="0"/>
              <a:ea typeface="宋体" panose="02010600030101010101" pitchFamily="2" charset="-122"/>
              <a:cs typeface="+mn-cs"/>
            </a:endParaRPr>
          </a:p>
        </p:txBody>
      </p:sp>
      <p:sp>
        <p:nvSpPr>
          <p:cNvPr id="3" name="灯片编号占位符 2"/>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A6A0D67D-9B30-457F-9874-1F92730590A0}" type="slidenum">
              <a:rPr kumimoji="0" lang="en-US" altLang="zh-CN" sz="800" b="0" i="0" u="none" strike="noStrike" kern="1200" cap="none" spc="0" normalizeH="0" baseline="0" noProof="0" smtClean="0">
                <a:ln>
                  <a:noFill/>
                </a:ln>
                <a:solidFill>
                  <a:srgbClr val="5A93B6"/>
                </a:solidFill>
                <a:effectLst/>
                <a:uLnTx/>
                <a:uFillTx/>
                <a:latin typeface="Futura Bk" pitchFamily="34" charset="0"/>
                <a:ea typeface="宋体" panose="02010600030101010101" pitchFamily="2" charset="-122"/>
                <a:cs typeface="+mn-cs"/>
              </a:rPr>
            </a:fld>
            <a:endParaRPr kumimoji="0" lang="en-US" altLang="zh-CN" sz="800" b="0" i="0" u="none" strike="noStrike" kern="1200" cap="none" spc="0" normalizeH="0" baseline="0" noProof="0" dirty="0">
              <a:ln>
                <a:noFill/>
              </a:ln>
              <a:solidFill>
                <a:srgbClr val="5A93B6"/>
              </a:solidFill>
              <a:effectLst/>
              <a:uLnTx/>
              <a:uFillTx/>
              <a:latin typeface="Futura Bk" pitchFamily="34" charset="0"/>
              <a:ea typeface="宋体" panose="02010600030101010101" pitchFamily="2" charset="-122"/>
              <a:cs typeface="+mn-cs"/>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5" name="Rectangle 2"/>
          <p:cNvSpPr>
            <a:spLocks noGrp="1" noChangeArrowheads="1"/>
          </p:cNvSpPr>
          <p:nvPr>
            <p:ph type="title"/>
          </p:nvPr>
        </p:nvSpPr>
        <p:spPr/>
        <p:txBody>
          <a:bodyPr/>
          <a:lstStyle/>
          <a:p>
            <a:pPr eaLnBrk="1" hangingPunct="1"/>
            <a:r>
              <a:rPr lang="zh-CN" altLang="en-US"/>
              <a:t>预防与补救措施的应用</a:t>
            </a:r>
            <a:endParaRPr lang="zh-CN" altLang="en-US"/>
          </a:p>
        </p:txBody>
      </p:sp>
      <p:sp>
        <p:nvSpPr>
          <p:cNvPr id="166916" name="Rectangle 3"/>
          <p:cNvSpPr>
            <a:spLocks noGrp="1" noChangeArrowheads="1"/>
          </p:cNvSpPr>
          <p:nvPr>
            <p:ph type="body" idx="1"/>
          </p:nvPr>
        </p:nvSpPr>
        <p:spPr/>
        <p:txBody>
          <a:bodyPr/>
          <a:lstStyle/>
          <a:p>
            <a:pPr eaLnBrk="1" hangingPunct="1"/>
            <a:r>
              <a:rPr lang="zh-CN" altLang="en-US" dirty="0"/>
              <a:t>预防措施</a:t>
            </a:r>
            <a:endParaRPr lang="zh-CN" altLang="en-US" dirty="0"/>
          </a:p>
          <a:p>
            <a:pPr lvl="2" eaLnBrk="1" hangingPunct="1"/>
            <a:r>
              <a:rPr lang="zh-CN" altLang="en-US" dirty="0"/>
              <a:t>降低风险潜在原因发生的可能性</a:t>
            </a:r>
            <a:endParaRPr lang="en-US" altLang="zh-CN" dirty="0"/>
          </a:p>
          <a:p>
            <a:pPr lvl="2" eaLnBrk="1" hangingPunct="1"/>
            <a:r>
              <a:rPr lang="zh-CN" altLang="en-US" dirty="0"/>
              <a:t>对于可能性高，严重性小的， 可只考虑预防措施</a:t>
            </a:r>
            <a:endParaRPr lang="en-US" altLang="zh-CN" dirty="0"/>
          </a:p>
          <a:p>
            <a:pPr lvl="2" eaLnBrk="1" hangingPunct="1"/>
            <a:r>
              <a:rPr lang="zh-CN" altLang="en-US" dirty="0"/>
              <a:t>事先成本</a:t>
            </a:r>
            <a:endParaRPr lang="en-US" altLang="zh-CN" dirty="0"/>
          </a:p>
          <a:p>
            <a:pPr eaLnBrk="1" hangingPunct="1"/>
            <a:r>
              <a:rPr lang="zh-CN" altLang="en-US" dirty="0"/>
              <a:t>补救措施 </a:t>
            </a:r>
            <a:endParaRPr lang="zh-CN" altLang="en-US" dirty="0"/>
          </a:p>
          <a:p>
            <a:pPr lvl="2" eaLnBrk="1" hangingPunct="1"/>
            <a:r>
              <a:rPr lang="zh-CN" altLang="en-US" dirty="0"/>
              <a:t>降低风险发生后的影响</a:t>
            </a:r>
            <a:endParaRPr lang="en-US" altLang="zh-CN" dirty="0"/>
          </a:p>
          <a:p>
            <a:pPr lvl="2" eaLnBrk="1" hangingPunct="1"/>
            <a:r>
              <a:rPr lang="zh-CN" altLang="en-US" dirty="0"/>
              <a:t>对于可能性小，严重性高的， 可只考虑补救措施</a:t>
            </a:r>
            <a:endParaRPr lang="en-US" altLang="zh-CN" dirty="0"/>
          </a:p>
          <a:p>
            <a:pPr lvl="2" eaLnBrk="1" hangingPunct="1"/>
            <a:r>
              <a:rPr lang="zh-CN" altLang="en-US" dirty="0"/>
              <a:t>事后成本</a:t>
            </a:r>
            <a:endParaRPr lang="zh-CN" altLang="en-US" dirty="0"/>
          </a:p>
        </p:txBody>
      </p:sp>
      <p:sp>
        <p:nvSpPr>
          <p:cNvPr id="3" name="灯片编号占位符 2"/>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D9D2222-8541-46EA-AD3B-36A5E091B774}" type="slidenum">
              <a:rPr kumimoji="0" lang="en-US" altLang="zh-CN" sz="800" b="0" i="0" u="none" strike="noStrike" kern="1200" cap="none" spc="0" normalizeH="0" baseline="0" noProof="0" smtClean="0">
                <a:ln>
                  <a:noFill/>
                </a:ln>
                <a:solidFill>
                  <a:srgbClr val="5A93B6"/>
                </a:solidFill>
                <a:effectLst/>
                <a:uLnTx/>
                <a:uFillTx/>
                <a:latin typeface="Futura Bk" pitchFamily="34" charset="0"/>
                <a:ea typeface="宋体" panose="02010600030101010101" pitchFamily="2" charset="-122"/>
                <a:cs typeface="+mn-cs"/>
              </a:rPr>
            </a:fld>
            <a:endParaRPr kumimoji="0" lang="en-US" altLang="zh-CN" sz="800" b="0" i="0" u="none" strike="noStrike" kern="1200" cap="none" spc="0" normalizeH="0" baseline="0" noProof="0" dirty="0">
              <a:ln>
                <a:noFill/>
              </a:ln>
              <a:solidFill>
                <a:srgbClr val="5A93B6"/>
              </a:solidFill>
              <a:effectLst/>
              <a:uLnTx/>
              <a:uFillTx/>
              <a:latin typeface="Futura Bk" pitchFamily="34" charset="0"/>
              <a:ea typeface="宋体" panose="02010600030101010101" pitchFamily="2" charset="-122"/>
              <a:cs typeface="+mn-cs"/>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pSp>
        <p:nvGrpSpPr>
          <p:cNvPr id="168963" name="Group 3"/>
          <p:cNvGrpSpPr/>
          <p:nvPr/>
        </p:nvGrpSpPr>
        <p:grpSpPr bwMode="auto">
          <a:xfrm>
            <a:off x="1042988" y="2132013"/>
            <a:ext cx="2101850" cy="3303587"/>
            <a:chOff x="2528" y="1091"/>
            <a:chExt cx="1325" cy="2081"/>
          </a:xfrm>
        </p:grpSpPr>
        <p:sp>
          <p:nvSpPr>
            <p:cNvPr id="168968" name="Rectangle 4"/>
            <p:cNvSpPr>
              <a:spLocks noChangeArrowheads="1"/>
            </p:cNvSpPr>
            <p:nvPr/>
          </p:nvSpPr>
          <p:spPr bwMode="auto">
            <a:xfrm>
              <a:off x="2528" y="1091"/>
              <a:ext cx="1325" cy="2081"/>
            </a:xfrm>
            <a:prstGeom prst="rect">
              <a:avLst/>
            </a:prstGeom>
            <a:solidFill>
              <a:srgbClr val="C3BE00"/>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0" lang="zh-CN" altLang="en-US" sz="2400" b="0" i="0" u="none" strike="noStrike" kern="1200" cap="none" spc="0" normalizeH="0" baseline="0" noProof="0">
                <a:ln>
                  <a:noFill/>
                </a:ln>
                <a:solidFill>
                  <a:srgbClr val="FFFFFF"/>
                </a:solidFill>
                <a:effectLst/>
                <a:uLnTx/>
                <a:uFillTx/>
                <a:latin typeface="Futura Bk" pitchFamily="34" charset="0"/>
                <a:ea typeface="宋体" panose="02010600030101010101" pitchFamily="2" charset="-122"/>
                <a:cs typeface="+mn-cs"/>
              </a:endParaRPr>
            </a:p>
          </p:txBody>
        </p:sp>
        <p:sp>
          <p:nvSpPr>
            <p:cNvPr id="168969" name="Text Box 5"/>
            <p:cNvSpPr txBox="1">
              <a:spLocks noChangeArrowheads="1"/>
            </p:cNvSpPr>
            <p:nvPr/>
          </p:nvSpPr>
          <p:spPr bwMode="auto">
            <a:xfrm>
              <a:off x="2701" y="1145"/>
              <a:ext cx="958" cy="28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1" i="0" u="sng" strike="noStrike" kern="1200" cap="none" spc="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rPr>
                <a:t>规划阶段</a:t>
              </a:r>
              <a:endParaRPr kumimoji="0" lang="zh-CN" altLang="en-US" sz="2400" b="1" i="0" u="sng" strike="noStrike" kern="1200" cap="none" spc="0" normalizeH="0" baseline="0" noProof="0" dirty="0">
                <a:ln>
                  <a:noFill/>
                </a:ln>
                <a:solidFill>
                  <a:srgbClr val="000099"/>
                </a:solidFill>
                <a:effectLst/>
                <a:uLnTx/>
                <a:uFillTx/>
                <a:latin typeface="黑体" panose="02010609060101010101" pitchFamily="49" charset="-122"/>
                <a:ea typeface="黑体" panose="02010609060101010101" pitchFamily="49" charset="-122"/>
                <a:cs typeface="+mn-cs"/>
              </a:endParaRPr>
            </a:p>
          </p:txBody>
        </p:sp>
        <p:sp>
          <p:nvSpPr>
            <p:cNvPr id="168970" name="Text Box 6"/>
            <p:cNvSpPr txBox="1">
              <a:spLocks noChangeArrowheads="1"/>
            </p:cNvSpPr>
            <p:nvPr/>
          </p:nvSpPr>
          <p:spPr bwMode="auto">
            <a:xfrm>
              <a:off x="2538" y="1511"/>
              <a:ext cx="1265" cy="1537"/>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zh-CN" altLang="en-US" sz="2200" b="1" i="0" u="none" strike="noStrike" kern="1200" cap="none" spc="0" normalizeH="0" baseline="0" noProof="0">
                  <a:ln>
                    <a:noFill/>
                  </a:ln>
                  <a:solidFill>
                    <a:srgbClr val="FFFFFF"/>
                  </a:solidFill>
                  <a:effectLst/>
                  <a:uLnTx/>
                  <a:uFillTx/>
                  <a:latin typeface="黑体" panose="02010609060101010101" pitchFamily="49" charset="-122"/>
                  <a:ea typeface="黑体" panose="02010609060101010101" pitchFamily="49" charset="-122"/>
                  <a:cs typeface="+mn-cs"/>
                </a:rPr>
                <a:t>分配职责</a:t>
              </a:r>
              <a:endParaRPr kumimoji="0" lang="zh-CN" altLang="en-US" sz="2200" b="1" i="0" u="none" strike="noStrike" kern="1200" cap="none" spc="0" normalizeH="0" baseline="0" noProof="0">
                <a:ln>
                  <a:noFill/>
                </a:ln>
                <a:solidFill>
                  <a:srgbClr val="FFFFFF"/>
                </a:solidFill>
                <a:effectLst/>
                <a:uLnTx/>
                <a:uFillTx/>
                <a:latin typeface="黑体" panose="02010609060101010101" pitchFamily="49" charset="-122"/>
                <a:ea typeface="黑体" panose="02010609060101010101" pitchFamily="49" charset="-122"/>
                <a:cs typeface="+mn-cs"/>
              </a:endParaRPr>
            </a:p>
            <a:p>
              <a:pPr marL="0" marR="0" lvl="0" indent="0" algn="ctr" defTabSz="914400" rtl="0" eaLnBrk="1" fontAlgn="base" latinLnBrk="0" hangingPunct="1">
                <a:lnSpc>
                  <a:spcPct val="100000"/>
                </a:lnSpc>
                <a:spcBef>
                  <a:spcPct val="50000"/>
                </a:spcBef>
                <a:spcAft>
                  <a:spcPct val="0"/>
                </a:spcAft>
                <a:buClrTx/>
                <a:buSzTx/>
                <a:buFontTx/>
                <a:buNone/>
                <a:defRPr/>
              </a:pPr>
              <a:r>
                <a:rPr kumimoji="0" lang="zh-CN" altLang="en-US" sz="2200" b="1" i="0" u="none" strike="noStrike" kern="1200" cap="none" spc="0" normalizeH="0" baseline="0" noProof="0">
                  <a:ln>
                    <a:noFill/>
                  </a:ln>
                  <a:solidFill>
                    <a:srgbClr val="FFFFFF"/>
                  </a:solidFill>
                  <a:effectLst/>
                  <a:uLnTx/>
                  <a:uFillTx/>
                  <a:latin typeface="黑体" panose="02010609060101010101" pitchFamily="49" charset="-122"/>
                  <a:ea typeface="黑体" panose="02010609060101010101" pitchFamily="49" charset="-122"/>
                  <a:cs typeface="+mn-cs"/>
                </a:rPr>
                <a:t>确定工作顺序</a:t>
              </a:r>
              <a:endParaRPr kumimoji="0" lang="zh-CN" altLang="en-US" sz="2200" b="1" i="0" u="none" strike="noStrike" kern="1200" cap="none" spc="0" normalizeH="0" baseline="0" noProof="0">
                <a:ln>
                  <a:noFill/>
                </a:ln>
                <a:solidFill>
                  <a:srgbClr val="FFFFFF"/>
                </a:solidFill>
                <a:effectLst/>
                <a:uLnTx/>
                <a:uFillTx/>
                <a:latin typeface="黑体" panose="02010609060101010101" pitchFamily="49" charset="-122"/>
                <a:ea typeface="黑体" panose="02010609060101010101" pitchFamily="49" charset="-122"/>
                <a:cs typeface="+mn-cs"/>
              </a:endParaRPr>
            </a:p>
            <a:p>
              <a:pPr marL="0" marR="0" lvl="0" indent="0" algn="ctr" defTabSz="914400" rtl="0" eaLnBrk="1" fontAlgn="base" latinLnBrk="0" hangingPunct="1">
                <a:lnSpc>
                  <a:spcPct val="100000"/>
                </a:lnSpc>
                <a:spcBef>
                  <a:spcPct val="50000"/>
                </a:spcBef>
                <a:spcAft>
                  <a:spcPct val="0"/>
                </a:spcAft>
                <a:buClrTx/>
                <a:buSzTx/>
                <a:buFontTx/>
                <a:buNone/>
                <a:defRPr/>
              </a:pPr>
              <a:r>
                <a:rPr kumimoji="0" lang="zh-CN" altLang="en-US" sz="2200" b="1" i="0" u="none" strike="noStrike" kern="1200" cap="none" spc="0" normalizeH="0" baseline="0" noProof="0">
                  <a:ln>
                    <a:noFill/>
                  </a:ln>
                  <a:solidFill>
                    <a:srgbClr val="FFFFFF"/>
                  </a:solidFill>
                  <a:effectLst/>
                  <a:uLnTx/>
                  <a:uFillTx/>
                  <a:latin typeface="黑体" panose="02010609060101010101" pitchFamily="49" charset="-122"/>
                  <a:ea typeface="黑体" panose="02010609060101010101" pitchFamily="49" charset="-122"/>
                  <a:cs typeface="+mn-cs"/>
                </a:rPr>
                <a:t>落实工作日程</a:t>
              </a:r>
              <a:endParaRPr kumimoji="0" lang="zh-CN" altLang="en-US" sz="2200" b="1" i="0" u="none" strike="noStrike" kern="1200" cap="none" spc="0" normalizeH="0" baseline="0" noProof="0">
                <a:ln>
                  <a:noFill/>
                </a:ln>
                <a:solidFill>
                  <a:srgbClr val="FFFFFF"/>
                </a:solidFill>
                <a:effectLst/>
                <a:uLnTx/>
                <a:uFillTx/>
                <a:latin typeface="黑体" panose="02010609060101010101" pitchFamily="49" charset="-122"/>
                <a:ea typeface="黑体" panose="02010609060101010101" pitchFamily="49" charset="-122"/>
                <a:cs typeface="+mn-cs"/>
              </a:endParaRPr>
            </a:p>
            <a:p>
              <a:pPr marL="0" marR="0" lvl="0" indent="0" algn="ctr" defTabSz="914400" rtl="0" eaLnBrk="1" fontAlgn="base" latinLnBrk="0" hangingPunct="1">
                <a:lnSpc>
                  <a:spcPct val="100000"/>
                </a:lnSpc>
                <a:spcBef>
                  <a:spcPct val="50000"/>
                </a:spcBef>
                <a:spcAft>
                  <a:spcPct val="0"/>
                </a:spcAft>
                <a:buClrTx/>
                <a:buSzTx/>
                <a:buFontTx/>
                <a:buNone/>
                <a:defRPr/>
              </a:pPr>
              <a:r>
                <a:rPr kumimoji="0" lang="zh-CN" altLang="en-US" sz="2200" b="1" i="0" u="none" strike="noStrike" kern="1200" cap="none" spc="0" normalizeH="0" baseline="0" noProof="0">
                  <a:ln>
                    <a:noFill/>
                  </a:ln>
                  <a:solidFill>
                    <a:srgbClr val="FFFFFF"/>
                  </a:solidFill>
                  <a:effectLst/>
                  <a:uLnTx/>
                  <a:uFillTx/>
                  <a:latin typeface="黑体" panose="02010609060101010101" pitchFamily="49" charset="-122"/>
                  <a:ea typeface="黑体" panose="02010609060101010101" pitchFamily="49" charset="-122"/>
                  <a:cs typeface="+mn-cs"/>
                </a:rPr>
                <a:t>控制风险</a:t>
              </a:r>
              <a:endParaRPr kumimoji="0" lang="zh-CN" altLang="en-US" sz="2200" b="1" i="0" u="none" strike="noStrike" kern="1200" cap="none" spc="0" normalizeH="0" baseline="0" noProof="0">
                <a:ln>
                  <a:noFill/>
                </a:ln>
                <a:solidFill>
                  <a:srgbClr val="000099"/>
                </a:solidFill>
                <a:effectLst/>
                <a:uLnTx/>
                <a:uFillTx/>
                <a:latin typeface="黑体" panose="02010609060101010101" pitchFamily="49" charset="-122"/>
                <a:ea typeface="黑体" panose="02010609060101010101" pitchFamily="49" charset="-122"/>
                <a:cs typeface="+mn-cs"/>
              </a:endParaRPr>
            </a:p>
            <a:p>
              <a:pPr marL="0" marR="0" lvl="0" indent="0" algn="ctr" defTabSz="914400" rtl="0" eaLnBrk="1" fontAlgn="base" latinLnBrk="0" hangingPunct="1">
                <a:lnSpc>
                  <a:spcPct val="100000"/>
                </a:lnSpc>
                <a:spcBef>
                  <a:spcPct val="50000"/>
                </a:spcBef>
                <a:spcAft>
                  <a:spcPct val="0"/>
                </a:spcAft>
                <a:buClrTx/>
                <a:buSzTx/>
                <a:buFontTx/>
                <a:buNone/>
                <a:defRPr/>
              </a:pPr>
              <a:r>
                <a:rPr kumimoji="0" lang="zh-CN" altLang="en-US" sz="2200" b="1" i="0" u="none" strike="noStrike" kern="1200" cap="none" spc="0" normalizeH="0" baseline="0" noProof="0">
                  <a:ln>
                    <a:noFill/>
                  </a:ln>
                  <a:solidFill>
                    <a:srgbClr val="000099"/>
                  </a:solidFill>
                  <a:effectLst/>
                  <a:uLnTx/>
                  <a:uFillTx/>
                  <a:latin typeface="黑体" panose="02010609060101010101" pitchFamily="49" charset="-122"/>
                  <a:ea typeface="黑体" panose="02010609060101010101" pitchFamily="49" charset="-122"/>
                  <a:cs typeface="+mn-cs"/>
                </a:rPr>
                <a:t>创造机遇</a:t>
              </a:r>
              <a:endParaRPr kumimoji="0" lang="zh-CN" altLang="en-US" sz="2200" b="1" i="0" u="none" strike="noStrike" kern="1200" cap="none" spc="0" normalizeH="0" baseline="0" noProof="0">
                <a:ln>
                  <a:noFill/>
                </a:ln>
                <a:solidFill>
                  <a:srgbClr val="000099"/>
                </a:solidFill>
                <a:effectLst/>
                <a:uLnTx/>
                <a:uFillTx/>
                <a:latin typeface="黑体" panose="02010609060101010101" pitchFamily="49" charset="-122"/>
                <a:ea typeface="黑体" panose="02010609060101010101" pitchFamily="49" charset="-122"/>
                <a:cs typeface="+mn-cs"/>
              </a:endParaRPr>
            </a:p>
          </p:txBody>
        </p:sp>
      </p:grpSp>
      <p:sp>
        <p:nvSpPr>
          <p:cNvPr id="529418" name="Text Box 10"/>
          <p:cNvSpPr txBox="1">
            <a:spLocks noChangeArrowheads="1"/>
          </p:cNvSpPr>
          <p:nvPr/>
        </p:nvSpPr>
        <p:spPr bwMode="auto">
          <a:xfrm>
            <a:off x="4552950" y="1982788"/>
            <a:ext cx="4689475" cy="457200"/>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rgbClr val="000000"/>
                </a:solidFill>
                <a:effectLst/>
                <a:uLnTx/>
                <a:uFillTx/>
                <a:latin typeface="黑体" panose="02010609060101010101" pitchFamily="49" charset="-122"/>
                <a:ea typeface="黑体" panose="02010609060101010101" pitchFamily="49" charset="-122"/>
                <a:cs typeface="+mn-cs"/>
              </a:rPr>
              <a:t>找出项目中可能带来机会的地方</a:t>
            </a:r>
            <a:endParaRPr kumimoji="0" lang="zh-CN" altLang="en-US" sz="2400" b="0" i="0" u="none" strike="noStrike" kern="1200" cap="none" spc="0" normalizeH="0" baseline="0" noProof="0">
              <a:ln>
                <a:noFill/>
              </a:ln>
              <a:solidFill>
                <a:srgbClr val="000000"/>
              </a:solidFill>
              <a:effectLst/>
              <a:uLnTx/>
              <a:uFillTx/>
              <a:latin typeface="黑体" panose="02010609060101010101" pitchFamily="49" charset="-122"/>
              <a:ea typeface="黑体" panose="02010609060101010101" pitchFamily="49" charset="-122"/>
              <a:cs typeface="+mn-cs"/>
            </a:endParaRPr>
          </a:p>
        </p:txBody>
      </p:sp>
      <p:sp>
        <p:nvSpPr>
          <p:cNvPr id="529419" name="Rectangle 11"/>
          <p:cNvSpPr>
            <a:spLocks noChangeArrowheads="1"/>
          </p:cNvSpPr>
          <p:nvPr/>
        </p:nvSpPr>
        <p:spPr bwMode="auto">
          <a:xfrm>
            <a:off x="3927475" y="3611563"/>
            <a:ext cx="3536950" cy="1844675"/>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Tx/>
              <a:buSzTx/>
              <a:buFontTx/>
              <a:buNone/>
              <a:defRPr/>
            </a:pPr>
            <a:r>
              <a:rPr kumimoji="0" lang="zh-CN" altLang="en-US" sz="2400" b="0" i="0" u="none" strike="noStrike" kern="1200" cap="none" spc="0" normalizeH="0" baseline="0" noProof="0">
                <a:ln>
                  <a:noFill/>
                </a:ln>
                <a:solidFill>
                  <a:srgbClr val="000000"/>
                </a:solidFill>
                <a:effectLst/>
                <a:uLnTx/>
                <a:uFillTx/>
                <a:latin typeface="黑体" panose="02010609060101010101" pitchFamily="49" charset="-122"/>
                <a:ea typeface="黑体" panose="02010609060101010101" pitchFamily="49" charset="-122"/>
                <a:cs typeface="+mn-cs"/>
              </a:rPr>
              <a:t>找出潜在机会</a:t>
            </a:r>
            <a:endParaRPr kumimoji="0" lang="zh-CN" altLang="en-US" sz="2400" b="0" i="0" u="none" strike="noStrike" kern="1200" cap="none" spc="0" normalizeH="0" baseline="0" noProof="0">
              <a:ln>
                <a:noFill/>
              </a:ln>
              <a:solidFill>
                <a:srgbClr val="000000"/>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0" fontAlgn="base" latinLnBrk="0" hangingPunct="0">
              <a:lnSpc>
                <a:spcPct val="120000"/>
              </a:lnSpc>
              <a:spcBef>
                <a:spcPct val="0"/>
              </a:spcBef>
              <a:spcAft>
                <a:spcPct val="0"/>
              </a:spcAft>
              <a:buClrTx/>
              <a:buSzTx/>
              <a:buFontTx/>
              <a:buNone/>
              <a:defRPr/>
            </a:pPr>
            <a:r>
              <a:rPr kumimoji="0" lang="zh-CN" altLang="en-US" sz="2400" b="0" i="0" u="none" strike="noStrike" kern="1200" cap="none" spc="0" normalizeH="0" baseline="0" noProof="0">
                <a:ln>
                  <a:noFill/>
                </a:ln>
                <a:solidFill>
                  <a:srgbClr val="000000"/>
                </a:solidFill>
                <a:effectLst/>
                <a:uLnTx/>
                <a:uFillTx/>
                <a:latin typeface="黑体" panose="02010609060101010101" pitchFamily="49" charset="-122"/>
                <a:ea typeface="黑体" panose="02010609060101010101" pitchFamily="49" charset="-122"/>
                <a:cs typeface="+mn-cs"/>
              </a:rPr>
              <a:t>列出可能起因</a:t>
            </a:r>
            <a:endParaRPr kumimoji="0" lang="zh-CN" altLang="en-US" sz="2400" b="0" i="0" u="none" strike="noStrike" kern="1200" cap="none" spc="0" normalizeH="0" baseline="0" noProof="0">
              <a:ln>
                <a:noFill/>
              </a:ln>
              <a:solidFill>
                <a:srgbClr val="000000"/>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0" fontAlgn="base" latinLnBrk="0" hangingPunct="0">
              <a:lnSpc>
                <a:spcPct val="120000"/>
              </a:lnSpc>
              <a:spcBef>
                <a:spcPct val="0"/>
              </a:spcBef>
              <a:spcAft>
                <a:spcPct val="0"/>
              </a:spcAft>
              <a:buClrTx/>
              <a:buSzTx/>
              <a:buFontTx/>
              <a:buNone/>
              <a:defRPr/>
            </a:pPr>
            <a:r>
              <a:rPr kumimoji="0" lang="zh-CN" altLang="en-US" sz="2400" b="0" i="0" u="none" strike="noStrike" kern="1200" cap="none" spc="0" normalizeH="0" baseline="0" noProof="0">
                <a:ln>
                  <a:noFill/>
                </a:ln>
                <a:solidFill>
                  <a:srgbClr val="000000"/>
                </a:solidFill>
                <a:effectLst/>
                <a:uLnTx/>
                <a:uFillTx/>
                <a:latin typeface="黑体" panose="02010609060101010101" pitchFamily="49" charset="-122"/>
                <a:ea typeface="黑体" panose="02010609060101010101" pitchFamily="49" charset="-122"/>
                <a:cs typeface="+mn-cs"/>
              </a:rPr>
              <a:t>采取促进措施</a:t>
            </a:r>
            <a:endParaRPr kumimoji="0" lang="zh-CN" altLang="en-US" sz="2400" b="0" i="0" u="none" strike="noStrike" kern="1200" cap="none" spc="0" normalizeH="0" baseline="0" noProof="0">
              <a:ln>
                <a:noFill/>
              </a:ln>
              <a:solidFill>
                <a:srgbClr val="000000"/>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0" fontAlgn="base" latinLnBrk="0" hangingPunct="0">
              <a:lnSpc>
                <a:spcPct val="120000"/>
              </a:lnSpc>
              <a:spcBef>
                <a:spcPct val="0"/>
              </a:spcBef>
              <a:spcAft>
                <a:spcPct val="0"/>
              </a:spcAft>
              <a:buClrTx/>
              <a:buSzTx/>
              <a:buFontTx/>
              <a:buNone/>
              <a:defRPr/>
            </a:pPr>
            <a:r>
              <a:rPr kumimoji="0" lang="zh-CN" altLang="en-US" sz="2400" b="0" i="0" u="none" strike="noStrike" kern="1200" cap="none" spc="0" normalizeH="0" baseline="0" noProof="0">
                <a:ln>
                  <a:noFill/>
                </a:ln>
                <a:solidFill>
                  <a:srgbClr val="000000"/>
                </a:solidFill>
                <a:effectLst/>
                <a:uLnTx/>
                <a:uFillTx/>
                <a:latin typeface="黑体" panose="02010609060101010101" pitchFamily="49" charset="-122"/>
                <a:ea typeface="黑体" panose="02010609060101010101" pitchFamily="49" charset="-122"/>
                <a:cs typeface="+mn-cs"/>
              </a:rPr>
              <a:t>计划利用措施和启动机制</a:t>
            </a:r>
            <a:endParaRPr kumimoji="0" lang="zh-CN" altLang="en-US" sz="2400" b="0" i="0" u="none" strike="noStrike" kern="1200" cap="none" spc="0" normalizeH="0" baseline="0" noProof="0">
              <a:ln>
                <a:noFill/>
              </a:ln>
              <a:solidFill>
                <a:srgbClr val="000000"/>
              </a:solidFill>
              <a:effectLst/>
              <a:uLnTx/>
              <a:uFillTx/>
              <a:latin typeface="黑体" panose="02010609060101010101" pitchFamily="49" charset="-122"/>
              <a:ea typeface="黑体" panose="02010609060101010101" pitchFamily="49" charset="-122"/>
              <a:cs typeface="+mn-cs"/>
            </a:endParaRPr>
          </a:p>
        </p:txBody>
      </p:sp>
      <p:sp>
        <p:nvSpPr>
          <p:cNvPr id="529420" name="Rectangle 12"/>
          <p:cNvSpPr>
            <a:spLocks noChangeArrowheads="1"/>
          </p:cNvSpPr>
          <p:nvPr/>
        </p:nvSpPr>
        <p:spPr bwMode="auto">
          <a:xfrm>
            <a:off x="3908425" y="3032125"/>
            <a:ext cx="2416175" cy="604838"/>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Tx/>
              <a:buSzTx/>
              <a:buFontTx/>
              <a:buNone/>
              <a:defRPr/>
            </a:pPr>
            <a:r>
              <a:rPr kumimoji="0" lang="zh-CN" altLang="en-US" sz="2800" b="1" i="0" u="none" strike="noStrike" kern="1200" cap="none" spc="0" normalizeH="0" baseline="0" noProof="0">
                <a:ln>
                  <a:noFill/>
                </a:ln>
                <a:solidFill>
                  <a:srgbClr val="000000"/>
                </a:solidFill>
                <a:effectLst/>
                <a:uLnTx/>
                <a:uFillTx/>
                <a:latin typeface="黑体" panose="02010609060101010101" pitchFamily="49" charset="-122"/>
                <a:ea typeface="黑体" panose="02010609060101010101" pitchFamily="49" charset="-122"/>
                <a:cs typeface="+mn-cs"/>
              </a:rPr>
              <a:t>潜在机会分析</a:t>
            </a:r>
            <a:endParaRPr kumimoji="0" lang="zh-CN" altLang="en-US" sz="2800" b="0" i="0" u="none" strike="noStrike" kern="1200" cap="none" spc="0" normalizeH="0" baseline="0" noProof="0">
              <a:ln>
                <a:noFill/>
              </a:ln>
              <a:solidFill>
                <a:srgbClr val="000000"/>
              </a:solidFill>
              <a:effectLst/>
              <a:uLnTx/>
              <a:uFillTx/>
              <a:latin typeface="黑体" panose="02010609060101010101" pitchFamily="49" charset="-122"/>
              <a:ea typeface="黑体" panose="02010609060101010101" pitchFamily="49" charset="-122"/>
              <a:cs typeface="+mn-cs"/>
            </a:endParaRPr>
          </a:p>
        </p:txBody>
      </p:sp>
      <p:sp>
        <p:nvSpPr>
          <p:cNvPr id="168967" name="Rectangle 14"/>
          <p:cNvSpPr>
            <a:spLocks noGrp="1" noChangeArrowheads="1"/>
          </p:cNvSpPr>
          <p:nvPr>
            <p:ph type="title"/>
          </p:nvPr>
        </p:nvSpPr>
        <p:spPr/>
        <p:txBody>
          <a:bodyPr/>
          <a:lstStyle/>
          <a:p>
            <a:pPr eaLnBrk="1" hangingPunct="1"/>
            <a:r>
              <a:rPr lang="zh-CN" altLang="en-US" sz="3200"/>
              <a:t>创造机会</a:t>
            </a:r>
            <a:br>
              <a:rPr lang="zh-CN" altLang="en-US" sz="3200"/>
            </a:br>
            <a:r>
              <a:rPr lang="en-US" altLang="zh-CN" sz="2400">
                <a:latin typeface="Arial" panose="020B0604020202020204" pitchFamily="34" charset="0"/>
              </a:rPr>
              <a:t>——</a:t>
            </a:r>
            <a:r>
              <a:rPr lang="zh-CN" altLang="en-US" sz="2400"/>
              <a:t>帮助我们超额完成目标</a:t>
            </a:r>
            <a:endParaRPr lang="zh-CN" altLang="en-US" sz="2400"/>
          </a:p>
        </p:txBody>
      </p:sp>
      <p:sp>
        <p:nvSpPr>
          <p:cNvPr id="3" name="灯片编号占位符 2"/>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A6A0D67D-9B30-457F-9874-1F92730590A0}" type="slidenum">
              <a:rPr kumimoji="0" lang="en-US" altLang="zh-CN" sz="800" b="0" i="0" u="none" strike="noStrike" kern="1200" cap="none" spc="0" normalizeH="0" baseline="0" noProof="0" smtClean="0">
                <a:ln>
                  <a:noFill/>
                </a:ln>
                <a:solidFill>
                  <a:srgbClr val="5A93B6"/>
                </a:solidFill>
                <a:effectLst/>
                <a:uLnTx/>
                <a:uFillTx/>
                <a:latin typeface="Futura Bk" pitchFamily="34" charset="0"/>
                <a:ea typeface="宋体" panose="02010600030101010101" pitchFamily="2" charset="-122"/>
                <a:cs typeface="+mn-cs"/>
              </a:rPr>
            </a:fld>
            <a:endParaRPr kumimoji="0" lang="en-US" altLang="zh-CN" sz="800" b="0" i="0" u="none" strike="noStrike" kern="1200" cap="none" spc="0" normalizeH="0" baseline="0" noProof="0" dirty="0">
              <a:ln>
                <a:noFill/>
              </a:ln>
              <a:solidFill>
                <a:srgbClr val="5A93B6"/>
              </a:solidFill>
              <a:effectLst/>
              <a:uLnTx/>
              <a:uFillTx/>
              <a:latin typeface="Futura Bk" pitchFamily="34" charset="0"/>
              <a:ea typeface="宋体" panose="0201060003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29418"/>
                                        </p:tgtEl>
                                        <p:attrNameLst>
                                          <p:attrName>style.visibility</p:attrName>
                                        </p:attrNameLst>
                                      </p:cBhvr>
                                      <p:to>
                                        <p:strVal val="visible"/>
                                      </p:to>
                                    </p:set>
                                    <p:anim calcmode="lin" valueType="num">
                                      <p:cBhvr additive="base">
                                        <p:cTn id="7" dur="500" fill="hold"/>
                                        <p:tgtEl>
                                          <p:spTgt spid="529418"/>
                                        </p:tgtEl>
                                        <p:attrNameLst>
                                          <p:attrName>ppt_x</p:attrName>
                                        </p:attrNameLst>
                                      </p:cBhvr>
                                      <p:tavLst>
                                        <p:tav tm="0">
                                          <p:val>
                                            <p:strVal val="0-#ppt_w/2"/>
                                          </p:val>
                                        </p:tav>
                                        <p:tav tm="100000">
                                          <p:val>
                                            <p:strVal val="#ppt_x"/>
                                          </p:val>
                                        </p:tav>
                                      </p:tavLst>
                                    </p:anim>
                                    <p:anim calcmode="lin" valueType="num">
                                      <p:cBhvr additive="base">
                                        <p:cTn id="8" dur="500" fill="hold"/>
                                        <p:tgtEl>
                                          <p:spTgt spid="52941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29420"/>
                                        </p:tgtEl>
                                        <p:attrNameLst>
                                          <p:attrName>style.visibility</p:attrName>
                                        </p:attrNameLst>
                                      </p:cBhvr>
                                      <p:to>
                                        <p:strVal val="visible"/>
                                      </p:to>
                                    </p:set>
                                    <p:anim calcmode="lin" valueType="num">
                                      <p:cBhvr additive="base">
                                        <p:cTn id="13" dur="500" fill="hold"/>
                                        <p:tgtEl>
                                          <p:spTgt spid="529420"/>
                                        </p:tgtEl>
                                        <p:attrNameLst>
                                          <p:attrName>ppt_x</p:attrName>
                                        </p:attrNameLst>
                                      </p:cBhvr>
                                      <p:tavLst>
                                        <p:tav tm="0">
                                          <p:val>
                                            <p:strVal val="0-#ppt_w/2"/>
                                          </p:val>
                                        </p:tav>
                                        <p:tav tm="100000">
                                          <p:val>
                                            <p:strVal val="#ppt_x"/>
                                          </p:val>
                                        </p:tav>
                                      </p:tavLst>
                                    </p:anim>
                                    <p:anim calcmode="lin" valueType="num">
                                      <p:cBhvr additive="base">
                                        <p:cTn id="14" dur="500" fill="hold"/>
                                        <p:tgtEl>
                                          <p:spTgt spid="52942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529419"/>
                                        </p:tgtEl>
                                        <p:attrNameLst>
                                          <p:attrName>style.visibility</p:attrName>
                                        </p:attrNameLst>
                                      </p:cBhvr>
                                      <p:to>
                                        <p:strVal val="visible"/>
                                      </p:to>
                                    </p:set>
                                    <p:anim calcmode="lin" valueType="num">
                                      <p:cBhvr additive="base">
                                        <p:cTn id="19" dur="500" fill="hold"/>
                                        <p:tgtEl>
                                          <p:spTgt spid="529419"/>
                                        </p:tgtEl>
                                        <p:attrNameLst>
                                          <p:attrName>ppt_x</p:attrName>
                                        </p:attrNameLst>
                                      </p:cBhvr>
                                      <p:tavLst>
                                        <p:tav tm="0">
                                          <p:val>
                                            <p:strVal val="0-#ppt_w/2"/>
                                          </p:val>
                                        </p:tav>
                                        <p:tav tm="100000">
                                          <p:val>
                                            <p:strVal val="#ppt_x"/>
                                          </p:val>
                                        </p:tav>
                                      </p:tavLst>
                                    </p:anim>
                                    <p:anim calcmode="lin" valueType="num">
                                      <p:cBhvr additive="base">
                                        <p:cTn id="20" dur="500" fill="hold"/>
                                        <p:tgtEl>
                                          <p:spTgt spid="5294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9418" grpId="0" autoUpdateAnimBg="0"/>
      <p:bldP spid="529419" grpId="0" autoUpdateAnimBg="0"/>
      <p:bldP spid="529420" grpId="0" autoUpdateAnimBg="0"/>
    </p:bldLst>
  </p:timing>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CCFF99"/>
        </a:solidFill>
        <a:effectLst/>
      </p:bgPr>
    </p:bg>
    <p:spTree>
      <p:nvGrpSpPr>
        <p:cNvPr id="1" name=""/>
        <p:cNvGrpSpPr/>
        <p:nvPr/>
      </p:nvGrpSpPr>
      <p:grpSpPr>
        <a:xfrm>
          <a:off x="0" y="0"/>
          <a:ext cx="0" cy="0"/>
          <a:chOff x="0" y="0"/>
          <a:chExt cx="0" cy="0"/>
        </a:xfrm>
      </p:grpSpPr>
      <p:sp>
        <p:nvSpPr>
          <p:cNvPr id="171011" name="Rectangle 40"/>
          <p:cNvSpPr>
            <a:spLocks noGrp="1" noChangeArrowheads="1"/>
          </p:cNvSpPr>
          <p:nvPr>
            <p:ph type="title"/>
          </p:nvPr>
        </p:nvSpPr>
        <p:spPr/>
        <p:txBody>
          <a:bodyPr/>
          <a:lstStyle/>
          <a:p>
            <a:pPr eaLnBrk="1" hangingPunct="1"/>
            <a:r>
              <a:rPr lang="zh-CN" altLang="en-US" sz="3200"/>
              <a:t>潜在机会分析</a:t>
            </a:r>
            <a:br>
              <a:rPr lang="zh-CN" altLang="en-US" sz="3200"/>
            </a:br>
            <a:endParaRPr lang="zh-CN" altLang="en-US" sz="3200"/>
          </a:p>
        </p:txBody>
      </p:sp>
      <p:sp>
        <p:nvSpPr>
          <p:cNvPr id="171012" name="Line 3"/>
          <p:cNvSpPr>
            <a:spLocks noChangeShapeType="1"/>
          </p:cNvSpPr>
          <p:nvPr/>
        </p:nvSpPr>
        <p:spPr bwMode="auto">
          <a:xfrm>
            <a:off x="192088" y="1308100"/>
            <a:ext cx="9466262" cy="0"/>
          </a:xfrm>
          <a:prstGeom prst="line">
            <a:avLst/>
          </a:prstGeom>
          <a:noFill/>
          <a:ln w="19050">
            <a:solidFill>
              <a:srgbClr val="33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FFFFFF"/>
              </a:solidFill>
              <a:effectLst/>
              <a:uLnTx/>
              <a:uFillTx/>
              <a:latin typeface="Futura Bk" pitchFamily="34" charset="0"/>
              <a:ea typeface="宋体" panose="02010600030101010101" pitchFamily="2" charset="-122"/>
              <a:cs typeface="+mn-cs"/>
            </a:endParaRPr>
          </a:p>
        </p:txBody>
      </p:sp>
      <p:sp>
        <p:nvSpPr>
          <p:cNvPr id="171013" name="Line 4"/>
          <p:cNvSpPr>
            <a:spLocks noChangeShapeType="1"/>
          </p:cNvSpPr>
          <p:nvPr/>
        </p:nvSpPr>
        <p:spPr bwMode="auto">
          <a:xfrm>
            <a:off x="3136900" y="2070100"/>
            <a:ext cx="3824288" cy="0"/>
          </a:xfrm>
          <a:prstGeom prst="line">
            <a:avLst/>
          </a:prstGeom>
          <a:noFill/>
          <a:ln w="19050">
            <a:solidFill>
              <a:srgbClr val="3366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FFFFFF"/>
              </a:solidFill>
              <a:effectLst/>
              <a:uLnTx/>
              <a:uFillTx/>
              <a:latin typeface="Futura Bk" pitchFamily="34" charset="0"/>
              <a:ea typeface="宋体" panose="02010600030101010101" pitchFamily="2" charset="-122"/>
              <a:cs typeface="+mn-cs"/>
            </a:endParaRPr>
          </a:p>
        </p:txBody>
      </p:sp>
      <p:sp>
        <p:nvSpPr>
          <p:cNvPr id="171014" name="Line 5"/>
          <p:cNvSpPr>
            <a:spLocks noChangeShapeType="1"/>
          </p:cNvSpPr>
          <p:nvPr/>
        </p:nvSpPr>
        <p:spPr bwMode="auto">
          <a:xfrm flipV="1">
            <a:off x="165100" y="3517900"/>
            <a:ext cx="9328150" cy="0"/>
          </a:xfrm>
          <a:prstGeom prst="line">
            <a:avLst/>
          </a:prstGeom>
          <a:noFill/>
          <a:ln w="19050">
            <a:solidFill>
              <a:srgbClr val="33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FFFFFF"/>
              </a:solidFill>
              <a:effectLst/>
              <a:uLnTx/>
              <a:uFillTx/>
              <a:latin typeface="Futura Bk" pitchFamily="34" charset="0"/>
              <a:ea typeface="宋体" panose="02010600030101010101" pitchFamily="2" charset="-122"/>
              <a:cs typeface="+mn-cs"/>
            </a:endParaRPr>
          </a:p>
        </p:txBody>
      </p:sp>
      <p:sp>
        <p:nvSpPr>
          <p:cNvPr id="171015" name="Line 6"/>
          <p:cNvSpPr>
            <a:spLocks noChangeShapeType="1"/>
          </p:cNvSpPr>
          <p:nvPr/>
        </p:nvSpPr>
        <p:spPr bwMode="auto">
          <a:xfrm>
            <a:off x="825500" y="546100"/>
            <a:ext cx="0" cy="5710238"/>
          </a:xfrm>
          <a:prstGeom prst="line">
            <a:avLst/>
          </a:prstGeom>
          <a:noFill/>
          <a:ln w="19050">
            <a:solidFill>
              <a:srgbClr val="33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FFFFFF"/>
              </a:solidFill>
              <a:effectLst/>
              <a:uLnTx/>
              <a:uFillTx/>
              <a:latin typeface="Futura Bk" pitchFamily="34" charset="0"/>
              <a:ea typeface="宋体" panose="02010600030101010101" pitchFamily="2" charset="-122"/>
              <a:cs typeface="+mn-cs"/>
            </a:endParaRPr>
          </a:p>
        </p:txBody>
      </p:sp>
      <p:sp>
        <p:nvSpPr>
          <p:cNvPr id="171016" name="Line 7"/>
          <p:cNvSpPr>
            <a:spLocks noChangeShapeType="1"/>
          </p:cNvSpPr>
          <p:nvPr/>
        </p:nvSpPr>
        <p:spPr bwMode="auto">
          <a:xfrm>
            <a:off x="2146300" y="546100"/>
            <a:ext cx="0" cy="5748338"/>
          </a:xfrm>
          <a:prstGeom prst="line">
            <a:avLst/>
          </a:prstGeom>
          <a:noFill/>
          <a:ln w="19050">
            <a:solidFill>
              <a:srgbClr val="33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FFFFFF"/>
              </a:solidFill>
              <a:effectLst/>
              <a:uLnTx/>
              <a:uFillTx/>
              <a:latin typeface="Futura Bk" pitchFamily="34" charset="0"/>
              <a:ea typeface="宋体" panose="02010600030101010101" pitchFamily="2" charset="-122"/>
              <a:cs typeface="+mn-cs"/>
            </a:endParaRPr>
          </a:p>
        </p:txBody>
      </p:sp>
      <p:sp>
        <p:nvSpPr>
          <p:cNvPr id="171017" name="Line 8"/>
          <p:cNvSpPr>
            <a:spLocks noChangeShapeType="1"/>
          </p:cNvSpPr>
          <p:nvPr/>
        </p:nvSpPr>
        <p:spPr bwMode="auto">
          <a:xfrm>
            <a:off x="4622800" y="622300"/>
            <a:ext cx="0" cy="5695950"/>
          </a:xfrm>
          <a:prstGeom prst="line">
            <a:avLst/>
          </a:prstGeom>
          <a:noFill/>
          <a:ln w="19050">
            <a:solidFill>
              <a:srgbClr val="33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FFFFFF"/>
              </a:solidFill>
              <a:effectLst/>
              <a:uLnTx/>
              <a:uFillTx/>
              <a:latin typeface="Futura Bk" pitchFamily="34" charset="0"/>
              <a:ea typeface="宋体" panose="02010600030101010101" pitchFamily="2" charset="-122"/>
              <a:cs typeface="+mn-cs"/>
            </a:endParaRPr>
          </a:p>
        </p:txBody>
      </p:sp>
      <p:sp>
        <p:nvSpPr>
          <p:cNvPr id="171018" name="Line 9"/>
          <p:cNvSpPr>
            <a:spLocks noChangeShapeType="1"/>
          </p:cNvSpPr>
          <p:nvPr/>
        </p:nvSpPr>
        <p:spPr bwMode="auto">
          <a:xfrm>
            <a:off x="3136900" y="546100"/>
            <a:ext cx="0" cy="5748338"/>
          </a:xfrm>
          <a:prstGeom prst="line">
            <a:avLst/>
          </a:prstGeom>
          <a:noFill/>
          <a:ln w="19050">
            <a:solidFill>
              <a:srgbClr val="33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FFFFFF"/>
              </a:solidFill>
              <a:effectLst/>
              <a:uLnTx/>
              <a:uFillTx/>
              <a:latin typeface="Futura Bk" pitchFamily="34" charset="0"/>
              <a:ea typeface="宋体" panose="02010600030101010101" pitchFamily="2" charset="-122"/>
              <a:cs typeface="+mn-cs"/>
            </a:endParaRPr>
          </a:p>
        </p:txBody>
      </p:sp>
      <p:sp>
        <p:nvSpPr>
          <p:cNvPr id="171019" name="Line 10"/>
          <p:cNvSpPr>
            <a:spLocks noChangeShapeType="1"/>
          </p:cNvSpPr>
          <p:nvPr/>
        </p:nvSpPr>
        <p:spPr bwMode="auto">
          <a:xfrm>
            <a:off x="2641600" y="965200"/>
            <a:ext cx="0" cy="5329238"/>
          </a:xfrm>
          <a:prstGeom prst="line">
            <a:avLst/>
          </a:prstGeom>
          <a:noFill/>
          <a:ln w="19050">
            <a:solidFill>
              <a:srgbClr val="33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FFFFFF"/>
              </a:solidFill>
              <a:effectLst/>
              <a:uLnTx/>
              <a:uFillTx/>
              <a:latin typeface="Futura Bk" pitchFamily="34" charset="0"/>
              <a:ea typeface="宋体" panose="02010600030101010101" pitchFamily="2" charset="-122"/>
              <a:cs typeface="+mn-cs"/>
            </a:endParaRPr>
          </a:p>
        </p:txBody>
      </p:sp>
      <p:sp>
        <p:nvSpPr>
          <p:cNvPr id="171020" name="Line 11"/>
          <p:cNvSpPr>
            <a:spLocks noChangeShapeType="1"/>
          </p:cNvSpPr>
          <p:nvPr/>
        </p:nvSpPr>
        <p:spPr bwMode="auto">
          <a:xfrm>
            <a:off x="3136900" y="2984500"/>
            <a:ext cx="3824288" cy="0"/>
          </a:xfrm>
          <a:prstGeom prst="line">
            <a:avLst/>
          </a:prstGeom>
          <a:noFill/>
          <a:ln w="19050">
            <a:solidFill>
              <a:srgbClr val="3366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FFFFFF"/>
              </a:solidFill>
              <a:effectLst/>
              <a:uLnTx/>
              <a:uFillTx/>
              <a:latin typeface="Futura Bk" pitchFamily="34" charset="0"/>
              <a:ea typeface="宋体" panose="02010600030101010101" pitchFamily="2" charset="-122"/>
              <a:cs typeface="+mn-cs"/>
            </a:endParaRPr>
          </a:p>
        </p:txBody>
      </p:sp>
      <p:sp>
        <p:nvSpPr>
          <p:cNvPr id="171021" name="Line 12"/>
          <p:cNvSpPr>
            <a:spLocks noChangeShapeType="1"/>
          </p:cNvSpPr>
          <p:nvPr/>
        </p:nvSpPr>
        <p:spPr bwMode="auto">
          <a:xfrm flipV="1">
            <a:off x="2146300" y="965200"/>
            <a:ext cx="990600" cy="0"/>
          </a:xfrm>
          <a:prstGeom prst="line">
            <a:avLst/>
          </a:prstGeom>
          <a:noFill/>
          <a:ln w="19050">
            <a:solidFill>
              <a:srgbClr val="33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FFFFFF"/>
              </a:solidFill>
              <a:effectLst/>
              <a:uLnTx/>
              <a:uFillTx/>
              <a:latin typeface="Futura Bk" pitchFamily="34" charset="0"/>
              <a:ea typeface="宋体" panose="02010600030101010101" pitchFamily="2" charset="-122"/>
              <a:cs typeface="+mn-cs"/>
            </a:endParaRPr>
          </a:p>
        </p:txBody>
      </p:sp>
      <p:sp>
        <p:nvSpPr>
          <p:cNvPr id="171022" name="Rectangle 13"/>
          <p:cNvSpPr>
            <a:spLocks noChangeArrowheads="1"/>
          </p:cNvSpPr>
          <p:nvPr/>
        </p:nvSpPr>
        <p:spPr bwMode="auto">
          <a:xfrm>
            <a:off x="111125" y="842963"/>
            <a:ext cx="6921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600" b="0" i="0" u="none" strike="noStrike" kern="1200" cap="none" spc="0" normalizeH="0" baseline="0" noProof="0">
                <a:ln>
                  <a:noFill/>
                </a:ln>
                <a:solidFill>
                  <a:srgbClr val="CCFF99"/>
                </a:solidFill>
                <a:effectLst/>
                <a:uLnTx/>
                <a:uFillTx/>
                <a:latin typeface="Arial Black" panose="020B0A04020102020204" pitchFamily="34" charset="0"/>
                <a:ea typeface="宋体" panose="02010600030101010101" pitchFamily="2" charset="-122"/>
                <a:cs typeface="+mn-cs"/>
              </a:rPr>
              <a:t>WBS</a:t>
            </a:r>
            <a:endParaRPr kumimoji="1" lang="en-US" altLang="zh-CN" sz="1600" b="0" i="0" u="none" strike="noStrike" kern="1200" cap="none" spc="0" normalizeH="0" baseline="0" noProof="0">
              <a:ln>
                <a:noFill/>
              </a:ln>
              <a:solidFill>
                <a:srgbClr val="CCFF99"/>
              </a:solidFill>
              <a:effectLst/>
              <a:uLnTx/>
              <a:uFillTx/>
              <a:latin typeface="Arial Black" panose="020B0A04020102020204" pitchFamily="34" charset="0"/>
              <a:ea typeface="宋体" panose="02010600030101010101" pitchFamily="2" charset="-122"/>
              <a:cs typeface="+mn-cs"/>
            </a:endParaRPr>
          </a:p>
        </p:txBody>
      </p:sp>
      <p:sp>
        <p:nvSpPr>
          <p:cNvPr id="171023" name="Rectangle 14"/>
          <p:cNvSpPr>
            <a:spLocks noChangeArrowheads="1"/>
          </p:cNvSpPr>
          <p:nvPr/>
        </p:nvSpPr>
        <p:spPr bwMode="auto">
          <a:xfrm>
            <a:off x="873125" y="796925"/>
            <a:ext cx="11049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a:ln>
                  <a:noFill/>
                </a:ln>
                <a:solidFill>
                  <a:srgbClr val="CCFF99"/>
                </a:solidFill>
                <a:effectLst/>
                <a:uLnTx/>
                <a:uFillTx/>
                <a:latin typeface="Arial Black" panose="020B0A04020102020204" pitchFamily="34" charset="0"/>
                <a:ea typeface="宋体" panose="02010600030101010101" pitchFamily="2" charset="-122"/>
                <a:cs typeface="+mn-cs"/>
              </a:rPr>
              <a:t>潜在机会</a:t>
            </a:r>
            <a:endParaRPr kumimoji="1" lang="zh-CN" altLang="en-US" sz="1800" b="1" i="0" u="none" strike="noStrike" kern="1200" cap="none" spc="0" normalizeH="0" baseline="0" noProof="0">
              <a:ln>
                <a:noFill/>
              </a:ln>
              <a:solidFill>
                <a:srgbClr val="CCFF99"/>
              </a:solidFill>
              <a:effectLst/>
              <a:uLnTx/>
              <a:uFillTx/>
              <a:latin typeface="Arial Black" panose="020B0A04020102020204" pitchFamily="34" charset="0"/>
              <a:ea typeface="宋体" panose="02010600030101010101" pitchFamily="2" charset="-122"/>
              <a:cs typeface="+mn-cs"/>
            </a:endParaRPr>
          </a:p>
        </p:txBody>
      </p:sp>
      <p:sp>
        <p:nvSpPr>
          <p:cNvPr id="171024" name="Rectangle 15"/>
          <p:cNvSpPr>
            <a:spLocks noChangeArrowheads="1"/>
          </p:cNvSpPr>
          <p:nvPr/>
        </p:nvSpPr>
        <p:spPr bwMode="auto">
          <a:xfrm>
            <a:off x="2139950" y="658813"/>
            <a:ext cx="10033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600" b="1" i="0" u="none" strike="noStrike" kern="1200" cap="none" spc="0" normalizeH="0" baseline="0" noProof="0">
                <a:ln>
                  <a:noFill/>
                </a:ln>
                <a:solidFill>
                  <a:srgbClr val="CCFF99"/>
                </a:solidFill>
                <a:effectLst/>
                <a:uLnTx/>
                <a:uFillTx/>
                <a:latin typeface="Arial Black" panose="020B0A04020102020204" pitchFamily="34" charset="0"/>
                <a:ea typeface="宋体" panose="02010600030101010101" pitchFamily="2" charset="-122"/>
                <a:cs typeface="+mn-cs"/>
              </a:rPr>
              <a:t>机会评估</a:t>
            </a:r>
            <a:endParaRPr kumimoji="1" lang="zh-CN" altLang="en-US" sz="1600" b="1" i="0" u="none" strike="noStrike" kern="1200" cap="none" spc="0" normalizeH="0" baseline="0" noProof="0">
              <a:ln>
                <a:noFill/>
              </a:ln>
              <a:solidFill>
                <a:srgbClr val="CCFF99"/>
              </a:solidFill>
              <a:effectLst/>
              <a:uLnTx/>
              <a:uFillTx/>
              <a:latin typeface="Arial Black" panose="020B0A04020102020204" pitchFamily="34" charset="0"/>
              <a:ea typeface="宋体" panose="02010600030101010101" pitchFamily="2" charset="-122"/>
              <a:cs typeface="+mn-cs"/>
            </a:endParaRPr>
          </a:p>
        </p:txBody>
      </p:sp>
      <p:sp>
        <p:nvSpPr>
          <p:cNvPr id="171025" name="Rectangle 16"/>
          <p:cNvSpPr>
            <a:spLocks noChangeArrowheads="1"/>
          </p:cNvSpPr>
          <p:nvPr/>
        </p:nvSpPr>
        <p:spPr bwMode="auto">
          <a:xfrm>
            <a:off x="3317875" y="796925"/>
            <a:ext cx="11049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1" lang="zh-CN" altLang="en-US" sz="1800" b="1" i="0" u="none" strike="noStrike" kern="1200" cap="none" spc="0" normalizeH="0" baseline="0" noProof="0">
                <a:ln>
                  <a:noFill/>
                </a:ln>
                <a:solidFill>
                  <a:srgbClr val="CCFF99"/>
                </a:solidFill>
                <a:effectLst/>
                <a:uLnTx/>
                <a:uFillTx/>
                <a:latin typeface="Arial Black" panose="020B0A04020102020204" pitchFamily="34" charset="0"/>
                <a:ea typeface="宋体" panose="02010600030101010101" pitchFamily="2" charset="-122"/>
                <a:cs typeface="+mn-cs"/>
              </a:rPr>
              <a:t>潜在原因</a:t>
            </a:r>
            <a:endParaRPr kumimoji="1" lang="zh-CN" altLang="en-US" sz="1800" b="1" i="0" u="none" strike="noStrike" kern="1200" cap="none" spc="0" normalizeH="0" baseline="0" noProof="0">
              <a:ln>
                <a:noFill/>
              </a:ln>
              <a:solidFill>
                <a:srgbClr val="CCFF99"/>
              </a:solidFill>
              <a:effectLst/>
              <a:uLnTx/>
              <a:uFillTx/>
              <a:latin typeface="Arial Black" panose="020B0A04020102020204" pitchFamily="34" charset="0"/>
              <a:ea typeface="宋体" panose="02010600030101010101" pitchFamily="2" charset="-122"/>
              <a:cs typeface="+mn-cs"/>
            </a:endParaRPr>
          </a:p>
        </p:txBody>
      </p:sp>
      <p:sp>
        <p:nvSpPr>
          <p:cNvPr id="171026" name="Rectangle 17"/>
          <p:cNvSpPr>
            <a:spLocks noChangeArrowheads="1"/>
          </p:cNvSpPr>
          <p:nvPr/>
        </p:nvSpPr>
        <p:spPr bwMode="auto">
          <a:xfrm>
            <a:off x="165100" y="1581150"/>
            <a:ext cx="5222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rPr>
              <a:t>3.3</a:t>
            </a:r>
            <a:endParaRPr kumimoji="1" lang="en-US" altLang="zh-CN"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p:txBody>
      </p:sp>
      <p:sp>
        <p:nvSpPr>
          <p:cNvPr id="171027" name="Rectangle 18"/>
          <p:cNvSpPr>
            <a:spLocks noChangeArrowheads="1"/>
          </p:cNvSpPr>
          <p:nvPr/>
        </p:nvSpPr>
        <p:spPr bwMode="auto">
          <a:xfrm>
            <a:off x="2252663" y="971550"/>
            <a:ext cx="31273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1" lang="en-US" altLang="zh-CN" sz="1400" b="0" i="0" u="none" strike="noStrike" kern="1200" cap="none" spc="0" normalizeH="0" baseline="0" noProof="0">
                <a:ln>
                  <a:noFill/>
                </a:ln>
                <a:solidFill>
                  <a:srgbClr val="CCFF99"/>
                </a:solidFill>
                <a:effectLst/>
                <a:uLnTx/>
                <a:uFillTx/>
                <a:latin typeface="Arial Black" panose="020B0A04020102020204" pitchFamily="34" charset="0"/>
                <a:ea typeface="宋体" panose="02010600030101010101" pitchFamily="2" charset="-122"/>
                <a:cs typeface="+mn-cs"/>
              </a:rPr>
              <a:t>P</a:t>
            </a:r>
            <a:endParaRPr kumimoji="1" lang="en-US" altLang="zh-CN" sz="1400" b="0" i="0" u="none" strike="noStrike" kern="1200" cap="none" spc="0" normalizeH="0" baseline="0" noProof="0">
              <a:ln>
                <a:noFill/>
              </a:ln>
              <a:solidFill>
                <a:srgbClr val="CCFF99"/>
              </a:solidFill>
              <a:effectLst/>
              <a:uLnTx/>
              <a:uFillTx/>
              <a:latin typeface="Arial Black" panose="020B0A04020102020204" pitchFamily="34" charset="0"/>
              <a:ea typeface="宋体" panose="02010600030101010101" pitchFamily="2" charset="-122"/>
              <a:cs typeface="+mn-cs"/>
            </a:endParaRPr>
          </a:p>
        </p:txBody>
      </p:sp>
      <p:sp>
        <p:nvSpPr>
          <p:cNvPr id="171028" name="Rectangle 19"/>
          <p:cNvSpPr>
            <a:spLocks noChangeArrowheads="1"/>
          </p:cNvSpPr>
          <p:nvPr/>
        </p:nvSpPr>
        <p:spPr bwMode="auto">
          <a:xfrm>
            <a:off x="2649538" y="977900"/>
            <a:ext cx="32226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1" lang="en-US" altLang="zh-CN" sz="1400" b="0" i="0" u="none" strike="noStrike" kern="1200" cap="none" spc="0" normalizeH="0" baseline="0" noProof="0">
                <a:ln>
                  <a:noFill/>
                </a:ln>
                <a:solidFill>
                  <a:srgbClr val="CCFF99"/>
                </a:solidFill>
                <a:effectLst/>
                <a:uLnTx/>
                <a:uFillTx/>
                <a:latin typeface="Arial Black" panose="020B0A04020102020204" pitchFamily="34" charset="0"/>
                <a:ea typeface="宋体" panose="02010600030101010101" pitchFamily="2" charset="-122"/>
                <a:cs typeface="+mn-cs"/>
              </a:rPr>
              <a:t>B</a:t>
            </a:r>
            <a:endParaRPr kumimoji="1" lang="en-US" altLang="zh-CN" sz="1400" b="0" i="0" u="none" strike="noStrike" kern="1200" cap="none" spc="0" normalizeH="0" baseline="0" noProof="0">
              <a:ln>
                <a:noFill/>
              </a:ln>
              <a:solidFill>
                <a:srgbClr val="CCFF99"/>
              </a:solidFill>
              <a:effectLst/>
              <a:uLnTx/>
              <a:uFillTx/>
              <a:latin typeface="Arial Black" panose="020B0A04020102020204" pitchFamily="34" charset="0"/>
              <a:ea typeface="宋体" panose="02010600030101010101" pitchFamily="2" charset="-122"/>
              <a:cs typeface="+mn-cs"/>
            </a:endParaRPr>
          </a:p>
        </p:txBody>
      </p:sp>
      <p:sp>
        <p:nvSpPr>
          <p:cNvPr id="171029" name="Rectangle 20"/>
          <p:cNvSpPr>
            <a:spLocks noChangeArrowheads="1"/>
          </p:cNvSpPr>
          <p:nvPr/>
        </p:nvSpPr>
        <p:spPr bwMode="auto">
          <a:xfrm>
            <a:off x="2241550" y="1612900"/>
            <a:ext cx="3317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1" lang="en-US" altLang="zh-CN" sz="14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rPr>
              <a:t>H</a:t>
            </a:r>
            <a:endParaRPr kumimoji="1" lang="en-US" altLang="zh-CN" sz="14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p:txBody>
      </p:sp>
      <p:sp>
        <p:nvSpPr>
          <p:cNvPr id="171030" name="Rectangle 21"/>
          <p:cNvSpPr>
            <a:spLocks noChangeArrowheads="1"/>
          </p:cNvSpPr>
          <p:nvPr/>
        </p:nvSpPr>
        <p:spPr bwMode="auto">
          <a:xfrm>
            <a:off x="2708275" y="1612900"/>
            <a:ext cx="3317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1" lang="en-US" altLang="zh-CN" sz="14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rPr>
              <a:t>H</a:t>
            </a:r>
            <a:endParaRPr kumimoji="1" lang="en-US" altLang="zh-CN" sz="14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p:txBody>
      </p:sp>
      <p:sp>
        <p:nvSpPr>
          <p:cNvPr id="171031" name="Rectangle 22"/>
          <p:cNvSpPr>
            <a:spLocks noChangeArrowheads="1"/>
          </p:cNvSpPr>
          <p:nvPr/>
        </p:nvSpPr>
        <p:spPr bwMode="auto">
          <a:xfrm>
            <a:off x="908050" y="1536700"/>
            <a:ext cx="125095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4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rPr>
              <a:t>数控机床安装</a:t>
            </a:r>
            <a:endParaRPr kumimoji="1" lang="zh-CN" altLang="en-US" sz="14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4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rPr>
              <a:t>提前结束</a:t>
            </a:r>
            <a:endParaRPr kumimoji="1" lang="zh-CN" altLang="en-US"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p:txBody>
      </p:sp>
      <p:sp>
        <p:nvSpPr>
          <p:cNvPr id="171032" name="Rectangle 23"/>
          <p:cNvSpPr>
            <a:spLocks noChangeArrowheads="1"/>
          </p:cNvSpPr>
          <p:nvPr/>
        </p:nvSpPr>
        <p:spPr bwMode="auto">
          <a:xfrm>
            <a:off x="3219450" y="2209800"/>
            <a:ext cx="107315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4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rPr>
              <a:t>得到供应商</a:t>
            </a:r>
            <a:endParaRPr kumimoji="1" lang="zh-CN" altLang="en-US" sz="14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4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rPr>
              <a:t>的支持</a:t>
            </a:r>
            <a:endParaRPr kumimoji="1" lang="zh-CN" altLang="en-US" sz="14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p:txBody>
      </p:sp>
      <p:sp>
        <p:nvSpPr>
          <p:cNvPr id="171033" name="Rectangle 24"/>
          <p:cNvSpPr>
            <a:spLocks noChangeArrowheads="1"/>
          </p:cNvSpPr>
          <p:nvPr/>
        </p:nvSpPr>
        <p:spPr bwMode="auto">
          <a:xfrm>
            <a:off x="908050" y="3822700"/>
            <a:ext cx="9969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rPr>
              <a:t>设备提前</a:t>
            </a:r>
            <a:endParaRPr kumimoji="1" lang="zh-CN" altLang="en-US"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rPr>
              <a:t>   抵达</a:t>
            </a:r>
            <a:endParaRPr kumimoji="1" lang="zh-CN" altLang="en-US" sz="16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p:txBody>
      </p:sp>
      <p:sp>
        <p:nvSpPr>
          <p:cNvPr id="171034" name="Rectangle 25"/>
          <p:cNvSpPr>
            <a:spLocks noChangeArrowheads="1"/>
          </p:cNvSpPr>
          <p:nvPr/>
        </p:nvSpPr>
        <p:spPr bwMode="auto">
          <a:xfrm>
            <a:off x="2243138" y="3975100"/>
            <a:ext cx="3524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1" lang="en-US" altLang="zh-CN" sz="14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rPr>
              <a:t>M</a:t>
            </a:r>
            <a:endParaRPr kumimoji="1" lang="en-US" altLang="zh-CN" sz="14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p:txBody>
      </p:sp>
      <p:sp>
        <p:nvSpPr>
          <p:cNvPr id="171035" name="Rectangle 26"/>
          <p:cNvSpPr>
            <a:spLocks noChangeArrowheads="1"/>
          </p:cNvSpPr>
          <p:nvPr/>
        </p:nvSpPr>
        <p:spPr bwMode="auto">
          <a:xfrm>
            <a:off x="2241550" y="5194300"/>
            <a:ext cx="3032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1" lang="en-US" altLang="zh-CN" sz="14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rPr>
              <a:t>L</a:t>
            </a:r>
            <a:endParaRPr kumimoji="1" lang="en-US" altLang="zh-CN" sz="14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p:txBody>
      </p:sp>
      <p:sp>
        <p:nvSpPr>
          <p:cNvPr id="171036" name="Line 27"/>
          <p:cNvSpPr>
            <a:spLocks noChangeShapeType="1"/>
          </p:cNvSpPr>
          <p:nvPr/>
        </p:nvSpPr>
        <p:spPr bwMode="auto">
          <a:xfrm>
            <a:off x="6934200" y="546100"/>
            <a:ext cx="0" cy="5638800"/>
          </a:xfrm>
          <a:prstGeom prst="line">
            <a:avLst/>
          </a:prstGeom>
          <a:noFill/>
          <a:ln w="19050">
            <a:solidFill>
              <a:srgbClr val="33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FFFFFF"/>
              </a:solidFill>
              <a:effectLst/>
              <a:uLnTx/>
              <a:uFillTx/>
              <a:latin typeface="Futura Bk" pitchFamily="34" charset="0"/>
              <a:ea typeface="宋体" panose="02010600030101010101" pitchFamily="2" charset="-122"/>
              <a:cs typeface="+mn-cs"/>
            </a:endParaRPr>
          </a:p>
        </p:txBody>
      </p:sp>
      <p:sp>
        <p:nvSpPr>
          <p:cNvPr id="171037" name="Rectangle 28"/>
          <p:cNvSpPr>
            <a:spLocks noChangeArrowheads="1"/>
          </p:cNvSpPr>
          <p:nvPr/>
        </p:nvSpPr>
        <p:spPr bwMode="auto">
          <a:xfrm>
            <a:off x="5103813" y="823913"/>
            <a:ext cx="11049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a:ln>
                  <a:noFill/>
                </a:ln>
                <a:solidFill>
                  <a:srgbClr val="CCFF99"/>
                </a:solidFill>
                <a:effectLst/>
                <a:uLnTx/>
                <a:uFillTx/>
                <a:latin typeface="Arial Black" panose="020B0A04020102020204" pitchFamily="34" charset="0"/>
                <a:ea typeface="宋体" panose="02010600030101010101" pitchFamily="2" charset="-122"/>
                <a:cs typeface="+mn-cs"/>
              </a:rPr>
              <a:t>促进措施</a:t>
            </a:r>
            <a:endParaRPr kumimoji="1" lang="zh-CN" altLang="en-US" sz="1800" b="1" i="0" u="none" strike="noStrike" kern="1200" cap="none" spc="0" normalizeH="0" baseline="0" noProof="0">
              <a:ln>
                <a:noFill/>
              </a:ln>
              <a:solidFill>
                <a:srgbClr val="CCFF99"/>
              </a:solidFill>
              <a:effectLst/>
              <a:uLnTx/>
              <a:uFillTx/>
              <a:latin typeface="Arial Black" panose="020B0A04020102020204" pitchFamily="34" charset="0"/>
              <a:ea typeface="宋体" panose="02010600030101010101" pitchFamily="2" charset="-122"/>
              <a:cs typeface="+mn-cs"/>
            </a:endParaRPr>
          </a:p>
        </p:txBody>
      </p:sp>
      <p:sp>
        <p:nvSpPr>
          <p:cNvPr id="171038" name="Rectangle 29"/>
          <p:cNvSpPr>
            <a:spLocks noChangeArrowheads="1"/>
          </p:cNvSpPr>
          <p:nvPr/>
        </p:nvSpPr>
        <p:spPr bwMode="auto">
          <a:xfrm>
            <a:off x="8401050" y="792163"/>
            <a:ext cx="11049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1" lang="zh-CN" altLang="en-US" sz="1800" b="1" i="0" u="none" strike="noStrike" kern="1200" cap="none" spc="0" normalizeH="0" baseline="0" noProof="0">
                <a:ln>
                  <a:noFill/>
                </a:ln>
                <a:solidFill>
                  <a:srgbClr val="CCFF99"/>
                </a:solidFill>
                <a:effectLst/>
                <a:uLnTx/>
                <a:uFillTx/>
                <a:latin typeface="Arial Black" panose="020B0A04020102020204" pitchFamily="34" charset="0"/>
                <a:ea typeface="宋体" panose="02010600030101010101" pitchFamily="2" charset="-122"/>
                <a:cs typeface="+mn-cs"/>
              </a:rPr>
              <a:t>启动机制</a:t>
            </a:r>
            <a:endParaRPr kumimoji="1" lang="zh-CN" altLang="en-US" sz="1800" b="1" i="0" u="none" strike="noStrike" kern="1200" cap="none" spc="0" normalizeH="0" baseline="0" noProof="0">
              <a:ln>
                <a:noFill/>
              </a:ln>
              <a:solidFill>
                <a:srgbClr val="CCFF99"/>
              </a:solidFill>
              <a:effectLst/>
              <a:uLnTx/>
              <a:uFillTx/>
              <a:latin typeface="Arial Black" panose="020B0A04020102020204" pitchFamily="34" charset="0"/>
              <a:ea typeface="宋体" panose="02010600030101010101" pitchFamily="2" charset="-122"/>
              <a:cs typeface="+mn-cs"/>
            </a:endParaRPr>
          </a:p>
        </p:txBody>
      </p:sp>
      <p:sp>
        <p:nvSpPr>
          <p:cNvPr id="171039" name="Line 30"/>
          <p:cNvSpPr>
            <a:spLocks noChangeShapeType="1"/>
          </p:cNvSpPr>
          <p:nvPr/>
        </p:nvSpPr>
        <p:spPr bwMode="auto">
          <a:xfrm>
            <a:off x="8255000" y="546100"/>
            <a:ext cx="0" cy="5657850"/>
          </a:xfrm>
          <a:prstGeom prst="line">
            <a:avLst/>
          </a:prstGeom>
          <a:noFill/>
          <a:ln w="19050">
            <a:solidFill>
              <a:srgbClr val="33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FFFFFF"/>
              </a:solidFill>
              <a:effectLst/>
              <a:uLnTx/>
              <a:uFillTx/>
              <a:latin typeface="Futura Bk" pitchFamily="34" charset="0"/>
              <a:ea typeface="宋体" panose="02010600030101010101" pitchFamily="2" charset="-122"/>
              <a:cs typeface="+mn-cs"/>
            </a:endParaRPr>
          </a:p>
        </p:txBody>
      </p:sp>
      <p:sp>
        <p:nvSpPr>
          <p:cNvPr id="171040" name="Rectangle 31"/>
          <p:cNvSpPr>
            <a:spLocks noChangeArrowheads="1"/>
          </p:cNvSpPr>
          <p:nvPr/>
        </p:nvSpPr>
        <p:spPr bwMode="auto">
          <a:xfrm>
            <a:off x="7023100" y="774700"/>
            <a:ext cx="11049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a:ln>
                  <a:noFill/>
                </a:ln>
                <a:solidFill>
                  <a:srgbClr val="CCFF99"/>
                </a:solidFill>
                <a:effectLst/>
                <a:uLnTx/>
                <a:uFillTx/>
                <a:latin typeface="Arial Black" panose="020B0A04020102020204" pitchFamily="34" charset="0"/>
                <a:ea typeface="宋体" panose="02010600030101010101" pitchFamily="2" charset="-122"/>
                <a:cs typeface="+mn-cs"/>
              </a:rPr>
              <a:t>利用措施</a:t>
            </a:r>
            <a:endParaRPr kumimoji="1" lang="zh-CN" altLang="en-US" sz="1800" b="1" i="0" u="none" strike="noStrike" kern="1200" cap="none" spc="0" normalizeH="0" baseline="0" noProof="0">
              <a:ln>
                <a:noFill/>
              </a:ln>
              <a:solidFill>
                <a:srgbClr val="CCFF99"/>
              </a:solidFill>
              <a:effectLst/>
              <a:uLnTx/>
              <a:uFillTx/>
              <a:latin typeface="Arial Black" panose="020B0A04020102020204" pitchFamily="34" charset="0"/>
              <a:ea typeface="宋体" panose="02010600030101010101" pitchFamily="2" charset="-122"/>
              <a:cs typeface="+mn-cs"/>
            </a:endParaRPr>
          </a:p>
        </p:txBody>
      </p:sp>
      <p:sp>
        <p:nvSpPr>
          <p:cNvPr id="171041" name="Line 32"/>
          <p:cNvSpPr>
            <a:spLocks noChangeShapeType="1"/>
          </p:cNvSpPr>
          <p:nvPr/>
        </p:nvSpPr>
        <p:spPr bwMode="auto">
          <a:xfrm flipV="1">
            <a:off x="165100" y="4737100"/>
            <a:ext cx="9301163" cy="0"/>
          </a:xfrm>
          <a:prstGeom prst="line">
            <a:avLst/>
          </a:prstGeom>
          <a:noFill/>
          <a:ln w="19050">
            <a:solidFill>
              <a:srgbClr val="33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FFFFFF"/>
              </a:solidFill>
              <a:effectLst/>
              <a:uLnTx/>
              <a:uFillTx/>
              <a:latin typeface="Futura Bk" pitchFamily="34" charset="0"/>
              <a:ea typeface="宋体" panose="02010600030101010101" pitchFamily="2" charset="-122"/>
              <a:cs typeface="+mn-cs"/>
            </a:endParaRPr>
          </a:p>
        </p:txBody>
      </p:sp>
      <p:sp>
        <p:nvSpPr>
          <p:cNvPr id="171042" name="Rectangle 33"/>
          <p:cNvSpPr>
            <a:spLocks noChangeArrowheads="1"/>
          </p:cNvSpPr>
          <p:nvPr/>
        </p:nvSpPr>
        <p:spPr bwMode="auto">
          <a:xfrm>
            <a:off x="952500" y="5057775"/>
            <a:ext cx="107315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4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rPr>
              <a:t>操作员培训</a:t>
            </a:r>
            <a:endParaRPr kumimoji="1" lang="zh-CN" altLang="en-US" sz="14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4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rPr>
              <a:t>提前结束</a:t>
            </a:r>
            <a:endParaRPr kumimoji="1" lang="zh-CN" altLang="en-US" sz="14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p:txBody>
      </p:sp>
      <p:sp>
        <p:nvSpPr>
          <p:cNvPr id="171043" name="Rectangle 34"/>
          <p:cNvSpPr>
            <a:spLocks noChangeArrowheads="1"/>
          </p:cNvSpPr>
          <p:nvPr/>
        </p:nvSpPr>
        <p:spPr bwMode="auto">
          <a:xfrm>
            <a:off x="2724150" y="3975100"/>
            <a:ext cx="3286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1" lang="en-US" altLang="zh-CN" sz="14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rPr>
              <a:t>M</a:t>
            </a:r>
            <a:endParaRPr kumimoji="1" lang="en-US" altLang="zh-CN" sz="14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p:txBody>
      </p:sp>
      <p:sp>
        <p:nvSpPr>
          <p:cNvPr id="171044" name="Rectangle 35"/>
          <p:cNvSpPr>
            <a:spLocks noChangeArrowheads="1"/>
          </p:cNvSpPr>
          <p:nvPr/>
        </p:nvSpPr>
        <p:spPr bwMode="auto">
          <a:xfrm>
            <a:off x="2736850" y="5194300"/>
            <a:ext cx="3032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1" lang="en-US" altLang="zh-CN" sz="14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rPr>
              <a:t>L</a:t>
            </a:r>
            <a:endParaRPr kumimoji="1" lang="en-US" altLang="zh-CN" sz="14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p:txBody>
      </p:sp>
      <p:sp>
        <p:nvSpPr>
          <p:cNvPr id="171045" name="Rectangle 36"/>
          <p:cNvSpPr>
            <a:spLocks noChangeArrowheads="1"/>
          </p:cNvSpPr>
          <p:nvPr/>
        </p:nvSpPr>
        <p:spPr bwMode="auto">
          <a:xfrm>
            <a:off x="3219450" y="1460500"/>
            <a:ext cx="107315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4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rPr>
              <a:t>生产线提前</a:t>
            </a:r>
            <a:endParaRPr kumimoji="1" lang="zh-CN" altLang="en-US" sz="14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4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rPr>
              <a:t>准备好</a:t>
            </a:r>
            <a:endParaRPr kumimoji="1" lang="zh-CN" altLang="en-US" sz="14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p:txBody>
      </p:sp>
      <p:sp>
        <p:nvSpPr>
          <p:cNvPr id="171046" name="Rectangle 37"/>
          <p:cNvSpPr>
            <a:spLocks noChangeArrowheads="1"/>
          </p:cNvSpPr>
          <p:nvPr/>
        </p:nvSpPr>
        <p:spPr bwMode="auto">
          <a:xfrm>
            <a:off x="4918075" y="1308100"/>
            <a:ext cx="1606550" cy="179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4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4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rPr>
              <a:t>提前停机</a:t>
            </a:r>
            <a:endParaRPr kumimoji="1" lang="zh-CN" altLang="en-US" sz="14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14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14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rPr>
              <a:t>合同中要求</a:t>
            </a:r>
            <a:endParaRPr kumimoji="1" lang="zh-CN" altLang="en-US" sz="14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14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rPr>
              <a:t>另签安装支持协议</a:t>
            </a:r>
            <a:endParaRPr kumimoji="1" lang="zh-CN" altLang="en-US" sz="14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14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p:txBody>
      </p:sp>
      <p:sp>
        <p:nvSpPr>
          <p:cNvPr id="171047" name="Rectangle 38"/>
          <p:cNvSpPr>
            <a:spLocks noChangeArrowheads="1"/>
          </p:cNvSpPr>
          <p:nvPr/>
        </p:nvSpPr>
        <p:spPr bwMode="auto">
          <a:xfrm>
            <a:off x="7099300" y="1536700"/>
            <a:ext cx="1238250" cy="62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14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rPr>
              <a:t>提前开始</a:t>
            </a:r>
            <a:endParaRPr kumimoji="1" lang="zh-CN" altLang="en-US" sz="14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14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rPr>
              <a:t>测试</a:t>
            </a:r>
            <a:endParaRPr kumimoji="1" lang="zh-CN" altLang="en-US" sz="1400" b="0" i="0" u="none" strike="noStrike" kern="1200" cap="none" spc="0" normalizeH="0" baseline="0" noProof="0">
              <a:ln>
                <a:noFill/>
              </a:ln>
              <a:solidFill>
                <a:srgbClr val="000000"/>
              </a:solidFill>
              <a:effectLst/>
              <a:uLnTx/>
              <a:uFillTx/>
              <a:latin typeface="Arial Black" panose="020B0A04020102020204" pitchFamily="34" charset="0"/>
              <a:ea typeface="宋体" panose="02010600030101010101" pitchFamily="2" charset="-122"/>
              <a:cs typeface="+mn-cs"/>
            </a:endParaRPr>
          </a:p>
        </p:txBody>
      </p:sp>
      <p:sp>
        <p:nvSpPr>
          <p:cNvPr id="171048" name="Rectangle 39"/>
          <p:cNvSpPr>
            <a:spLocks noChangeArrowheads="1"/>
          </p:cNvSpPr>
          <p:nvPr/>
        </p:nvSpPr>
        <p:spPr bwMode="auto">
          <a:xfrm>
            <a:off x="8337550" y="1612900"/>
            <a:ext cx="1485900" cy="73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400">
                <a:solidFill>
                  <a:schemeClr val="tx1"/>
                </a:solidFill>
                <a:latin typeface="Futura Bk" pitchFamily="34" charset="0"/>
                <a:ea typeface="宋体" panose="02010600030101010101" pitchFamily="2" charset="-122"/>
              </a:defRPr>
            </a:lvl1pPr>
            <a:lvl2pPr marL="914400" indent="-457200">
              <a:defRPr sz="2400">
                <a:solidFill>
                  <a:schemeClr val="tx1"/>
                </a:solidFill>
                <a:latin typeface="Futura Bk" pitchFamily="34" charset="0"/>
                <a:ea typeface="宋体" panose="02010600030101010101" pitchFamily="2" charset="-122"/>
              </a:defRPr>
            </a:lvl2pPr>
            <a:lvl3pPr marL="1371600" indent="-457200">
              <a:defRPr sz="2400">
                <a:solidFill>
                  <a:schemeClr val="tx1"/>
                </a:solidFill>
                <a:latin typeface="Futura Bk" pitchFamily="34" charset="0"/>
                <a:ea typeface="宋体" panose="02010600030101010101" pitchFamily="2" charset="-122"/>
              </a:defRPr>
            </a:lvl3pPr>
            <a:lvl4pPr marL="1828800" indent="-457200">
              <a:defRPr sz="2400">
                <a:solidFill>
                  <a:schemeClr val="tx1"/>
                </a:solidFill>
                <a:latin typeface="Futura Bk" pitchFamily="34" charset="0"/>
                <a:ea typeface="宋体" panose="02010600030101010101" pitchFamily="2" charset="-122"/>
              </a:defRPr>
            </a:lvl4pPr>
            <a:lvl5pPr marL="2286000" indent="-457200">
              <a:defRPr sz="2400">
                <a:solidFill>
                  <a:schemeClr val="tx1"/>
                </a:solidFill>
                <a:latin typeface="Futura Bk" pitchFamily="34" charset="0"/>
                <a:ea typeface="宋体" panose="02010600030101010101" pitchFamily="2" charset="-122"/>
              </a:defRPr>
            </a:lvl5pPr>
            <a:lvl6pPr marL="2743200" indent="-4572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3200400" indent="-4572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657600" indent="-4572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4114800" indent="-4572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marL="457200" marR="0" lvl="0" indent="-457200" algn="l" defTabSz="914400" rtl="0" eaLnBrk="1" fontAlgn="base" latinLnBrk="0" hangingPunct="1">
              <a:lnSpc>
                <a:spcPct val="100000"/>
              </a:lnSpc>
              <a:spcBef>
                <a:spcPct val="0"/>
              </a:spcBef>
              <a:spcAft>
                <a:spcPct val="0"/>
              </a:spcAft>
              <a:buClrTx/>
              <a:buSzTx/>
              <a:buFontTx/>
              <a:buNone/>
              <a:defRPr/>
            </a:pPr>
            <a:r>
              <a:rPr kumimoji="1" lang="zh-CN" altLang="en-US" sz="1400" b="0" i="0" u="none" strike="noStrike" kern="1200" cap="none" spc="0" normalizeH="0" baseline="0" noProof="0">
                <a:ln>
                  <a:noFill/>
                </a:ln>
                <a:solidFill>
                  <a:srgbClr val="FF3300"/>
                </a:solidFill>
                <a:effectLst/>
                <a:uLnTx/>
                <a:uFillTx/>
                <a:latin typeface="Arial Black" panose="020B0A04020102020204" pitchFamily="34" charset="0"/>
                <a:ea typeface="宋体" panose="02010600030101010101" pitchFamily="2" charset="-122"/>
                <a:cs typeface="+mn-cs"/>
              </a:rPr>
              <a:t>每天下班前</a:t>
            </a:r>
            <a:endParaRPr kumimoji="1" lang="zh-CN" altLang="en-US" sz="1400" b="0" i="0" u="none" strike="noStrike" kern="1200" cap="none" spc="0" normalizeH="0" baseline="0" noProof="0">
              <a:ln>
                <a:noFill/>
              </a:ln>
              <a:solidFill>
                <a:srgbClr val="FF3300"/>
              </a:solidFill>
              <a:effectLst/>
              <a:uLnTx/>
              <a:uFillTx/>
              <a:latin typeface="Arial Black" panose="020B0A04020102020204" pitchFamily="34" charset="0"/>
              <a:ea typeface="宋体" panose="02010600030101010101" pitchFamily="2" charset="-122"/>
              <a:cs typeface="+mn-cs"/>
            </a:endParaRPr>
          </a:p>
          <a:p>
            <a:pPr marL="457200" marR="0" lvl="0" indent="-457200" algn="l" defTabSz="914400" rtl="0" eaLnBrk="1" fontAlgn="base" latinLnBrk="0" hangingPunct="1">
              <a:lnSpc>
                <a:spcPct val="100000"/>
              </a:lnSpc>
              <a:spcBef>
                <a:spcPct val="0"/>
              </a:spcBef>
              <a:spcAft>
                <a:spcPct val="0"/>
              </a:spcAft>
              <a:buClrTx/>
              <a:buSzTx/>
              <a:buFontTx/>
              <a:buNone/>
              <a:defRPr/>
            </a:pPr>
            <a:r>
              <a:rPr kumimoji="1" lang="zh-CN" altLang="en-US" sz="1400" b="0" i="0" u="none" strike="noStrike" kern="1200" cap="none" spc="0" normalizeH="0" baseline="0" noProof="0">
                <a:ln>
                  <a:noFill/>
                </a:ln>
                <a:solidFill>
                  <a:srgbClr val="FF3300"/>
                </a:solidFill>
                <a:effectLst/>
                <a:uLnTx/>
                <a:uFillTx/>
                <a:latin typeface="Arial Black" panose="020B0A04020102020204" pitchFamily="34" charset="0"/>
                <a:ea typeface="宋体" panose="02010600030101010101" pitchFamily="2" charset="-122"/>
                <a:cs typeface="+mn-cs"/>
              </a:rPr>
              <a:t>检查进展 </a:t>
            </a:r>
            <a:endParaRPr kumimoji="1" lang="zh-CN" altLang="en-US" sz="1400" b="0" i="0" u="none" strike="noStrike" kern="1200" cap="none" spc="0" normalizeH="0" baseline="0" noProof="0">
              <a:ln>
                <a:noFill/>
              </a:ln>
              <a:solidFill>
                <a:srgbClr val="FF3300"/>
              </a:solidFill>
              <a:effectLst/>
              <a:uLnTx/>
              <a:uFillTx/>
              <a:latin typeface="Arial Black" panose="020B0A04020102020204" pitchFamily="34" charset="0"/>
              <a:ea typeface="宋体" panose="02010600030101010101" pitchFamily="2" charset="-122"/>
              <a:cs typeface="+mn-cs"/>
            </a:endParaRPr>
          </a:p>
          <a:p>
            <a:pPr marL="457200" marR="0" lvl="0" indent="-457200" algn="l" defTabSz="914400" rtl="0" eaLnBrk="1" fontAlgn="base" latinLnBrk="0" hangingPunct="1">
              <a:lnSpc>
                <a:spcPct val="100000"/>
              </a:lnSpc>
              <a:spcBef>
                <a:spcPct val="0"/>
              </a:spcBef>
              <a:spcAft>
                <a:spcPct val="0"/>
              </a:spcAft>
              <a:buClrTx/>
              <a:buSzTx/>
              <a:buFontTx/>
              <a:buNone/>
              <a:defRPr/>
            </a:pPr>
            <a:endParaRPr kumimoji="1" lang="zh-CN" altLang="en-US" sz="1400" b="0" i="0" u="none" strike="noStrike" kern="1200" cap="none" spc="0" normalizeH="0" baseline="0" noProof="0">
              <a:ln>
                <a:noFill/>
              </a:ln>
              <a:solidFill>
                <a:srgbClr val="FF3300"/>
              </a:solidFill>
              <a:effectLst/>
              <a:uLnTx/>
              <a:uFillTx/>
              <a:latin typeface="Arial Black" panose="020B0A04020102020204" pitchFamily="34" charset="0"/>
              <a:ea typeface="宋体" panose="02010600030101010101" pitchFamily="2" charset="-122"/>
              <a:cs typeface="+mn-cs"/>
            </a:endParaRPr>
          </a:p>
        </p:txBody>
      </p:sp>
      <p:sp>
        <p:nvSpPr>
          <p:cNvPr id="3" name="灯片编号占位符 2"/>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A6A0D67D-9B30-457F-9874-1F92730590A0}" type="slidenum">
              <a:rPr kumimoji="0" lang="en-US" altLang="zh-CN" sz="800" b="0" i="0" u="none" strike="noStrike" kern="1200" cap="none" spc="0" normalizeH="0" baseline="0" noProof="0" smtClean="0">
                <a:ln>
                  <a:noFill/>
                </a:ln>
                <a:solidFill>
                  <a:srgbClr val="5A93B6"/>
                </a:solidFill>
                <a:effectLst/>
                <a:uLnTx/>
                <a:uFillTx/>
                <a:latin typeface="Futura Bk" pitchFamily="34" charset="0"/>
                <a:ea typeface="宋体" panose="02010600030101010101" pitchFamily="2" charset="-122"/>
                <a:cs typeface="+mn-cs"/>
              </a:rPr>
            </a:fld>
            <a:endParaRPr kumimoji="0" lang="en-US" altLang="zh-CN" sz="800" b="0" i="0" u="none" strike="noStrike" kern="1200" cap="none" spc="0" normalizeH="0" baseline="0" noProof="0" dirty="0">
              <a:ln>
                <a:noFill/>
              </a:ln>
              <a:solidFill>
                <a:srgbClr val="5A93B6"/>
              </a:solidFill>
              <a:effectLst/>
              <a:uLnTx/>
              <a:uFillTx/>
              <a:latin typeface="Futura Bk" pitchFamily="34" charset="0"/>
              <a:ea typeface="宋体" panose="02010600030101010101" pitchFamily="2" charset="-122"/>
              <a:cs typeface="+mn-cs"/>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FEEC8"/>
        </a:solidFill>
        <a:effectLst/>
      </p:bgPr>
    </p:bg>
    <p:spTree>
      <p:nvGrpSpPr>
        <p:cNvPr id="1" name=""/>
        <p:cNvGrpSpPr/>
        <p:nvPr/>
      </p:nvGrpSpPr>
      <p:grpSpPr>
        <a:xfrm>
          <a:off x="0" y="0"/>
          <a:ext cx="0" cy="0"/>
          <a:chOff x="0" y="0"/>
          <a:chExt cx="0" cy="0"/>
        </a:xfrm>
      </p:grpSpPr>
      <p:sp>
        <p:nvSpPr>
          <p:cNvPr id="66562" name="标题 1"/>
          <p:cNvSpPr>
            <a:spLocks noGrp="1" noChangeArrowheads="1"/>
          </p:cNvSpPr>
          <p:nvPr>
            <p:ph type="title"/>
          </p:nvPr>
        </p:nvSpPr>
        <p:spPr/>
        <p:txBody>
          <a:bodyPr/>
          <a:lstStyle/>
          <a:p>
            <a:r>
              <a:rPr lang="zh-CN" altLang="en-US"/>
              <a:t>知识点回顾</a:t>
            </a:r>
            <a:endParaRPr lang="zh-CN" altLang="en-US"/>
          </a:p>
        </p:txBody>
      </p:sp>
      <p:sp>
        <p:nvSpPr>
          <p:cNvPr id="66563" name="内容占位符 2"/>
          <p:cNvSpPr>
            <a:spLocks noGrp="1" noChangeArrowheads="1"/>
          </p:cNvSpPr>
          <p:nvPr>
            <p:ph idx="1"/>
          </p:nvPr>
        </p:nvSpPr>
        <p:spPr/>
        <p:txBody>
          <a:bodyPr/>
          <a:lstStyle/>
          <a:p>
            <a:r>
              <a:rPr lang="zh-CN" altLang="en-US" dirty="0"/>
              <a:t>项目痛苦曲线</a:t>
            </a:r>
            <a:endParaRPr lang="en-US" altLang="zh-CN" dirty="0"/>
          </a:p>
          <a:p>
            <a:r>
              <a:rPr lang="zh-CN" altLang="en-US" dirty="0"/>
              <a:t>如何做项目策划？内容包括？</a:t>
            </a:r>
            <a:endParaRPr lang="zh-CN" altLang="en-US" dirty="0"/>
          </a:p>
          <a:p>
            <a:r>
              <a:rPr lang="zh-CN" altLang="en-US" dirty="0"/>
              <a:t>如何分配职责</a:t>
            </a:r>
            <a:endParaRPr lang="zh-CN" altLang="en-US" dirty="0"/>
          </a:p>
          <a:p>
            <a:r>
              <a:rPr lang="en-US" altLang="zh-CN" dirty="0"/>
              <a:t>3U</a:t>
            </a:r>
            <a:r>
              <a:rPr lang="zh-CN" altLang="en-US" dirty="0"/>
              <a:t>原则</a:t>
            </a:r>
            <a:endParaRPr lang="zh-CN" altLang="en-US" dirty="0"/>
          </a:p>
          <a:p>
            <a:r>
              <a:rPr lang="zh-CN" altLang="en-US" dirty="0"/>
              <a:t>四种任务依赖关系</a:t>
            </a:r>
            <a:endParaRPr lang="zh-CN" altLang="en-US" dirty="0"/>
          </a:p>
          <a:p>
            <a:r>
              <a:rPr lang="zh-CN" altLang="en-US" dirty="0"/>
              <a:t>关键路径</a:t>
            </a:r>
            <a:r>
              <a:rPr lang="en-US" altLang="zh-CN" dirty="0"/>
              <a:t>Critical Path</a:t>
            </a:r>
            <a:endParaRPr lang="en-US" altLang="zh-CN" dirty="0"/>
          </a:p>
          <a:p>
            <a:r>
              <a:rPr lang="zh-CN" altLang="en-US" dirty="0"/>
              <a:t>风险应对策略</a:t>
            </a:r>
            <a:r>
              <a:rPr lang="en-US" altLang="zh-CN" dirty="0"/>
              <a:t>P/S</a:t>
            </a:r>
            <a:endParaRPr lang="en-US" altLang="zh-CN" dirty="0"/>
          </a:p>
        </p:txBody>
      </p:sp>
      <p:sp>
        <p:nvSpPr>
          <p:cNvPr id="3" name="灯片编号占位符 2"/>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D9D2222-8541-46EA-AD3B-36A5E091B774}" type="slidenum">
              <a:rPr kumimoji="0" lang="en-US" altLang="zh-CN" sz="800" b="0" i="0" u="none" strike="noStrike" kern="1200" cap="none" spc="0" normalizeH="0" baseline="0" noProof="0" smtClean="0">
                <a:ln>
                  <a:noFill/>
                </a:ln>
                <a:solidFill>
                  <a:srgbClr val="5A93B6"/>
                </a:solidFill>
                <a:effectLst/>
                <a:uLnTx/>
                <a:uFillTx/>
                <a:latin typeface="Futura Bk" pitchFamily="34" charset="0"/>
                <a:ea typeface="宋体" panose="02010600030101010101" pitchFamily="2" charset="-122"/>
                <a:cs typeface="+mn-cs"/>
              </a:rPr>
            </a:fld>
            <a:endParaRPr kumimoji="0" lang="en-US" altLang="zh-CN" sz="800" b="0" i="0" u="none" strike="noStrike" kern="1200" cap="none" spc="0" normalizeH="0" baseline="0" noProof="0" dirty="0">
              <a:ln>
                <a:noFill/>
              </a:ln>
              <a:solidFill>
                <a:srgbClr val="5A93B6"/>
              </a:solidFill>
              <a:effectLst/>
              <a:uLnTx/>
              <a:uFillTx/>
              <a:latin typeface="Futura Bk" pitchFamily="34" charset="0"/>
              <a:ea typeface="宋体" panose="02010600030101010101" pitchFamily="2" charset="-122"/>
              <a:cs typeface="+mn-cs"/>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课程内容</a:t>
            </a:r>
            <a:endParaRPr lang="zh-CN" altLang="en-US" dirty="0"/>
          </a:p>
        </p:txBody>
      </p:sp>
      <p:graphicFrame>
        <p:nvGraphicFramePr>
          <p:cNvPr id="5" name="内容占位符 4"/>
          <p:cNvGraphicFramePr>
            <a:graphicFrameLocks noGrp="1"/>
          </p:cNvGraphicFramePr>
          <p:nvPr>
            <p:ph sz="half" idx="1"/>
          </p:nvPr>
        </p:nvGraphicFramePr>
        <p:xfrm>
          <a:off x="365125" y="1273175"/>
          <a:ext cx="4470400" cy="52705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graphicFrame>
        <p:nvGraphicFramePr>
          <p:cNvPr id="8" name="内容占位符 7"/>
          <p:cNvGraphicFramePr>
            <a:graphicFrameLocks noGrp="1"/>
          </p:cNvGraphicFramePr>
          <p:nvPr>
            <p:ph sz="half" idx="2"/>
          </p:nvPr>
        </p:nvGraphicFramePr>
        <p:xfrm>
          <a:off x="4987925" y="1273175"/>
          <a:ext cx="4470400" cy="527050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3" name="灯片编号占位符 2"/>
          <p:cNvSpPr>
            <a:spLocks noGrp="1"/>
          </p:cNvSpPr>
          <p:nvPr>
            <p:ph type="sldNum" sz="quarter" idx="10"/>
          </p:nvPr>
        </p:nvSpPr>
        <p:spPr/>
        <p:txBody>
          <a:bodyPr/>
          <a:lstStyle/>
          <a:p>
            <a:pPr>
              <a:defRPr/>
            </a:pPr>
            <a:fld id="{ADA0D315-17C2-4F0F-B1C6-8BF8415BD984}" type="slidenum">
              <a:rPr lang="en-US" altLang="zh-CN" smtClean="0"/>
            </a:fld>
            <a:endParaRPr lang="en-US" altLang="zh-CN" dirty="0"/>
          </a:p>
        </p:txBody>
      </p:sp>
      <p:sp>
        <p:nvSpPr>
          <p:cNvPr id="2" name="文本框 1"/>
          <p:cNvSpPr txBox="1"/>
          <p:nvPr/>
        </p:nvSpPr>
        <p:spPr>
          <a:xfrm>
            <a:off x="8644255" y="1804240"/>
            <a:ext cx="814070" cy="646331"/>
          </a:xfrm>
          <a:prstGeom prst="rect">
            <a:avLst/>
          </a:prstGeom>
          <a:noFill/>
        </p:spPr>
        <p:txBody>
          <a:bodyPr wrap="square" rtlCol="0">
            <a:spAutoFit/>
          </a:bodyPr>
          <a:lstStyle/>
          <a:p>
            <a:r>
              <a:rPr lang="zh-CN" altLang="en-US" sz="3600" dirty="0"/>
              <a:t>👈</a:t>
            </a:r>
            <a:endParaRPr lang="zh-CN" altLang="en-US" sz="36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7219" name="Rectangle 5"/>
          <p:cNvSpPr>
            <a:spLocks noGrp="1" noChangeArrowheads="1"/>
          </p:cNvSpPr>
          <p:nvPr>
            <p:ph type="title"/>
          </p:nvPr>
        </p:nvSpPr>
        <p:spPr>
          <a:xfrm>
            <a:off x="366713" y="195263"/>
            <a:ext cx="9091612" cy="822325"/>
          </a:xfrm>
        </p:spPr>
        <p:txBody>
          <a:bodyPr/>
          <a:lstStyle/>
          <a:p>
            <a:r>
              <a:rPr lang="zh-CN" altLang="en-US"/>
              <a:t>你看到什么？</a:t>
            </a:r>
            <a:endParaRPr lang="zh-CN" altLang="en-US"/>
          </a:p>
        </p:txBody>
      </p:sp>
      <p:sp>
        <p:nvSpPr>
          <p:cNvPr id="2" name="内容占位符 1"/>
          <p:cNvSpPr>
            <a:spLocks noGrp="1"/>
          </p:cNvSpPr>
          <p:nvPr>
            <p:ph sz="half" idx="1"/>
          </p:nvPr>
        </p:nvSpPr>
        <p:spPr>
          <a:xfrm>
            <a:off x="4498142" y="1273175"/>
            <a:ext cx="2434766" cy="5270500"/>
          </a:xfrm>
        </p:spPr>
        <p:txBody>
          <a:bodyPr/>
          <a:lstStyle/>
          <a:p>
            <a:r>
              <a:rPr lang="zh-CN" altLang="en-US" sz="2000" dirty="0">
                <a:latin typeface="等线" panose="02010600030101010101" pitchFamily="2" charset="-122"/>
                <a:ea typeface="等线" panose="02010600030101010101" pitchFamily="2" charset="-122"/>
              </a:rPr>
              <a:t>感知的主观性</a:t>
            </a:r>
            <a:endParaRPr lang="en-US" altLang="zh-CN" sz="2000" dirty="0">
              <a:latin typeface="等线" panose="02010600030101010101" pitchFamily="2" charset="-122"/>
              <a:ea typeface="等线" panose="02010600030101010101" pitchFamily="2" charset="-122"/>
            </a:endParaRPr>
          </a:p>
          <a:p>
            <a:pPr lvl="1"/>
            <a:r>
              <a:rPr lang="zh-CN" altLang="en-US" sz="1400" b="1" dirty="0">
                <a:solidFill>
                  <a:schemeClr val="accent5">
                    <a:lumMod val="50000"/>
                  </a:schemeClr>
                </a:solidFill>
                <a:latin typeface="等线" panose="02010600030101010101" pitchFamily="2" charset="-122"/>
                <a:ea typeface="等线" panose="02010600030101010101" pitchFamily="2" charset="-122"/>
              </a:rPr>
              <a:t>情绪和心理状态</a:t>
            </a:r>
            <a:r>
              <a:rPr lang="zh-CN" altLang="en-US" sz="1400" dirty="0">
                <a:latin typeface="等线" panose="02010600030101010101" pitchFamily="2" charset="-122"/>
                <a:ea typeface="等线" panose="02010600030101010101" pitchFamily="2" charset="-122"/>
              </a:rPr>
              <a:t>：情绪可以改变我们的感知，对细节的注意力，甚至对时间流逝的体验。</a:t>
            </a:r>
            <a:endParaRPr lang="zh-CN" altLang="en-US" sz="1400" dirty="0">
              <a:latin typeface="等线" panose="02010600030101010101" pitchFamily="2" charset="-122"/>
              <a:ea typeface="等线" panose="02010600030101010101" pitchFamily="2" charset="-122"/>
            </a:endParaRPr>
          </a:p>
          <a:p>
            <a:pPr lvl="1"/>
            <a:r>
              <a:rPr lang="zh-CN" altLang="en-US" sz="1400" b="1" dirty="0">
                <a:solidFill>
                  <a:schemeClr val="accent5">
                    <a:lumMod val="50000"/>
                  </a:schemeClr>
                </a:solidFill>
                <a:latin typeface="等线" panose="02010600030101010101" pitchFamily="2" charset="-122"/>
                <a:ea typeface="等线" panose="02010600030101010101" pitchFamily="2" charset="-122"/>
              </a:rPr>
              <a:t>预期</a:t>
            </a:r>
            <a:r>
              <a:rPr lang="zh-CN" altLang="en-US" sz="1400" dirty="0">
                <a:latin typeface="等线" panose="02010600030101010101" pitchFamily="2" charset="-122"/>
                <a:ea typeface="等线" panose="02010600030101010101" pitchFamily="2" charset="-122"/>
              </a:rPr>
              <a:t>：我们的大脑通常会根据以往的经验和现有的知识来预测感官输入，这种预期可以影响我们的感知输出。</a:t>
            </a:r>
            <a:endParaRPr lang="en-US" altLang="zh-CN" sz="1400" dirty="0">
              <a:latin typeface="等线" panose="02010600030101010101" pitchFamily="2" charset="-122"/>
              <a:ea typeface="等线" panose="02010600030101010101" pitchFamily="2" charset="-122"/>
            </a:endParaRPr>
          </a:p>
          <a:p>
            <a:pPr lvl="1"/>
            <a:r>
              <a:rPr lang="zh-CN" altLang="en-US" sz="1400" b="1" dirty="0">
                <a:solidFill>
                  <a:schemeClr val="accent5">
                    <a:lumMod val="50000"/>
                  </a:schemeClr>
                </a:solidFill>
                <a:latin typeface="等线" panose="02010600030101010101" pitchFamily="2" charset="-122"/>
                <a:ea typeface="等线" panose="02010600030101010101" pitchFamily="2" charset="-122"/>
              </a:rPr>
              <a:t>文化差异</a:t>
            </a:r>
            <a:r>
              <a:rPr lang="zh-CN" altLang="en-US" sz="1400" dirty="0">
                <a:latin typeface="等线" panose="02010600030101010101" pitchFamily="2" charset="-122"/>
                <a:ea typeface="等线" panose="02010600030101010101" pitchFamily="2" charset="-122"/>
              </a:rPr>
              <a:t>：不同文化对颜色、符号和手势的理解可能有很大差异，这些理解差异会影响个人的感知。</a:t>
            </a:r>
            <a:endParaRPr lang="zh-CN" altLang="en-US" sz="1400" dirty="0">
              <a:latin typeface="等线" panose="02010600030101010101" pitchFamily="2" charset="-122"/>
              <a:ea typeface="等线" panose="02010600030101010101" pitchFamily="2" charset="-122"/>
            </a:endParaRPr>
          </a:p>
          <a:p>
            <a:pPr lvl="1"/>
            <a:r>
              <a:rPr lang="zh-CN" altLang="en-US" sz="1400" b="1" dirty="0">
                <a:solidFill>
                  <a:schemeClr val="accent5">
                    <a:lumMod val="50000"/>
                  </a:schemeClr>
                </a:solidFill>
                <a:latin typeface="等线" panose="02010600030101010101" pitchFamily="2" charset="-122"/>
                <a:ea typeface="等线" panose="02010600030101010101" pitchFamily="2" charset="-122"/>
              </a:rPr>
              <a:t>既往经验</a:t>
            </a:r>
            <a:r>
              <a:rPr lang="zh-CN" altLang="en-US" sz="1400" dirty="0">
                <a:latin typeface="等线" panose="02010600030101010101" pitchFamily="2" charset="-122"/>
                <a:ea typeface="等线" panose="02010600030101010101" pitchFamily="2" charset="-122"/>
              </a:rPr>
              <a:t>：我们的过去经历会塑造感知过程，比如对特定物体或场景的熟悉度可以影响我们的视觉识别。</a:t>
            </a:r>
            <a:endParaRPr lang="zh-CN" altLang="en-US" sz="1400" dirty="0">
              <a:latin typeface="等线" panose="02010600030101010101" pitchFamily="2" charset="-122"/>
              <a:ea typeface="等线" panose="02010600030101010101" pitchFamily="2" charset="-122"/>
            </a:endParaRPr>
          </a:p>
        </p:txBody>
      </p:sp>
      <p:sp>
        <p:nvSpPr>
          <p:cNvPr id="4" name="内容占位符 3"/>
          <p:cNvSpPr>
            <a:spLocks noGrp="1"/>
          </p:cNvSpPr>
          <p:nvPr>
            <p:ph sz="half" idx="2"/>
          </p:nvPr>
        </p:nvSpPr>
        <p:spPr>
          <a:xfrm>
            <a:off x="7139552" y="1273175"/>
            <a:ext cx="2366075" cy="5270500"/>
          </a:xfrm>
        </p:spPr>
        <p:txBody>
          <a:bodyPr/>
          <a:lstStyle/>
          <a:p>
            <a:r>
              <a:rPr lang="zh-CN" altLang="en-US" sz="2000" dirty="0">
                <a:latin typeface="等线" panose="02010600030101010101" pitchFamily="2" charset="-122"/>
                <a:ea typeface="等线" panose="02010600030101010101" pitchFamily="2" charset="-122"/>
              </a:rPr>
              <a:t>感知的多样性</a:t>
            </a:r>
            <a:endParaRPr lang="en-US" altLang="zh-CN" sz="2000" dirty="0">
              <a:latin typeface="等线" panose="02010600030101010101" pitchFamily="2" charset="-122"/>
              <a:ea typeface="等线" panose="02010600030101010101" pitchFamily="2" charset="-122"/>
            </a:endParaRPr>
          </a:p>
          <a:p>
            <a:pPr lvl="1"/>
            <a:r>
              <a:rPr lang="zh-CN" altLang="en-US" sz="1400" b="1" dirty="0">
                <a:solidFill>
                  <a:schemeClr val="accent5">
                    <a:lumMod val="50000"/>
                  </a:schemeClr>
                </a:solidFill>
                <a:latin typeface="等线" panose="02010600030101010101" pitchFamily="2" charset="-122"/>
                <a:ea typeface="等线" panose="02010600030101010101" pitchFamily="2" charset="-122"/>
              </a:rPr>
              <a:t>感官差异</a:t>
            </a:r>
            <a:r>
              <a:rPr lang="zh-CN" altLang="en-US" sz="1400" dirty="0">
                <a:latin typeface="等线" panose="02010600030101010101" pitchFamily="2" charset="-122"/>
                <a:ea typeface="等线" panose="02010600030101010101" pitchFamily="2" charset="-122"/>
              </a:rPr>
              <a:t>：人们的感官敏感度不同，例如有些人对颜色的区分度比其他人更高（如画家与非画家）。</a:t>
            </a:r>
            <a:endParaRPr lang="zh-CN" altLang="en-US" sz="1400" dirty="0">
              <a:latin typeface="等线" panose="02010600030101010101" pitchFamily="2" charset="-122"/>
              <a:ea typeface="等线" panose="02010600030101010101" pitchFamily="2" charset="-122"/>
            </a:endParaRPr>
          </a:p>
          <a:p>
            <a:pPr lvl="1"/>
            <a:r>
              <a:rPr lang="zh-CN" altLang="en-US" sz="1400" b="1" dirty="0">
                <a:solidFill>
                  <a:schemeClr val="accent5">
                    <a:lumMod val="50000"/>
                  </a:schemeClr>
                </a:solidFill>
                <a:latin typeface="等线" panose="02010600030101010101" pitchFamily="2" charset="-122"/>
                <a:ea typeface="等线" panose="02010600030101010101" pitchFamily="2" charset="-122"/>
              </a:rPr>
              <a:t>认知差异</a:t>
            </a:r>
            <a:r>
              <a:rPr lang="zh-CN" altLang="en-US" sz="1400" dirty="0">
                <a:latin typeface="等线" panose="02010600030101010101" pitchFamily="2" charset="-122"/>
                <a:ea typeface="等线" panose="02010600030101010101" pitchFamily="2" charset="-122"/>
              </a:rPr>
              <a:t>：认知功能的差异，如注意力、记忆和处理速度，会影响个体如何解释感官信息。</a:t>
            </a:r>
            <a:endParaRPr lang="zh-CN" altLang="en-US" sz="1400" dirty="0">
              <a:latin typeface="等线" panose="02010600030101010101" pitchFamily="2" charset="-122"/>
              <a:ea typeface="等线" panose="02010600030101010101" pitchFamily="2" charset="-122"/>
            </a:endParaRPr>
          </a:p>
          <a:p>
            <a:pPr lvl="1"/>
            <a:r>
              <a:rPr lang="zh-CN" altLang="en-US" sz="1400" b="1" dirty="0">
                <a:solidFill>
                  <a:schemeClr val="accent5">
                    <a:lumMod val="50000"/>
                  </a:schemeClr>
                </a:solidFill>
                <a:latin typeface="等线" panose="02010600030101010101" pitchFamily="2" charset="-122"/>
                <a:ea typeface="等线" panose="02010600030101010101" pitchFamily="2" charset="-122"/>
              </a:rPr>
              <a:t>生理差异</a:t>
            </a:r>
            <a:r>
              <a:rPr lang="zh-CN" altLang="en-US" sz="1400" dirty="0">
                <a:latin typeface="等线" panose="02010600030101010101" pitchFamily="2" charset="-122"/>
                <a:ea typeface="等线" panose="02010600030101010101" pitchFamily="2" charset="-122"/>
              </a:rPr>
              <a:t>：年龄、健康状况和生理结构的不同（例如眼睛中视网膜的构造）也会导致感知上的差异。</a:t>
            </a:r>
            <a:endParaRPr lang="zh-CN" altLang="en-US" sz="1400" dirty="0">
              <a:latin typeface="等线" panose="02010600030101010101" pitchFamily="2" charset="-122"/>
              <a:ea typeface="等线" panose="02010600030101010101" pitchFamily="2" charset="-122"/>
            </a:endParaRPr>
          </a:p>
        </p:txBody>
      </p:sp>
      <p:sp>
        <p:nvSpPr>
          <p:cNvPr id="3" name="灯片编号占位符 2"/>
          <p:cNvSpPr>
            <a:spLocks noGrp="1"/>
          </p:cNvSpPr>
          <p:nvPr>
            <p:ph type="sldNum" sz="quarter" idx="10"/>
          </p:nvPr>
        </p:nvSpPr>
        <p:spPr>
          <a:xfrm>
            <a:off x="9212263" y="6667500"/>
            <a:ext cx="436562" cy="122238"/>
          </a:xfrm>
        </p:spPr>
        <p:txBody>
          <a:bodyPr/>
          <a:lstStyle/>
          <a:p>
            <a:fld id="{A6A0D67D-9B30-457F-9874-1F92730590A0}" type="slidenum">
              <a:rPr lang="en-US" altLang="zh-CN" smtClean="0"/>
            </a:fld>
            <a:endParaRPr lang="en-US" altLang="zh-CN" dirty="0"/>
          </a:p>
        </p:txBody>
      </p:sp>
      <p:sp>
        <p:nvSpPr>
          <p:cNvPr id="137220" name="Freeform 3"/>
          <p:cNvSpPr/>
          <p:nvPr/>
        </p:nvSpPr>
        <p:spPr bwMode="auto">
          <a:xfrm>
            <a:off x="5048250" y="2613025"/>
            <a:ext cx="7938" cy="6350"/>
          </a:xfrm>
          <a:custGeom>
            <a:avLst/>
            <a:gdLst>
              <a:gd name="T0" fmla="*/ 0 w 5"/>
              <a:gd name="T1" fmla="*/ 2147483646 h 4"/>
              <a:gd name="T2" fmla="*/ 2147483646 w 5"/>
              <a:gd name="T3" fmla="*/ 0 h 4"/>
              <a:gd name="T4" fmla="*/ 2147483646 w 5"/>
              <a:gd name="T5" fmla="*/ 2147483646 h 4"/>
              <a:gd name="T6" fmla="*/ 0 w 5"/>
              <a:gd name="T7" fmla="*/ 2147483646 h 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 h="4">
                <a:moveTo>
                  <a:pt x="0" y="4"/>
                </a:moveTo>
                <a:lnTo>
                  <a:pt x="5" y="0"/>
                </a:lnTo>
                <a:lnTo>
                  <a:pt x="5" y="4"/>
                </a:lnTo>
                <a:lnTo>
                  <a:pt x="0" y="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pic>
        <p:nvPicPr>
          <p:cNvPr id="137221" name="Picture 4"/>
          <p:cNvPicPr>
            <a:picLocks noChangeAspect="1" noChangeArrowheads="1"/>
          </p:cNvPicPr>
          <p:nvPr/>
        </p:nvPicPr>
        <p:blipFill>
          <a:blip r:embed="rId1">
            <a:extLst>
              <a:ext uri="{28A0092B-C50C-407E-A947-70E740481C1C}">
                <a14:useLocalDpi xmlns:a14="http://schemas.microsoft.com/office/drawing/2010/main" val="0"/>
              </a:ext>
            </a:extLst>
          </a:blip>
          <a:srcRect b="7690"/>
          <a:stretch>
            <a:fillRect/>
          </a:stretch>
        </p:blipFill>
        <p:spPr bwMode="auto">
          <a:xfrm>
            <a:off x="230914" y="1327150"/>
            <a:ext cx="4197350" cy="5030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7" name="Rectangle 7"/>
          <p:cNvSpPr>
            <a:spLocks noGrp="1" noChangeArrowheads="1"/>
          </p:cNvSpPr>
          <p:nvPr>
            <p:ph type="title"/>
          </p:nvPr>
        </p:nvSpPr>
        <p:spPr/>
        <p:txBody>
          <a:bodyPr/>
          <a:lstStyle/>
          <a:p>
            <a:pPr eaLnBrk="1" hangingPunct="1"/>
            <a:r>
              <a:rPr lang="zh-CN" altLang="en-US"/>
              <a:t>沟通为什么重要？</a:t>
            </a:r>
            <a:endParaRPr lang="zh-CN" altLang="en-US"/>
          </a:p>
        </p:txBody>
      </p:sp>
      <p:sp>
        <p:nvSpPr>
          <p:cNvPr id="139268" name="Rectangle 8"/>
          <p:cNvSpPr>
            <a:spLocks noGrp="1" noChangeArrowheads="1"/>
          </p:cNvSpPr>
          <p:nvPr>
            <p:ph type="body" idx="1"/>
          </p:nvPr>
        </p:nvSpPr>
        <p:spPr/>
        <p:txBody>
          <a:bodyPr/>
          <a:lstStyle/>
          <a:p>
            <a:pPr eaLnBrk="1" hangingPunct="1">
              <a:buFontTx/>
              <a:buNone/>
            </a:pPr>
            <a:endParaRPr lang="zh-CN" altLang="en-US"/>
          </a:p>
          <a:p>
            <a:pPr eaLnBrk="1" hangingPunct="1">
              <a:buFontTx/>
              <a:buNone/>
            </a:pPr>
            <a:r>
              <a:rPr lang="zh-CN" altLang="en-US"/>
              <a:t>无效的沟通将导致：</a:t>
            </a:r>
            <a:endParaRPr lang="zh-CN" altLang="en-US"/>
          </a:p>
          <a:p>
            <a:pPr lvl="2" eaLnBrk="1" hangingPunct="1"/>
            <a:r>
              <a:rPr lang="zh-CN" altLang="en-US" sz="1800"/>
              <a:t>误会 </a:t>
            </a:r>
            <a:r>
              <a:rPr lang="en-US" altLang="zh-CN" sz="1800"/>
              <a:t>(misunderstandings)</a:t>
            </a:r>
            <a:endParaRPr lang="en-US" altLang="zh-CN" sz="1800"/>
          </a:p>
          <a:p>
            <a:pPr lvl="2" eaLnBrk="1" hangingPunct="1"/>
            <a:r>
              <a:rPr lang="zh-CN" altLang="en-US" sz="1800"/>
              <a:t>不适当的期望 </a:t>
            </a:r>
            <a:r>
              <a:rPr lang="en-US" altLang="zh-CN" sz="1800"/>
              <a:t>(incorrectly set expectations)</a:t>
            </a:r>
            <a:endParaRPr lang="zh-CN" altLang="en-US" sz="1800"/>
          </a:p>
          <a:p>
            <a:pPr lvl="2" eaLnBrk="1" hangingPunct="1"/>
            <a:r>
              <a:rPr lang="zh-CN" altLang="en-US" sz="1800"/>
              <a:t>冲突和争论（</a:t>
            </a:r>
            <a:r>
              <a:rPr lang="en-US" altLang="zh-CN" sz="1800"/>
              <a:t>conflicts and disputes</a:t>
            </a:r>
            <a:r>
              <a:rPr lang="zh-CN" altLang="en-US" sz="1800"/>
              <a:t>）</a:t>
            </a:r>
            <a:endParaRPr lang="zh-CN" altLang="en-US" sz="1800"/>
          </a:p>
          <a:p>
            <a:pPr lvl="2" eaLnBrk="1" hangingPunct="1"/>
            <a:r>
              <a:rPr lang="zh-CN" altLang="en-US" sz="1800"/>
              <a:t>曲解（</a:t>
            </a:r>
            <a:r>
              <a:rPr lang="en-US" altLang="zh-CN" sz="1800"/>
              <a:t>misinterpretations</a:t>
            </a:r>
            <a:r>
              <a:rPr lang="zh-CN" altLang="en-US" sz="1800"/>
              <a:t>）</a:t>
            </a:r>
            <a:endParaRPr lang="zh-CN" altLang="en-US" sz="1800"/>
          </a:p>
          <a:p>
            <a:pPr lvl="2" eaLnBrk="1" hangingPunct="1"/>
            <a:r>
              <a:rPr lang="zh-CN" altLang="en-US" sz="1800"/>
              <a:t>由于不正确的或不精确的指令导致生产力下降 </a:t>
            </a:r>
            <a:br>
              <a:rPr lang="en-US" altLang="zh-CN" sz="1800"/>
            </a:br>
            <a:r>
              <a:rPr lang="en-US" altLang="zh-CN" sz="1800"/>
              <a:t>(loss of productivity through incorrect / inaccurate instructions)</a:t>
            </a:r>
            <a:endParaRPr lang="en-US" altLang="zh-CN" sz="1800"/>
          </a:p>
          <a:p>
            <a:pPr lvl="2" eaLnBrk="1" hangingPunct="1"/>
            <a:r>
              <a:rPr lang="zh-CN" altLang="en-US" sz="1800"/>
              <a:t>差劲的团队工作 </a:t>
            </a:r>
            <a:r>
              <a:rPr lang="en-US" altLang="zh-CN" sz="1800"/>
              <a:t>(poor teamwork)</a:t>
            </a:r>
            <a:endParaRPr lang="zh-CN" altLang="en-US" sz="1800"/>
          </a:p>
        </p:txBody>
      </p:sp>
      <p:sp>
        <p:nvSpPr>
          <p:cNvPr id="770057" name="AutoShape 9"/>
          <p:cNvSpPr>
            <a:spLocks noChangeArrowheads="1"/>
          </p:cNvSpPr>
          <p:nvPr/>
        </p:nvSpPr>
        <p:spPr bwMode="auto">
          <a:xfrm>
            <a:off x="5757863" y="314325"/>
            <a:ext cx="4135437" cy="4057650"/>
          </a:xfrm>
          <a:prstGeom prst="irregularSeal1">
            <a:avLst/>
          </a:prstGeom>
          <a:solidFill>
            <a:srgbClr val="FF6600"/>
          </a:solidFill>
          <a:ln>
            <a:noFill/>
          </a:ln>
          <a:effectLst/>
        </p:spPr>
        <p:txBody>
          <a:bodyPr lIns="0" tIns="0" rIns="0" bIns="0" anchor="ctr"/>
          <a:lstStyle/>
          <a:p>
            <a:pPr algn="ctr" eaLnBrk="1" hangingPunct="1">
              <a:spcBef>
                <a:spcPct val="50000"/>
              </a:spcBef>
              <a:defRPr/>
            </a:pPr>
            <a:r>
              <a:rPr lang="zh-CN" altLang="en-US" b="1" dirty="0">
                <a:effectLst>
                  <a:outerShdw blurRad="38100" dist="38100" dir="2700000" algn="tl">
                    <a:srgbClr val="000000"/>
                  </a:outerShdw>
                </a:effectLst>
                <a:latin typeface="+mn-ea"/>
                <a:ea typeface="+mn-ea"/>
              </a:rPr>
              <a:t>糟糕的沟通</a:t>
            </a:r>
            <a:br>
              <a:rPr lang="en-US" altLang="zh-CN" b="1" dirty="0">
                <a:effectLst>
                  <a:outerShdw blurRad="38100" dist="38100" dir="2700000" algn="tl">
                    <a:srgbClr val="000000"/>
                  </a:outerShdw>
                </a:effectLst>
                <a:latin typeface="+mn-ea"/>
                <a:ea typeface="+mn-ea"/>
              </a:rPr>
            </a:br>
            <a:r>
              <a:rPr lang="zh-CN" altLang="en-US" b="1" dirty="0">
                <a:effectLst>
                  <a:outerShdw blurRad="38100" dist="38100" dir="2700000" algn="tl">
                    <a:srgbClr val="000000"/>
                  </a:outerShdw>
                </a:effectLst>
                <a:latin typeface="+mn-ea"/>
                <a:ea typeface="+mn-ea"/>
              </a:rPr>
              <a:t>是引起项目失败的主要原因之一</a:t>
            </a:r>
            <a:endParaRPr lang="zh-CN" altLang="en-US" b="1" dirty="0">
              <a:effectLst>
                <a:outerShdw blurRad="38100" dist="38100" dir="2700000" algn="tl">
                  <a:srgbClr val="000000"/>
                </a:outerShdw>
              </a:effectLst>
              <a:latin typeface="+mn-ea"/>
              <a:ea typeface="+mn-ea"/>
            </a:endParaRPr>
          </a:p>
        </p:txBody>
      </p:sp>
      <p:sp>
        <p:nvSpPr>
          <p:cNvPr id="3" name="灯片编号占位符 2"/>
          <p:cNvSpPr>
            <a:spLocks noGrp="1"/>
          </p:cNvSpPr>
          <p:nvPr>
            <p:ph type="sldNum" sz="quarter" idx="10"/>
          </p:nvPr>
        </p:nvSpPr>
        <p:spPr/>
        <p:txBody>
          <a:bodyPr/>
          <a:lstStyle/>
          <a:p>
            <a:pPr>
              <a:defRPr/>
            </a:pPr>
            <a:fld id="{6D9D2222-8541-46EA-AD3B-36A5E091B774}" type="slidenum">
              <a:rPr lang="en-US" altLang="zh-CN" smtClean="0"/>
            </a:fld>
            <a:endParaRPr lang="en-US" altLang="zh-CN"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标题 1"/>
          <p:cNvSpPr>
            <a:spLocks noGrp="1" noChangeArrowheads="1"/>
          </p:cNvSpPr>
          <p:nvPr>
            <p:ph type="title"/>
          </p:nvPr>
        </p:nvSpPr>
        <p:spPr/>
        <p:txBody>
          <a:bodyPr/>
          <a:lstStyle/>
          <a:p>
            <a:r>
              <a:rPr lang="en-US" altLang="zh-CN"/>
              <a:t>90%</a:t>
            </a:r>
            <a:r>
              <a:rPr lang="zh-CN" altLang="en-US"/>
              <a:t>！</a:t>
            </a:r>
            <a:endParaRPr lang="zh-CN" altLang="en-US"/>
          </a:p>
        </p:txBody>
      </p:sp>
      <p:sp>
        <p:nvSpPr>
          <p:cNvPr id="141315" name="内容占位符 2"/>
          <p:cNvSpPr>
            <a:spLocks noGrp="1" noChangeArrowheads="1"/>
          </p:cNvSpPr>
          <p:nvPr>
            <p:ph idx="1"/>
          </p:nvPr>
        </p:nvSpPr>
        <p:spPr/>
        <p:txBody>
          <a:bodyPr/>
          <a:lstStyle/>
          <a:p>
            <a:r>
              <a:rPr lang="zh-CN" altLang="en-US"/>
              <a:t>一个复杂项目中</a:t>
            </a:r>
            <a:br>
              <a:rPr lang="en-US" altLang="zh-CN"/>
            </a:br>
            <a:r>
              <a:rPr lang="zh-CN" altLang="en-US"/>
              <a:t>项目经理应当把</a:t>
            </a:r>
            <a:r>
              <a:rPr lang="en-US" altLang="zh-CN"/>
              <a:t>75%-90%</a:t>
            </a:r>
            <a:br>
              <a:rPr lang="en-US" altLang="zh-CN"/>
            </a:br>
            <a:r>
              <a:rPr lang="zh-CN" altLang="en-US"/>
              <a:t>的时间用于沟通管理！</a:t>
            </a:r>
            <a:endParaRPr lang="en-US" altLang="zh-CN"/>
          </a:p>
          <a:p>
            <a:endParaRPr lang="en-US" altLang="zh-CN"/>
          </a:p>
          <a:p>
            <a:r>
              <a:rPr lang="zh-CN" altLang="en-US"/>
              <a:t>制定沟通制度</a:t>
            </a:r>
            <a:br>
              <a:rPr lang="en-US" altLang="zh-CN"/>
            </a:br>
            <a:r>
              <a:rPr lang="zh-CN" altLang="en-US"/>
              <a:t>进行各种方式的沟通</a:t>
            </a:r>
            <a:br>
              <a:rPr lang="en-US" altLang="zh-CN"/>
            </a:br>
            <a:r>
              <a:rPr lang="zh-CN" altLang="en-US"/>
              <a:t>使用沟通工具、技术</a:t>
            </a:r>
            <a:br>
              <a:rPr lang="en-US" altLang="zh-CN"/>
            </a:br>
            <a:r>
              <a:rPr lang="zh-CN" altLang="en-US"/>
              <a:t>编制、发布文档！</a:t>
            </a:r>
            <a:endParaRPr lang="zh-CN" altLang="en-US"/>
          </a:p>
        </p:txBody>
      </p:sp>
      <p:graphicFrame>
        <p:nvGraphicFramePr>
          <p:cNvPr id="5" name="图示 4"/>
          <p:cNvGraphicFramePr/>
          <p:nvPr/>
        </p:nvGraphicFramePr>
        <p:xfrm>
          <a:off x="6367722" y="3429000"/>
          <a:ext cx="3036743" cy="230662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3" name="灯片编号占位符 2"/>
          <p:cNvSpPr>
            <a:spLocks noGrp="1"/>
          </p:cNvSpPr>
          <p:nvPr>
            <p:ph type="sldNum" sz="quarter" idx="10"/>
          </p:nvPr>
        </p:nvSpPr>
        <p:spPr/>
        <p:txBody>
          <a:bodyPr/>
          <a:lstStyle/>
          <a:p>
            <a:pPr>
              <a:defRPr/>
            </a:pPr>
            <a:fld id="{6D9D2222-8541-46EA-AD3B-36A5E091B774}" type="slidenum">
              <a:rPr lang="en-US" altLang="zh-CN" smtClean="0"/>
            </a:fld>
            <a:endParaRPr lang="en-US" altLang="zh-CN"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42339" name="Rectangle 3"/>
          <p:cNvSpPr>
            <a:spLocks noChangeArrowheads="1"/>
          </p:cNvSpPr>
          <p:nvPr/>
        </p:nvSpPr>
        <p:spPr bwMode="auto">
          <a:xfrm>
            <a:off x="1643063" y="5073650"/>
            <a:ext cx="6873875" cy="646113"/>
          </a:xfrm>
          <a:prstGeom prst="rect">
            <a:avLst/>
          </a:prstGeom>
          <a:solidFill>
            <a:srgbClr val="0000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r>
              <a:rPr lang="zh-CN" altLang="en-US" sz="3600" b="1">
                <a:solidFill>
                  <a:schemeClr val="tx2"/>
                </a:solidFill>
                <a:latin typeface="黑体" panose="02010609060101010101" pitchFamily="49" charset="-122"/>
                <a:ea typeface="黑体" panose="02010609060101010101" pitchFamily="49" charset="-122"/>
              </a:rPr>
              <a:t>项目中的沟通</a:t>
            </a:r>
            <a:endParaRPr lang="zh-CN" altLang="en-US" sz="2000" b="1">
              <a:solidFill>
                <a:schemeClr val="tx2"/>
              </a:solidFill>
              <a:latin typeface="黑体" panose="02010609060101010101" pitchFamily="49" charset="-122"/>
              <a:ea typeface="黑体" panose="02010609060101010101" pitchFamily="49" charset="-122"/>
            </a:endParaRPr>
          </a:p>
        </p:txBody>
      </p:sp>
      <p:sp>
        <p:nvSpPr>
          <p:cNvPr id="142340" name="Text Box 8"/>
          <p:cNvSpPr txBox="1">
            <a:spLocks noChangeArrowheads="1"/>
          </p:cNvSpPr>
          <p:nvPr/>
        </p:nvSpPr>
        <p:spPr bwMode="auto">
          <a:xfrm>
            <a:off x="3027363" y="1990725"/>
            <a:ext cx="4095750" cy="2662238"/>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lnSpc>
                <a:spcPct val="80000"/>
              </a:lnSpc>
              <a:spcAft>
                <a:spcPct val="50000"/>
              </a:spcAft>
            </a:pPr>
            <a:r>
              <a:rPr lang="zh-CN" altLang="en-US" sz="2800">
                <a:solidFill>
                  <a:schemeClr val="bg2"/>
                </a:solidFill>
                <a:ea typeface="黑体" panose="02010609060101010101" pitchFamily="49" charset="-122"/>
              </a:rPr>
              <a:t>有效的帮助我们实现目标</a:t>
            </a:r>
            <a:endParaRPr lang="zh-CN" altLang="en-US" sz="2800">
              <a:solidFill>
                <a:schemeClr val="bg2"/>
              </a:solidFill>
              <a:ea typeface="黑体" panose="02010609060101010101" pitchFamily="49" charset="-122"/>
            </a:endParaRPr>
          </a:p>
          <a:p>
            <a:pPr algn="ctr">
              <a:lnSpc>
                <a:spcPct val="80000"/>
              </a:lnSpc>
              <a:spcAft>
                <a:spcPct val="50000"/>
              </a:spcAft>
            </a:pPr>
            <a:r>
              <a:rPr lang="zh-CN" altLang="en-US" sz="2200">
                <a:solidFill>
                  <a:schemeClr val="bg2"/>
                </a:solidFill>
                <a:latin typeface="黑体" panose="02010609060101010101" pitchFamily="49" charset="-122"/>
                <a:ea typeface="黑体" panose="02010609060101010101" pitchFamily="49" charset="-122"/>
              </a:rPr>
              <a:t>你会提问吗？</a:t>
            </a:r>
            <a:endParaRPr lang="zh-CN" altLang="en-US" sz="2200">
              <a:solidFill>
                <a:schemeClr val="bg2"/>
              </a:solidFill>
              <a:latin typeface="黑体" panose="02010609060101010101" pitchFamily="49" charset="-122"/>
              <a:ea typeface="黑体" panose="02010609060101010101" pitchFamily="49" charset="-122"/>
            </a:endParaRPr>
          </a:p>
          <a:p>
            <a:pPr algn="ctr">
              <a:lnSpc>
                <a:spcPct val="80000"/>
              </a:lnSpc>
              <a:spcAft>
                <a:spcPct val="50000"/>
              </a:spcAft>
            </a:pPr>
            <a:r>
              <a:rPr lang="zh-CN" altLang="en-US" sz="2200">
                <a:solidFill>
                  <a:schemeClr val="bg2"/>
                </a:solidFill>
                <a:latin typeface="黑体" panose="02010609060101010101" pitchFamily="49" charset="-122"/>
                <a:ea typeface="黑体" panose="02010609060101010101" pitchFamily="49" charset="-122"/>
              </a:rPr>
              <a:t>你会倾听吗？</a:t>
            </a:r>
            <a:endParaRPr lang="zh-CN" altLang="en-US" sz="2200">
              <a:solidFill>
                <a:schemeClr val="bg2"/>
              </a:solidFill>
              <a:latin typeface="黑体" panose="02010609060101010101" pitchFamily="49" charset="-122"/>
              <a:ea typeface="黑体" panose="02010609060101010101" pitchFamily="49" charset="-122"/>
            </a:endParaRPr>
          </a:p>
          <a:p>
            <a:pPr algn="ctr">
              <a:lnSpc>
                <a:spcPct val="80000"/>
              </a:lnSpc>
              <a:spcAft>
                <a:spcPct val="50000"/>
              </a:spcAft>
            </a:pPr>
            <a:r>
              <a:rPr lang="zh-CN" altLang="en-US" sz="2200">
                <a:solidFill>
                  <a:schemeClr val="bg2"/>
                </a:solidFill>
                <a:latin typeface="黑体" panose="02010609060101010101" pitchFamily="49" charset="-122"/>
                <a:ea typeface="黑体" panose="02010609060101010101" pitchFamily="49" charset="-122"/>
              </a:rPr>
              <a:t>你会表达意见吗？</a:t>
            </a:r>
            <a:endParaRPr lang="zh-CN" altLang="en-US" sz="2200">
              <a:solidFill>
                <a:schemeClr val="bg2"/>
              </a:solidFill>
              <a:latin typeface="黑体" panose="02010609060101010101" pitchFamily="49" charset="-122"/>
              <a:ea typeface="黑体" panose="02010609060101010101" pitchFamily="49" charset="-122"/>
            </a:endParaRPr>
          </a:p>
          <a:p>
            <a:pPr algn="ctr">
              <a:lnSpc>
                <a:spcPct val="80000"/>
              </a:lnSpc>
              <a:spcAft>
                <a:spcPct val="50000"/>
              </a:spcAft>
            </a:pPr>
            <a:r>
              <a:rPr lang="zh-CN" altLang="en-US" sz="2200">
                <a:solidFill>
                  <a:schemeClr val="bg2"/>
                </a:solidFill>
                <a:latin typeface="黑体" panose="02010609060101010101" pitchFamily="49" charset="-122"/>
                <a:ea typeface="黑体" panose="02010609060101010101" pitchFamily="49" charset="-122"/>
              </a:rPr>
              <a:t>你会激励人吗？</a:t>
            </a:r>
            <a:endParaRPr lang="zh-CN" altLang="en-US" sz="2200">
              <a:solidFill>
                <a:schemeClr val="bg2"/>
              </a:solidFill>
              <a:latin typeface="黑体" panose="02010609060101010101" pitchFamily="49" charset="-122"/>
              <a:ea typeface="黑体" panose="02010609060101010101" pitchFamily="49" charset="-122"/>
            </a:endParaRPr>
          </a:p>
          <a:p>
            <a:pPr algn="ctr">
              <a:lnSpc>
                <a:spcPct val="80000"/>
              </a:lnSpc>
              <a:spcAft>
                <a:spcPct val="50000"/>
              </a:spcAft>
            </a:pPr>
            <a:r>
              <a:rPr lang="zh-CN" altLang="en-US" sz="2200">
                <a:solidFill>
                  <a:schemeClr val="bg2"/>
                </a:solidFill>
                <a:latin typeface="黑体" panose="02010609060101010101" pitchFamily="49" charset="-122"/>
                <a:ea typeface="黑体" panose="02010609060101010101" pitchFamily="49" charset="-122"/>
              </a:rPr>
              <a:t>你会主持会议吗？</a:t>
            </a:r>
            <a:endParaRPr lang="zh-CN" altLang="en-US" sz="2200">
              <a:solidFill>
                <a:schemeClr val="bg2"/>
              </a:solidFill>
              <a:latin typeface="黑体" panose="02010609060101010101" pitchFamily="49" charset="-122"/>
              <a:ea typeface="黑体" panose="02010609060101010101" pitchFamily="49" charset="-122"/>
            </a:endParaRPr>
          </a:p>
        </p:txBody>
      </p:sp>
      <p:sp>
        <p:nvSpPr>
          <p:cNvPr id="142341" name="Rectangle 13"/>
          <p:cNvSpPr>
            <a:spLocks noGrp="1" noChangeArrowheads="1"/>
          </p:cNvSpPr>
          <p:nvPr>
            <p:ph type="title"/>
          </p:nvPr>
        </p:nvSpPr>
        <p:spPr/>
        <p:txBody>
          <a:bodyPr/>
          <a:lstStyle/>
          <a:p>
            <a:pPr eaLnBrk="1" hangingPunct="1"/>
            <a:r>
              <a:rPr lang="zh-CN" altLang="en-US"/>
              <a:t>与人沟通的技巧</a:t>
            </a:r>
            <a:endParaRPr lang="zh-CN" altLang="en-US"/>
          </a:p>
        </p:txBody>
      </p:sp>
      <p:sp>
        <p:nvSpPr>
          <p:cNvPr id="3" name="灯片编号占位符 2"/>
          <p:cNvSpPr>
            <a:spLocks noGrp="1"/>
          </p:cNvSpPr>
          <p:nvPr>
            <p:ph type="sldNum" sz="quarter" idx="10"/>
          </p:nvPr>
        </p:nvSpPr>
        <p:spPr/>
        <p:txBody>
          <a:bodyPr/>
          <a:lstStyle/>
          <a:p>
            <a:pPr>
              <a:defRPr/>
            </a:pPr>
            <a:fld id="{A6A0D67D-9B30-457F-9874-1F92730590A0}" type="slidenum">
              <a:rPr lang="en-US" altLang="zh-CN" smtClean="0"/>
            </a:fld>
            <a:endParaRPr lang="en-US" altLang="zh-CN" dirty="0"/>
          </a:p>
        </p:txBody>
      </p:sp>
    </p:spTree>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7" name="Rectangle 2"/>
          <p:cNvSpPr>
            <a:spLocks noGrp="1" noChangeArrowheads="1"/>
          </p:cNvSpPr>
          <p:nvPr>
            <p:ph type="title"/>
          </p:nvPr>
        </p:nvSpPr>
        <p:spPr/>
        <p:txBody>
          <a:bodyPr/>
          <a:lstStyle/>
          <a:p>
            <a:pPr eaLnBrk="1" hangingPunct="1"/>
            <a:r>
              <a:rPr lang="zh-CN" altLang="en-US"/>
              <a:t>问题的类型</a:t>
            </a:r>
            <a:endParaRPr lang="zh-CN" altLang="en-US"/>
          </a:p>
        </p:txBody>
      </p:sp>
      <p:sp>
        <p:nvSpPr>
          <p:cNvPr id="144388" name="Rectangle 3"/>
          <p:cNvSpPr>
            <a:spLocks noGrp="1" noChangeArrowheads="1"/>
          </p:cNvSpPr>
          <p:nvPr>
            <p:ph type="body" idx="1"/>
          </p:nvPr>
        </p:nvSpPr>
        <p:spPr/>
        <p:txBody>
          <a:bodyPr/>
          <a:lstStyle/>
          <a:p>
            <a:pPr eaLnBrk="1" hangingPunct="1"/>
            <a:r>
              <a:rPr lang="zh-CN" altLang="en-US"/>
              <a:t>封闭式问题</a:t>
            </a:r>
            <a:endParaRPr lang="zh-CN" altLang="en-US"/>
          </a:p>
          <a:p>
            <a:pPr lvl="2" eaLnBrk="1" hangingPunct="1"/>
            <a:r>
              <a:rPr lang="zh-CN" altLang="en-US"/>
              <a:t>确认信息</a:t>
            </a:r>
            <a:endParaRPr lang="zh-CN" altLang="en-US"/>
          </a:p>
          <a:p>
            <a:pPr eaLnBrk="1" hangingPunct="1"/>
            <a:endParaRPr lang="zh-CN" altLang="en-US"/>
          </a:p>
          <a:p>
            <a:pPr eaLnBrk="1" hangingPunct="1"/>
            <a:r>
              <a:rPr lang="zh-CN" altLang="en-US"/>
              <a:t>开放式问题</a:t>
            </a:r>
            <a:endParaRPr lang="zh-CN" altLang="en-US"/>
          </a:p>
          <a:p>
            <a:pPr lvl="2" eaLnBrk="1" hangingPunct="1"/>
            <a:r>
              <a:rPr lang="zh-CN" altLang="en-US"/>
              <a:t>获取信息</a:t>
            </a:r>
            <a:endParaRPr lang="zh-CN" altLang="en-US"/>
          </a:p>
        </p:txBody>
      </p:sp>
      <p:sp>
        <p:nvSpPr>
          <p:cNvPr id="3" name="灯片编号占位符 2"/>
          <p:cNvSpPr>
            <a:spLocks noGrp="1"/>
          </p:cNvSpPr>
          <p:nvPr>
            <p:ph type="sldNum" sz="quarter" idx="10"/>
          </p:nvPr>
        </p:nvSpPr>
        <p:spPr/>
        <p:txBody>
          <a:bodyPr/>
          <a:lstStyle/>
          <a:p>
            <a:pPr>
              <a:defRPr/>
            </a:pPr>
            <a:fld id="{6D9D2222-8541-46EA-AD3B-36A5E091B774}" type="slidenum">
              <a:rPr lang="en-US" altLang="zh-CN" smtClean="0"/>
            </a:fld>
            <a:endParaRPr lang="en-US" altLang="zh-CN"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5" name="Rectangle 2"/>
          <p:cNvSpPr>
            <a:spLocks noGrp="1" noChangeArrowheads="1"/>
          </p:cNvSpPr>
          <p:nvPr>
            <p:ph type="title"/>
          </p:nvPr>
        </p:nvSpPr>
        <p:spPr/>
        <p:txBody>
          <a:bodyPr/>
          <a:lstStyle/>
          <a:p>
            <a:pPr eaLnBrk="1" hangingPunct="1"/>
            <a:r>
              <a:rPr lang="zh-CN" altLang="en-US" dirty="0"/>
              <a:t>打破沙锅问到底（</a:t>
            </a:r>
            <a:r>
              <a:rPr lang="en-US" altLang="zh-CN" dirty="0"/>
              <a:t>5-Why</a:t>
            </a:r>
            <a:r>
              <a:rPr lang="zh-CN" altLang="en-US" dirty="0"/>
              <a:t>）</a:t>
            </a:r>
            <a:endParaRPr lang="zh-CN" altLang="en-US" dirty="0"/>
          </a:p>
        </p:txBody>
      </p:sp>
      <p:sp>
        <p:nvSpPr>
          <p:cNvPr id="146436" name="Rectangle 3"/>
          <p:cNvSpPr>
            <a:spLocks noGrp="1" noChangeArrowheads="1"/>
          </p:cNvSpPr>
          <p:nvPr>
            <p:ph sz="half" idx="1"/>
          </p:nvPr>
        </p:nvSpPr>
        <p:spPr/>
        <p:txBody>
          <a:bodyPr/>
          <a:lstStyle/>
          <a:p>
            <a:pPr lvl="2" eaLnBrk="1" hangingPunct="1"/>
            <a:r>
              <a:rPr lang="zh-CN" altLang="en-US" sz="1600" dirty="0"/>
              <a:t>抱歉，我的报告迟了。</a:t>
            </a:r>
            <a:endParaRPr lang="en-US" altLang="zh-CN" sz="1600" dirty="0"/>
          </a:p>
          <a:p>
            <a:pPr lvl="2" eaLnBrk="1" hangingPunct="1"/>
            <a:r>
              <a:rPr lang="zh-CN" altLang="en-US" sz="1600" dirty="0"/>
              <a:t>为什么你的报告迟了？</a:t>
            </a:r>
            <a:endParaRPr lang="zh-CN" altLang="en-US" sz="1600" dirty="0"/>
          </a:p>
          <a:p>
            <a:pPr lvl="2" eaLnBrk="1" hangingPunct="1"/>
            <a:endParaRPr lang="en-US" altLang="zh-CN" sz="1600" dirty="0"/>
          </a:p>
          <a:p>
            <a:pPr lvl="2" eaLnBrk="1" hangingPunct="1"/>
            <a:r>
              <a:rPr lang="zh-CN" altLang="en-US" sz="1600" dirty="0"/>
              <a:t>我打印不了。</a:t>
            </a:r>
            <a:endParaRPr lang="zh-CN" altLang="en-US" sz="1600" dirty="0"/>
          </a:p>
          <a:p>
            <a:pPr lvl="2" eaLnBrk="1" hangingPunct="1"/>
            <a:r>
              <a:rPr lang="zh-CN" altLang="en-US" sz="1600" dirty="0"/>
              <a:t>为什么你打印不了？</a:t>
            </a:r>
            <a:endParaRPr lang="en-US" altLang="zh-CN" sz="1600" dirty="0"/>
          </a:p>
          <a:p>
            <a:pPr lvl="2" eaLnBrk="1" hangingPunct="1"/>
            <a:endParaRPr lang="zh-CN" altLang="en-US" sz="1600" dirty="0"/>
          </a:p>
          <a:p>
            <a:pPr lvl="2" eaLnBrk="1" hangingPunct="1"/>
            <a:r>
              <a:rPr lang="zh-CN" altLang="en-US" sz="1600" dirty="0"/>
              <a:t>我的打印机出问题了。</a:t>
            </a:r>
            <a:endParaRPr lang="en-US" altLang="zh-CN" sz="1600" dirty="0"/>
          </a:p>
          <a:p>
            <a:pPr lvl="2" eaLnBrk="1" hangingPunct="1"/>
            <a:r>
              <a:rPr lang="zh-CN" altLang="en-US" sz="1600" dirty="0"/>
              <a:t>为什么你的打印机出问题了？</a:t>
            </a:r>
            <a:endParaRPr lang="zh-CN" altLang="en-US" sz="1600" dirty="0"/>
          </a:p>
          <a:p>
            <a:pPr lvl="2" eaLnBrk="1" hangingPunct="1"/>
            <a:endParaRPr lang="zh-CN" altLang="en-US" sz="1600" dirty="0"/>
          </a:p>
          <a:p>
            <a:pPr lvl="2" eaLnBrk="1" hangingPunct="1"/>
            <a:r>
              <a:rPr lang="zh-CN" altLang="en-US" sz="1600" dirty="0"/>
              <a:t>我不知道！</a:t>
            </a:r>
            <a:endParaRPr lang="en-US" altLang="zh-CN" sz="1600" dirty="0"/>
          </a:p>
          <a:p>
            <a:pPr lvl="2" eaLnBrk="1" hangingPunct="1"/>
            <a:endParaRPr lang="en-US" altLang="zh-CN" sz="1600" dirty="0"/>
          </a:p>
        </p:txBody>
      </p:sp>
      <p:sp>
        <p:nvSpPr>
          <p:cNvPr id="2" name="内容占位符 1"/>
          <p:cNvSpPr>
            <a:spLocks noGrp="1"/>
          </p:cNvSpPr>
          <p:nvPr>
            <p:ph sz="half" idx="2"/>
          </p:nvPr>
        </p:nvSpPr>
        <p:spPr/>
        <p:txBody>
          <a:bodyPr/>
          <a:lstStyle/>
          <a:p>
            <a:r>
              <a:rPr lang="en-US" altLang="zh-CN" sz="2800" dirty="0"/>
              <a:t>5-Why</a:t>
            </a:r>
            <a:r>
              <a:rPr lang="zh-CN" altLang="en-US" sz="2800" dirty="0"/>
              <a:t>方法</a:t>
            </a:r>
            <a:endParaRPr lang="zh-CN" altLang="en-US" sz="2800" dirty="0"/>
          </a:p>
          <a:p>
            <a:pPr lvl="2"/>
            <a:r>
              <a:rPr lang="zh-CN" altLang="en-US" sz="2000" dirty="0"/>
              <a:t>优点：找到根因</a:t>
            </a:r>
            <a:endParaRPr lang="en-US" altLang="zh-CN" sz="2000" dirty="0"/>
          </a:p>
          <a:p>
            <a:pPr lvl="2"/>
            <a:r>
              <a:rPr lang="zh-CN" altLang="en-US" sz="2000" dirty="0"/>
              <a:t>缺点：令人讨厌（如运用不当）</a:t>
            </a:r>
            <a:endParaRPr lang="zh-CN" altLang="en-US" sz="2000" dirty="0"/>
          </a:p>
        </p:txBody>
      </p:sp>
      <p:sp>
        <p:nvSpPr>
          <p:cNvPr id="3" name="灯片编号占位符 2"/>
          <p:cNvSpPr>
            <a:spLocks noGrp="1"/>
          </p:cNvSpPr>
          <p:nvPr>
            <p:ph type="sldNum" sz="quarter" idx="10"/>
          </p:nvPr>
        </p:nvSpPr>
        <p:spPr/>
        <p:txBody>
          <a:bodyPr/>
          <a:lstStyle/>
          <a:p>
            <a:pPr>
              <a:defRPr/>
            </a:pPr>
            <a:fld id="{6D9D2222-8541-46EA-AD3B-36A5E091B774}" type="slidenum">
              <a:rPr lang="en-US" altLang="zh-CN" smtClean="0"/>
            </a:fld>
            <a:endParaRPr lang="en-US" altLang="zh-CN"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3" name="Rectangle 2"/>
          <p:cNvSpPr>
            <a:spLocks noGrp="1" noChangeArrowheads="1"/>
          </p:cNvSpPr>
          <p:nvPr>
            <p:ph type="title"/>
          </p:nvPr>
        </p:nvSpPr>
        <p:spPr/>
        <p:txBody>
          <a:bodyPr/>
          <a:lstStyle/>
          <a:p>
            <a:pPr eaLnBrk="1" hangingPunct="1"/>
            <a:r>
              <a:rPr lang="zh-CN" altLang="en-US"/>
              <a:t>倾听的障碍</a:t>
            </a:r>
            <a:endParaRPr lang="zh-CN" altLang="en-US"/>
          </a:p>
        </p:txBody>
      </p:sp>
      <p:sp>
        <p:nvSpPr>
          <p:cNvPr id="148484" name="Rectangle 3"/>
          <p:cNvSpPr>
            <a:spLocks noGrp="1" noChangeArrowheads="1"/>
          </p:cNvSpPr>
          <p:nvPr>
            <p:ph type="body" idx="1"/>
          </p:nvPr>
        </p:nvSpPr>
        <p:spPr/>
        <p:txBody>
          <a:bodyPr/>
          <a:lstStyle/>
          <a:p>
            <a:pPr eaLnBrk="1" hangingPunct="1"/>
            <a:r>
              <a:rPr lang="zh-CN" altLang="en-US"/>
              <a:t>成见</a:t>
            </a:r>
            <a:endParaRPr lang="en-US" altLang="zh-CN"/>
          </a:p>
          <a:p>
            <a:pPr eaLnBrk="1" hangingPunct="1"/>
            <a:r>
              <a:rPr lang="zh-CN" altLang="en-US"/>
              <a:t>白日梦</a:t>
            </a:r>
            <a:endParaRPr lang="en-US" altLang="zh-CN"/>
          </a:p>
          <a:p>
            <a:pPr eaLnBrk="1" hangingPunct="1"/>
            <a:r>
              <a:rPr lang="zh-CN" altLang="en-US"/>
              <a:t>打断</a:t>
            </a:r>
            <a:endParaRPr lang="en-US" altLang="zh-CN"/>
          </a:p>
          <a:p>
            <a:pPr eaLnBrk="1" hangingPunct="1"/>
            <a:r>
              <a:rPr lang="zh-CN" altLang="en-US"/>
              <a:t>评判</a:t>
            </a:r>
            <a:endParaRPr lang="en-US" altLang="zh-CN"/>
          </a:p>
          <a:p>
            <a:pPr eaLnBrk="1" hangingPunct="1"/>
            <a:r>
              <a:rPr lang="zh-CN" altLang="en-US"/>
              <a:t>噪音</a:t>
            </a:r>
            <a:endParaRPr lang="en-US" altLang="zh-CN"/>
          </a:p>
          <a:p>
            <a:pPr eaLnBrk="1" hangingPunct="1"/>
            <a:r>
              <a:rPr lang="zh-CN" altLang="en-US"/>
              <a:t>时间不够</a:t>
            </a:r>
            <a:endParaRPr lang="en-US" altLang="zh-CN"/>
          </a:p>
        </p:txBody>
      </p:sp>
      <p:sp>
        <p:nvSpPr>
          <p:cNvPr id="3" name="灯片编号占位符 2"/>
          <p:cNvSpPr>
            <a:spLocks noGrp="1"/>
          </p:cNvSpPr>
          <p:nvPr>
            <p:ph type="sldNum" sz="quarter" idx="10"/>
          </p:nvPr>
        </p:nvSpPr>
        <p:spPr/>
        <p:txBody>
          <a:bodyPr/>
          <a:lstStyle/>
          <a:p>
            <a:pPr>
              <a:defRPr/>
            </a:pPr>
            <a:fld id="{6D9D2222-8541-46EA-AD3B-36A5E091B774}" type="slidenum">
              <a:rPr lang="en-US" altLang="zh-CN" smtClean="0"/>
            </a:fld>
            <a:endParaRPr lang="en-US" altLang="zh-CN"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沟通的等级</a:t>
            </a:r>
            <a:endParaRPr lang="zh-CN" altLang="en-US" dirty="0"/>
          </a:p>
        </p:txBody>
      </p:sp>
      <p:sp>
        <p:nvSpPr>
          <p:cNvPr id="3" name="内容占位符 2"/>
          <p:cNvSpPr>
            <a:spLocks noGrp="1"/>
          </p:cNvSpPr>
          <p:nvPr>
            <p:ph idx="1"/>
          </p:nvPr>
        </p:nvSpPr>
        <p:spPr/>
        <p:txBody>
          <a:bodyPr/>
          <a:lstStyle/>
          <a:p>
            <a:pPr marL="0" indent="0">
              <a:lnSpc>
                <a:spcPct val="80000"/>
              </a:lnSpc>
              <a:buNone/>
            </a:pPr>
            <a:r>
              <a:rPr lang="en-US" altLang="zh-CN" sz="3200" dirty="0"/>
              <a:t>1. </a:t>
            </a:r>
            <a:r>
              <a:rPr lang="zh-CN" altLang="en-US" sz="3200" dirty="0"/>
              <a:t>告知 </a:t>
            </a:r>
            <a:r>
              <a:rPr lang="en-US" altLang="zh-CN" sz="3200" dirty="0"/>
              <a:t>Informed</a:t>
            </a:r>
            <a:endParaRPr lang="en-US" altLang="zh-CN" sz="3200" dirty="0"/>
          </a:p>
          <a:p>
            <a:pPr marL="0" indent="0">
              <a:lnSpc>
                <a:spcPct val="80000"/>
              </a:lnSpc>
              <a:buNone/>
            </a:pPr>
            <a:r>
              <a:rPr lang="en-US" altLang="zh-CN" sz="3200" dirty="0"/>
              <a:t>2. </a:t>
            </a:r>
            <a:r>
              <a:rPr lang="zh-CN" altLang="en-US" sz="3200" dirty="0"/>
              <a:t>了解 </a:t>
            </a:r>
            <a:r>
              <a:rPr lang="en-US" altLang="zh-CN" sz="3200" dirty="0"/>
              <a:t>Known</a:t>
            </a:r>
            <a:endParaRPr lang="en-US" altLang="zh-CN" sz="3200" dirty="0"/>
          </a:p>
          <a:p>
            <a:pPr marL="0" indent="0">
              <a:lnSpc>
                <a:spcPct val="80000"/>
              </a:lnSpc>
              <a:buNone/>
            </a:pPr>
            <a:r>
              <a:rPr lang="en-US" altLang="zh-CN" sz="3200" dirty="0"/>
              <a:t>3. </a:t>
            </a:r>
            <a:r>
              <a:rPr lang="zh-CN" altLang="en-US" sz="3200" dirty="0"/>
              <a:t>同意 </a:t>
            </a:r>
            <a:r>
              <a:rPr lang="en-US" altLang="zh-CN" sz="3200" dirty="0"/>
              <a:t>Agreed</a:t>
            </a:r>
            <a:endParaRPr lang="en-US" altLang="zh-CN" sz="3200" dirty="0"/>
          </a:p>
          <a:p>
            <a:pPr marL="0" indent="0">
              <a:lnSpc>
                <a:spcPct val="80000"/>
              </a:lnSpc>
              <a:buNone/>
            </a:pPr>
            <a:r>
              <a:rPr lang="en-US" altLang="zh-CN" sz="3200" dirty="0"/>
              <a:t>4. </a:t>
            </a:r>
            <a:r>
              <a:rPr lang="zh-CN" altLang="en-US" sz="3200" dirty="0"/>
              <a:t>行动 </a:t>
            </a:r>
            <a:r>
              <a:rPr lang="en-US" altLang="zh-CN" sz="3200" dirty="0"/>
              <a:t>Take action</a:t>
            </a:r>
            <a:endParaRPr lang="en-US" altLang="zh-CN" sz="3200" dirty="0"/>
          </a:p>
          <a:p>
            <a:pPr marL="0" indent="0">
              <a:buNone/>
            </a:pPr>
            <a:endParaRPr lang="zh-CN" altLang="en-US" dirty="0"/>
          </a:p>
        </p:txBody>
      </p:sp>
      <p:sp>
        <p:nvSpPr>
          <p:cNvPr id="4" name="灯片编号占位符 3"/>
          <p:cNvSpPr>
            <a:spLocks noGrp="1"/>
          </p:cNvSpPr>
          <p:nvPr>
            <p:ph type="sldNum" sz="quarter" idx="10"/>
          </p:nvPr>
        </p:nvSpPr>
        <p:spPr/>
        <p:txBody>
          <a:bodyPr/>
          <a:lstStyle/>
          <a:p>
            <a:pPr>
              <a:defRPr/>
            </a:pPr>
            <a:fld id="{6D9D2222-8541-46EA-AD3B-36A5E091B774}" type="slidenum">
              <a:rPr lang="en-US" altLang="zh-CN" smtClean="0"/>
            </a:fld>
            <a:endParaRPr lang="en-US" altLang="zh-CN"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1" name="Rectangle 4"/>
          <p:cNvSpPr>
            <a:spLocks noGrp="1" noChangeArrowheads="1"/>
          </p:cNvSpPr>
          <p:nvPr>
            <p:ph type="title"/>
          </p:nvPr>
        </p:nvSpPr>
        <p:spPr/>
        <p:txBody>
          <a:bodyPr/>
          <a:lstStyle/>
          <a:p>
            <a:pPr eaLnBrk="1" hangingPunct="1"/>
            <a:r>
              <a:rPr lang="zh-CN" altLang="en-US"/>
              <a:t>项目中的沟通方式</a:t>
            </a:r>
            <a:endParaRPr lang="zh-CN" altLang="en-US"/>
          </a:p>
        </p:txBody>
      </p:sp>
      <p:sp>
        <p:nvSpPr>
          <p:cNvPr id="150532" name="Rectangle 5"/>
          <p:cNvSpPr>
            <a:spLocks noGrp="1" noChangeArrowheads="1"/>
          </p:cNvSpPr>
          <p:nvPr>
            <p:ph type="body" idx="1"/>
          </p:nvPr>
        </p:nvSpPr>
        <p:spPr/>
        <p:txBody>
          <a:bodyPr/>
          <a:lstStyle/>
          <a:p>
            <a:pPr eaLnBrk="1" hangingPunct="1"/>
            <a:r>
              <a:rPr lang="zh-CN" altLang="en-US" dirty="0"/>
              <a:t>集中工作地点（</a:t>
            </a:r>
            <a:r>
              <a:rPr lang="en-US" altLang="zh-CN" dirty="0"/>
              <a:t>Co-location</a:t>
            </a:r>
            <a:r>
              <a:rPr lang="zh-CN" altLang="en-US" dirty="0"/>
              <a:t>）</a:t>
            </a:r>
            <a:endParaRPr lang="en-US" altLang="zh-CN" dirty="0"/>
          </a:p>
          <a:p>
            <a:pPr eaLnBrk="1" hangingPunct="1"/>
            <a:r>
              <a:rPr lang="zh-CN" altLang="en-US" dirty="0"/>
              <a:t>技术手段</a:t>
            </a:r>
            <a:endParaRPr lang="zh-CN" altLang="en-US" dirty="0"/>
          </a:p>
          <a:p>
            <a:pPr lvl="2" eaLnBrk="1" hangingPunct="1"/>
            <a:r>
              <a:rPr lang="zh-CN" altLang="en-US" dirty="0"/>
              <a:t>见面会议</a:t>
            </a:r>
            <a:endParaRPr lang="zh-CN" altLang="en-US" dirty="0"/>
          </a:p>
          <a:p>
            <a:pPr lvl="2" eaLnBrk="1" hangingPunct="1"/>
            <a:r>
              <a:rPr lang="zh-CN" altLang="en-US" dirty="0"/>
              <a:t>视频会议</a:t>
            </a:r>
            <a:r>
              <a:rPr lang="en-US" altLang="zh-CN" dirty="0"/>
              <a:t>/</a:t>
            </a:r>
            <a:r>
              <a:rPr lang="zh-CN" altLang="en-US" dirty="0"/>
              <a:t>语音会议</a:t>
            </a:r>
            <a:endParaRPr lang="zh-CN" altLang="en-US" dirty="0"/>
          </a:p>
          <a:p>
            <a:pPr lvl="2" eaLnBrk="1" hangingPunct="1"/>
            <a:r>
              <a:rPr lang="zh-CN" altLang="en-US" dirty="0"/>
              <a:t>微信 </a:t>
            </a:r>
            <a:r>
              <a:rPr lang="en-US" altLang="zh-CN" dirty="0"/>
              <a:t>Instant messaging</a:t>
            </a:r>
            <a:endParaRPr lang="en-US" altLang="zh-CN" dirty="0"/>
          </a:p>
          <a:p>
            <a:pPr lvl="2" eaLnBrk="1" hangingPunct="1"/>
            <a:r>
              <a:rPr lang="en-US" altLang="zh-CN" dirty="0"/>
              <a:t>Email</a:t>
            </a:r>
            <a:endParaRPr lang="en-US" altLang="zh-CN" dirty="0"/>
          </a:p>
          <a:p>
            <a:pPr lvl="2" eaLnBrk="1" hangingPunct="1"/>
            <a:r>
              <a:rPr lang="zh-CN" altLang="en-US" dirty="0"/>
              <a:t>传真</a:t>
            </a:r>
            <a:endParaRPr lang="zh-CN" altLang="en-US" dirty="0"/>
          </a:p>
          <a:p>
            <a:pPr lvl="2" eaLnBrk="1" hangingPunct="1"/>
            <a:r>
              <a:rPr lang="zh-CN" altLang="en-US" dirty="0"/>
              <a:t>项目信息门户 </a:t>
            </a:r>
            <a:r>
              <a:rPr lang="en-US" altLang="zh-CN" dirty="0"/>
              <a:t>Project portal</a:t>
            </a:r>
            <a:endParaRPr lang="en-US" altLang="zh-CN" dirty="0"/>
          </a:p>
          <a:p>
            <a:pPr eaLnBrk="1" hangingPunct="1"/>
            <a:r>
              <a:rPr lang="zh-CN" altLang="en-US" dirty="0"/>
              <a:t>问题升级（</a:t>
            </a:r>
            <a:r>
              <a:rPr lang="en-US" altLang="zh-CN" dirty="0"/>
              <a:t>Escalation</a:t>
            </a:r>
            <a:r>
              <a:rPr lang="zh-CN" altLang="en-US" dirty="0"/>
              <a:t>）</a:t>
            </a:r>
            <a:endParaRPr lang="zh-CN" altLang="en-US" dirty="0"/>
          </a:p>
        </p:txBody>
      </p:sp>
      <p:sp>
        <p:nvSpPr>
          <p:cNvPr id="3" name="灯片编号占位符 2"/>
          <p:cNvSpPr>
            <a:spLocks noGrp="1"/>
          </p:cNvSpPr>
          <p:nvPr>
            <p:ph type="sldNum" sz="quarter" idx="10"/>
          </p:nvPr>
        </p:nvSpPr>
        <p:spPr/>
        <p:txBody>
          <a:bodyPr/>
          <a:lstStyle/>
          <a:p>
            <a:pPr>
              <a:defRPr/>
            </a:pPr>
            <a:fld id="{6D9D2222-8541-46EA-AD3B-36A5E091B774}" type="slidenum">
              <a:rPr lang="en-US" altLang="zh-CN" smtClean="0"/>
            </a:fld>
            <a:endParaRPr lang="en-US" altLang="zh-CN"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9" name="Rectangle 6"/>
          <p:cNvSpPr>
            <a:spLocks noGrp="1" noChangeArrowheads="1"/>
          </p:cNvSpPr>
          <p:nvPr>
            <p:ph type="title"/>
          </p:nvPr>
        </p:nvSpPr>
        <p:spPr/>
        <p:txBody>
          <a:bodyPr/>
          <a:lstStyle/>
          <a:p>
            <a:pPr eaLnBrk="1" hangingPunct="1"/>
            <a:r>
              <a:rPr lang="zh-CN" altLang="en-US"/>
              <a:t>项目中的沟通方式</a:t>
            </a:r>
            <a:r>
              <a:rPr lang="en-US" altLang="zh-CN">
                <a:latin typeface="Arial" panose="020B0604020202020204" pitchFamily="34" charset="0"/>
              </a:rPr>
              <a:t>——</a:t>
            </a:r>
            <a:r>
              <a:rPr lang="zh-CN" altLang="en-US"/>
              <a:t>会议</a:t>
            </a:r>
            <a:endParaRPr lang="zh-CN" altLang="en-US"/>
          </a:p>
        </p:txBody>
      </p:sp>
      <p:sp>
        <p:nvSpPr>
          <p:cNvPr id="152580" name="Rectangle 7"/>
          <p:cNvSpPr>
            <a:spLocks noGrp="1" noChangeArrowheads="1"/>
          </p:cNvSpPr>
          <p:nvPr>
            <p:ph type="body" idx="1"/>
          </p:nvPr>
        </p:nvSpPr>
        <p:spPr/>
        <p:txBody>
          <a:bodyPr/>
          <a:lstStyle/>
          <a:p>
            <a:pPr eaLnBrk="1" hangingPunct="1"/>
            <a:r>
              <a:rPr lang="zh-CN" altLang="en-US" sz="2800"/>
              <a:t>项目启动会议</a:t>
            </a:r>
            <a:endParaRPr lang="zh-CN" altLang="en-US" sz="2800"/>
          </a:p>
          <a:p>
            <a:pPr eaLnBrk="1" hangingPunct="1"/>
            <a:r>
              <a:rPr lang="zh-CN" altLang="en-US" sz="2800"/>
              <a:t>内部沟通</a:t>
            </a:r>
            <a:endParaRPr lang="zh-CN" altLang="en-US" sz="2800"/>
          </a:p>
          <a:p>
            <a:pPr lvl="2" eaLnBrk="1" hangingPunct="1"/>
            <a:r>
              <a:rPr lang="zh-CN" altLang="en-US" sz="2000"/>
              <a:t>项目组每周例会</a:t>
            </a:r>
            <a:endParaRPr lang="zh-CN" altLang="en-US" sz="2000"/>
          </a:p>
          <a:p>
            <a:pPr lvl="2" eaLnBrk="1" hangingPunct="1"/>
            <a:r>
              <a:rPr lang="zh-CN" altLang="en-US" sz="2000"/>
              <a:t>每月状态报告</a:t>
            </a:r>
            <a:endParaRPr lang="zh-CN" altLang="en-US" sz="2000"/>
          </a:p>
          <a:p>
            <a:pPr lvl="2" eaLnBrk="1" hangingPunct="1"/>
            <a:r>
              <a:rPr lang="zh-CN" altLang="en-US" sz="2000"/>
              <a:t>项目审核、审计</a:t>
            </a:r>
            <a:endParaRPr lang="zh-CN" altLang="en-US" sz="2000"/>
          </a:p>
          <a:p>
            <a:pPr lvl="2" eaLnBrk="1" hangingPunct="1"/>
            <a:r>
              <a:rPr lang="zh-CN" altLang="en-US" sz="2000"/>
              <a:t>非正式的</a:t>
            </a:r>
            <a:r>
              <a:rPr lang="en-US" altLang="zh-CN" sz="2000"/>
              <a:t>1</a:t>
            </a:r>
            <a:r>
              <a:rPr lang="zh-CN" altLang="en-US" sz="2000"/>
              <a:t>对</a:t>
            </a:r>
            <a:r>
              <a:rPr lang="en-US" altLang="zh-CN" sz="2000"/>
              <a:t>1</a:t>
            </a:r>
            <a:r>
              <a:rPr lang="zh-CN" altLang="en-US" sz="2000"/>
              <a:t>谈话</a:t>
            </a:r>
            <a:endParaRPr lang="zh-CN" altLang="en-US" sz="2000"/>
          </a:p>
          <a:p>
            <a:pPr lvl="2" eaLnBrk="1" hangingPunct="1"/>
            <a:r>
              <a:rPr lang="zh-CN" altLang="en-US" sz="2000"/>
              <a:t>小组谈话</a:t>
            </a:r>
            <a:endParaRPr lang="zh-CN" altLang="en-US" sz="2000"/>
          </a:p>
          <a:p>
            <a:pPr eaLnBrk="1" hangingPunct="1"/>
            <a:r>
              <a:rPr lang="zh-CN" altLang="en-US" sz="2800"/>
              <a:t>外部沟通</a:t>
            </a:r>
            <a:endParaRPr lang="zh-CN" altLang="en-US" sz="2800"/>
          </a:p>
          <a:p>
            <a:pPr lvl="2" eaLnBrk="1" hangingPunct="1"/>
            <a:r>
              <a:rPr lang="zh-CN" altLang="en-US" sz="2000"/>
              <a:t>每周客户会议</a:t>
            </a:r>
            <a:endParaRPr lang="zh-CN" altLang="en-US" sz="2000"/>
          </a:p>
          <a:p>
            <a:pPr lvl="2" eaLnBrk="1" hangingPunct="1"/>
            <a:r>
              <a:rPr lang="zh-CN" altLang="en-US" sz="2000"/>
              <a:t>每月状态报告</a:t>
            </a:r>
            <a:endParaRPr lang="en-US" altLang="zh-CN" sz="2000"/>
          </a:p>
          <a:p>
            <a:pPr eaLnBrk="1" hangingPunct="1"/>
            <a:r>
              <a:rPr lang="zh-CN" altLang="en-US" sz="2800"/>
              <a:t>项目领导委员会会议</a:t>
            </a:r>
            <a:endParaRPr lang="zh-CN" altLang="en-US" sz="2800"/>
          </a:p>
        </p:txBody>
      </p:sp>
      <p:sp>
        <p:nvSpPr>
          <p:cNvPr id="3" name="灯片编号占位符 2"/>
          <p:cNvSpPr>
            <a:spLocks noGrp="1"/>
          </p:cNvSpPr>
          <p:nvPr>
            <p:ph type="sldNum" sz="quarter" idx="10"/>
          </p:nvPr>
        </p:nvSpPr>
        <p:spPr/>
        <p:txBody>
          <a:bodyPr/>
          <a:lstStyle/>
          <a:p>
            <a:pPr>
              <a:defRPr/>
            </a:pPr>
            <a:fld id="{6D9D2222-8541-46EA-AD3B-36A5E091B774}" type="slidenum">
              <a:rPr lang="en-US" altLang="zh-CN" smtClean="0"/>
            </a:fld>
            <a:endParaRPr lang="en-US" altLang="zh-CN"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7" name="Rectangle 5"/>
          <p:cNvSpPr>
            <a:spLocks noGrp="1" noChangeArrowheads="1"/>
          </p:cNvSpPr>
          <p:nvPr>
            <p:ph type="title"/>
          </p:nvPr>
        </p:nvSpPr>
        <p:spPr/>
        <p:txBody>
          <a:bodyPr/>
          <a:lstStyle/>
          <a:p>
            <a:pPr eaLnBrk="1" hangingPunct="1"/>
            <a:r>
              <a:rPr lang="zh-CN" altLang="en-US"/>
              <a:t>如何组织有效的会议</a:t>
            </a:r>
            <a:endParaRPr lang="zh-CN" altLang="en-US"/>
          </a:p>
        </p:txBody>
      </p:sp>
      <p:sp>
        <p:nvSpPr>
          <p:cNvPr id="154628" name="Rectangle 6"/>
          <p:cNvSpPr>
            <a:spLocks noGrp="1" noChangeArrowheads="1"/>
          </p:cNvSpPr>
          <p:nvPr>
            <p:ph type="body" idx="1"/>
          </p:nvPr>
        </p:nvSpPr>
        <p:spPr/>
        <p:txBody>
          <a:bodyPr/>
          <a:lstStyle/>
          <a:p>
            <a:pPr eaLnBrk="1" hangingPunct="1"/>
            <a:r>
              <a:rPr lang="zh-CN" altLang="en-US"/>
              <a:t>会前：做好准备</a:t>
            </a:r>
            <a:endParaRPr lang="zh-CN" altLang="en-US"/>
          </a:p>
          <a:p>
            <a:pPr lvl="2" eaLnBrk="1" hangingPunct="1"/>
            <a:r>
              <a:rPr lang="zh-CN" altLang="en-US"/>
              <a:t>会议目的，参会人员，会议材料</a:t>
            </a:r>
            <a:endParaRPr lang="zh-CN" altLang="en-US"/>
          </a:p>
          <a:p>
            <a:pPr eaLnBrk="1" hangingPunct="1"/>
            <a:r>
              <a:rPr lang="zh-CN" altLang="en-US"/>
              <a:t>会议期间：集中在议题上</a:t>
            </a:r>
            <a:endParaRPr lang="zh-CN" altLang="en-US"/>
          </a:p>
          <a:p>
            <a:pPr lvl="2" eaLnBrk="1" hangingPunct="1"/>
            <a:r>
              <a:rPr lang="zh-CN" altLang="en-US"/>
              <a:t>不要超过计划的时间，指定记录员，总结会议结果</a:t>
            </a:r>
            <a:endParaRPr lang="zh-CN" altLang="en-US"/>
          </a:p>
          <a:p>
            <a:pPr eaLnBrk="1" hangingPunct="1"/>
            <a:r>
              <a:rPr lang="zh-CN" altLang="en-US"/>
              <a:t>会后：在</a:t>
            </a:r>
            <a:r>
              <a:rPr lang="en-US" altLang="zh-CN"/>
              <a:t>24</a:t>
            </a:r>
            <a:r>
              <a:rPr lang="zh-CN" altLang="en-US"/>
              <a:t>小时内公布会议结果</a:t>
            </a:r>
            <a:endParaRPr lang="zh-CN" altLang="en-US"/>
          </a:p>
          <a:p>
            <a:pPr lvl="2" eaLnBrk="1" hangingPunct="1"/>
            <a:r>
              <a:rPr lang="zh-CN" altLang="en-US"/>
              <a:t>会议决定，行动计划（谁负责，预计完工日期和预期的交付物），结果分发给所有被邀请参加会议的人员</a:t>
            </a:r>
            <a:endParaRPr lang="zh-CN" altLang="en-US"/>
          </a:p>
        </p:txBody>
      </p:sp>
      <p:sp>
        <p:nvSpPr>
          <p:cNvPr id="3" name="灯片编号占位符 2"/>
          <p:cNvSpPr>
            <a:spLocks noGrp="1"/>
          </p:cNvSpPr>
          <p:nvPr>
            <p:ph type="sldNum" sz="quarter" idx="10"/>
          </p:nvPr>
        </p:nvSpPr>
        <p:spPr/>
        <p:txBody>
          <a:bodyPr/>
          <a:lstStyle/>
          <a:p>
            <a:pPr>
              <a:defRPr/>
            </a:pPr>
            <a:fld id="{6D9D2222-8541-46EA-AD3B-36A5E091B774}" type="slidenum">
              <a:rPr lang="en-US" altLang="zh-CN" smtClean="0"/>
            </a:fld>
            <a:endParaRPr lang="en-US" altLang="zh-CN" dirty="0"/>
          </a:p>
        </p:txBody>
      </p:sp>
    </p:spTree>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5" name="Rectangle 9"/>
          <p:cNvSpPr>
            <a:spLocks noGrp="1" noChangeArrowheads="1"/>
          </p:cNvSpPr>
          <p:nvPr>
            <p:ph type="title"/>
          </p:nvPr>
        </p:nvSpPr>
        <p:spPr/>
        <p:txBody>
          <a:bodyPr/>
          <a:lstStyle/>
          <a:p>
            <a:pPr eaLnBrk="1" hangingPunct="1"/>
            <a:r>
              <a:rPr lang="zh-CN" altLang="en-US" dirty="0"/>
              <a:t>问题升级 </a:t>
            </a:r>
            <a:r>
              <a:rPr lang="en-US" altLang="zh-CN" dirty="0"/>
              <a:t>Escalation</a:t>
            </a:r>
            <a:endParaRPr lang="zh-CN" altLang="en-US" dirty="0"/>
          </a:p>
        </p:txBody>
      </p:sp>
      <p:sp>
        <p:nvSpPr>
          <p:cNvPr id="156676" name="Text Box 3"/>
          <p:cNvSpPr txBox="1">
            <a:spLocks noChangeArrowheads="1"/>
          </p:cNvSpPr>
          <p:nvPr/>
        </p:nvSpPr>
        <p:spPr bwMode="auto">
          <a:xfrm>
            <a:off x="300038" y="1619250"/>
            <a:ext cx="4802187"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r>
              <a:rPr lang="zh-CN" altLang="en-US" sz="2800" b="1">
                <a:solidFill>
                  <a:srgbClr val="000000"/>
                </a:solidFill>
                <a:latin typeface="Arial" panose="020B0604020202020204" pitchFamily="34" charset="0"/>
                <a:ea typeface="黑体" panose="02010609060101010101" pitchFamily="49" charset="-122"/>
              </a:rPr>
              <a:t>主动地、及时地向上级经理汇报，在项目经理位置无法解决的重要问题。</a:t>
            </a:r>
            <a:endParaRPr lang="zh-CN" altLang="en-US">
              <a:solidFill>
                <a:srgbClr val="000000"/>
              </a:solidFill>
              <a:latin typeface="Times New Roman" panose="02020603050405020304" pitchFamily="18" charset="0"/>
              <a:ea typeface="黑体" panose="02010609060101010101" pitchFamily="49" charset="-122"/>
            </a:endParaRPr>
          </a:p>
        </p:txBody>
      </p:sp>
      <p:graphicFrame>
        <p:nvGraphicFramePr>
          <p:cNvPr id="156677" name="Object 4"/>
          <p:cNvGraphicFramePr>
            <a:graphicFrameLocks noChangeAspect="1"/>
          </p:cNvGraphicFramePr>
          <p:nvPr/>
        </p:nvGraphicFramePr>
        <p:xfrm>
          <a:off x="6810375" y="1495425"/>
          <a:ext cx="1171575" cy="4787900"/>
        </p:xfrm>
        <a:graphic>
          <a:graphicData uri="http://schemas.openxmlformats.org/presentationml/2006/ole">
            <mc:AlternateContent xmlns:mc="http://schemas.openxmlformats.org/markup-compatibility/2006">
              <mc:Choice xmlns:v="urn:schemas-microsoft-com:vml" Requires="v">
                <p:oleObj spid="_x0000_s0" name="Clip" r:id="rId1" imgW="1260475" imgH="5149850" progId="MS_ClipArt_Gallery.2">
                  <p:embed/>
                </p:oleObj>
              </mc:Choice>
              <mc:Fallback>
                <p:oleObj name="Clip" r:id="rId1" imgW="1260475" imgH="5149850" progId="MS_ClipArt_Gallery.2">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10375" y="1495425"/>
                        <a:ext cx="1171575" cy="4787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6678" name="Text Box 5"/>
          <p:cNvSpPr txBox="1">
            <a:spLocks noChangeArrowheads="1"/>
          </p:cNvSpPr>
          <p:nvPr/>
        </p:nvSpPr>
        <p:spPr bwMode="auto">
          <a:xfrm>
            <a:off x="8001000" y="5057775"/>
            <a:ext cx="8747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r>
              <a:rPr lang="zh-CN" altLang="en-US" sz="1800" b="1">
                <a:solidFill>
                  <a:schemeClr val="bg2"/>
                </a:solidFill>
                <a:latin typeface="Times New Roman" panose="02020603050405020304" pitchFamily="18" charset="0"/>
                <a:ea typeface="黑体" panose="02010609060101010101" pitchFamily="49" charset="-122"/>
              </a:rPr>
              <a:t>小组长</a:t>
            </a:r>
            <a:endParaRPr lang="zh-CN" altLang="en-US" sz="1800" b="1">
              <a:solidFill>
                <a:schemeClr val="bg2"/>
              </a:solidFill>
              <a:latin typeface="Times New Roman" panose="02020603050405020304" pitchFamily="18" charset="0"/>
              <a:ea typeface="黑体" panose="02010609060101010101" pitchFamily="49" charset="-122"/>
            </a:endParaRPr>
          </a:p>
        </p:txBody>
      </p:sp>
      <p:sp>
        <p:nvSpPr>
          <p:cNvPr id="156679" name="Text Box 6"/>
          <p:cNvSpPr txBox="1">
            <a:spLocks noChangeArrowheads="1"/>
          </p:cNvSpPr>
          <p:nvPr/>
        </p:nvSpPr>
        <p:spPr bwMode="auto">
          <a:xfrm>
            <a:off x="7980363" y="3711575"/>
            <a:ext cx="11049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r>
              <a:rPr lang="zh-CN" altLang="en-US" sz="1800" b="1">
                <a:solidFill>
                  <a:schemeClr val="bg2"/>
                </a:solidFill>
                <a:latin typeface="Times New Roman" panose="02020603050405020304" pitchFamily="18" charset="0"/>
                <a:ea typeface="黑体" panose="02010609060101010101" pitchFamily="49" charset="-122"/>
              </a:rPr>
              <a:t>项目经理</a:t>
            </a:r>
            <a:endParaRPr lang="zh-CN" altLang="en-US" sz="1800" b="1">
              <a:solidFill>
                <a:schemeClr val="bg2"/>
              </a:solidFill>
              <a:latin typeface="Times New Roman" panose="02020603050405020304" pitchFamily="18" charset="0"/>
              <a:ea typeface="黑体" panose="02010609060101010101" pitchFamily="49" charset="-122"/>
            </a:endParaRPr>
          </a:p>
        </p:txBody>
      </p:sp>
      <p:sp>
        <p:nvSpPr>
          <p:cNvPr id="156680" name="Text Box 7"/>
          <p:cNvSpPr txBox="1">
            <a:spLocks noChangeArrowheads="1"/>
          </p:cNvSpPr>
          <p:nvPr/>
        </p:nvSpPr>
        <p:spPr bwMode="auto">
          <a:xfrm>
            <a:off x="7834313" y="2238375"/>
            <a:ext cx="133508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r>
              <a:rPr lang="zh-CN" altLang="en-US" sz="1800" b="1">
                <a:solidFill>
                  <a:schemeClr val="bg2"/>
                </a:solidFill>
                <a:latin typeface="Times New Roman" panose="02020603050405020304" pitchFamily="18" charset="0"/>
                <a:ea typeface="黑体" panose="02010609060101010101" pitchFamily="49" charset="-122"/>
              </a:rPr>
              <a:t>项目领导组</a:t>
            </a:r>
            <a:endParaRPr lang="zh-CN" altLang="en-US" sz="1800" b="1">
              <a:solidFill>
                <a:schemeClr val="bg2"/>
              </a:solidFill>
              <a:latin typeface="Times New Roman" panose="02020603050405020304" pitchFamily="18" charset="0"/>
              <a:ea typeface="黑体" panose="02010609060101010101" pitchFamily="49" charset="-122"/>
            </a:endParaRPr>
          </a:p>
        </p:txBody>
      </p:sp>
      <p:sp>
        <p:nvSpPr>
          <p:cNvPr id="156681" name="Text Box 8"/>
          <p:cNvSpPr txBox="1">
            <a:spLocks noChangeArrowheads="1"/>
          </p:cNvSpPr>
          <p:nvPr/>
        </p:nvSpPr>
        <p:spPr bwMode="auto">
          <a:xfrm>
            <a:off x="303213" y="3448050"/>
            <a:ext cx="4818062" cy="1800225"/>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r>
              <a:rPr lang="zh-CN" altLang="en-US" sz="2800">
                <a:solidFill>
                  <a:schemeClr val="accent1"/>
                </a:solidFill>
                <a:latin typeface="Futura Lt" pitchFamily="34" charset="0"/>
                <a:ea typeface="黑体" panose="02010609060101010101" pitchFamily="49" charset="-122"/>
              </a:rPr>
              <a:t>项目经理不能解决项目中的所有问题，但他必须采取适当的方式，把问题提给能够解决问题的人，并促使问题的解决。</a:t>
            </a:r>
            <a:endParaRPr lang="zh-CN" altLang="en-US" sz="2800">
              <a:solidFill>
                <a:schemeClr val="accent1"/>
              </a:solidFill>
              <a:latin typeface="Futura Lt" pitchFamily="34" charset="0"/>
              <a:ea typeface="黑体" panose="02010609060101010101" pitchFamily="49" charset="-122"/>
            </a:endParaRPr>
          </a:p>
        </p:txBody>
      </p:sp>
      <p:sp>
        <p:nvSpPr>
          <p:cNvPr id="3" name="灯片编号占位符 2"/>
          <p:cNvSpPr>
            <a:spLocks noGrp="1"/>
          </p:cNvSpPr>
          <p:nvPr>
            <p:ph type="sldNum" sz="quarter" idx="10"/>
          </p:nvPr>
        </p:nvSpPr>
        <p:spPr/>
        <p:txBody>
          <a:bodyPr/>
          <a:lstStyle/>
          <a:p>
            <a:pPr>
              <a:defRPr/>
            </a:pPr>
            <a:fld id="{A6A0D67D-9B30-457F-9874-1F92730590A0}" type="slidenum">
              <a:rPr lang="en-US" altLang="zh-CN" smtClean="0"/>
            </a:fld>
            <a:endParaRPr lang="en-US" altLang="zh-CN"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66713" y="195263"/>
            <a:ext cx="9091612" cy="822325"/>
          </a:xfrm>
        </p:spPr>
        <p:txBody>
          <a:bodyPr/>
          <a:lstStyle/>
          <a:p>
            <a:r>
              <a:rPr lang="zh-CN" altLang="en-US" dirty="0"/>
              <a:t>本质洞察</a:t>
            </a:r>
            <a:endParaRPr lang="zh-CN" altLang="en-US" dirty="0"/>
          </a:p>
        </p:txBody>
      </p:sp>
      <p:sp>
        <p:nvSpPr>
          <p:cNvPr id="4" name="内容占位符 3"/>
          <p:cNvSpPr>
            <a:spLocks noGrp="1"/>
          </p:cNvSpPr>
          <p:nvPr>
            <p:ph idx="1"/>
          </p:nvPr>
        </p:nvSpPr>
        <p:spPr>
          <a:xfrm>
            <a:off x="365125" y="1273175"/>
            <a:ext cx="9093200" cy="5270500"/>
          </a:xfrm>
        </p:spPr>
        <p:txBody>
          <a:bodyPr/>
          <a:lstStyle/>
          <a:p>
            <a:r>
              <a:rPr lang="zh-CN" altLang="en-US" sz="2400" dirty="0"/>
              <a:t>对问题或事物本质的洞察对沟通至关重要，可以极大地提高沟通的效率和效果。</a:t>
            </a:r>
            <a:endParaRPr lang="zh-CN" altLang="en-US" sz="2400" dirty="0"/>
          </a:p>
          <a:p>
            <a:pPr lvl="2"/>
            <a:r>
              <a:rPr lang="zh-CN" altLang="en-US" sz="1800" b="1" dirty="0">
                <a:latin typeface="等线" panose="02010600030101010101" pitchFamily="2" charset="-122"/>
                <a:ea typeface="等线" panose="02010600030101010101" pitchFamily="2" charset="-122"/>
              </a:rPr>
              <a:t>更好的问题解决</a:t>
            </a:r>
            <a:r>
              <a:rPr lang="zh-CN" altLang="en-US" sz="1800" dirty="0"/>
              <a:t>：识别问题的根本原因，而不仅仅是表面现象。</a:t>
            </a:r>
            <a:endParaRPr lang="zh-CN" altLang="en-US" sz="1800" dirty="0"/>
          </a:p>
          <a:p>
            <a:pPr lvl="2"/>
            <a:r>
              <a:rPr lang="zh-CN" altLang="en-US" sz="1800" b="1" dirty="0">
                <a:latin typeface="等线" panose="02010600030101010101" pitchFamily="2" charset="-122"/>
                <a:ea typeface="等线" panose="02010600030101010101" pitchFamily="2" charset="-122"/>
              </a:rPr>
              <a:t>沟通更加高效</a:t>
            </a:r>
            <a:r>
              <a:rPr lang="zh-CN" altLang="en-US" sz="1800" dirty="0"/>
              <a:t>：</a:t>
            </a:r>
            <a:r>
              <a:rPr lang="zh-CN" altLang="en-US" sz="1800" dirty="0">
                <a:latin typeface="宋体" panose="02010600030101010101" pitchFamily="2" charset="-122"/>
              </a:rPr>
              <a:t>“人狠话不多”，</a:t>
            </a:r>
            <a:r>
              <a:rPr lang="zh-CN" altLang="en-US" sz="1800" dirty="0"/>
              <a:t>避免无关紧要的内容。</a:t>
            </a:r>
            <a:endParaRPr lang="zh-CN" altLang="en-US" sz="1800" dirty="0"/>
          </a:p>
          <a:p>
            <a:pPr lvl="2"/>
            <a:r>
              <a:rPr lang="zh-CN" altLang="en-US" sz="1800" b="1" dirty="0">
                <a:latin typeface="等线" panose="02010600030101010101" pitchFamily="2" charset="-122"/>
                <a:ea typeface="等线" panose="02010600030101010101" pitchFamily="2" charset="-122"/>
              </a:rPr>
              <a:t>清晰、精确的信息，减少误解</a:t>
            </a:r>
            <a:r>
              <a:rPr lang="zh-CN" altLang="en-US" sz="1800" dirty="0"/>
              <a:t>。</a:t>
            </a:r>
            <a:endParaRPr lang="zh-CN" altLang="en-US" sz="1800" dirty="0"/>
          </a:p>
          <a:p>
            <a:pPr lvl="2"/>
            <a:r>
              <a:rPr lang="zh-CN" altLang="en-US" sz="1800" b="1" dirty="0">
                <a:latin typeface="等线" panose="02010600030101010101" pitchFamily="2" charset="-122"/>
                <a:ea typeface="等线" panose="02010600030101010101" pitchFamily="2" charset="-122"/>
              </a:rPr>
              <a:t>建立信任</a:t>
            </a:r>
            <a:r>
              <a:rPr lang="zh-CN" altLang="en-US" sz="1800" dirty="0"/>
              <a:t>：深刻的认识更容易获得听众的信任。</a:t>
            </a:r>
            <a:endParaRPr lang="en-US" altLang="zh-CN" sz="1800" dirty="0"/>
          </a:p>
          <a:p>
            <a:pPr lvl="2"/>
            <a:endParaRPr lang="en-US" altLang="zh-CN" sz="1800" dirty="0"/>
          </a:p>
          <a:p>
            <a:r>
              <a:rPr lang="zh-CN" altLang="en-US" sz="2600" dirty="0"/>
              <a:t>如何洞察本质？</a:t>
            </a:r>
            <a:endParaRPr lang="en-US" altLang="zh-CN" sz="2600" dirty="0"/>
          </a:p>
          <a:p>
            <a:pPr lvl="2"/>
            <a:r>
              <a:rPr lang="en-US" altLang="zh-CN" sz="1800" dirty="0"/>
              <a:t>5-Why</a:t>
            </a:r>
            <a:r>
              <a:rPr lang="zh-CN" altLang="en-US" sz="1800" dirty="0"/>
              <a:t>，提供形式方法</a:t>
            </a:r>
            <a:endParaRPr lang="en-US" altLang="zh-CN" sz="1800" dirty="0"/>
          </a:p>
          <a:p>
            <a:pPr lvl="2"/>
            <a:r>
              <a:rPr lang="zh-CN" altLang="en-US" sz="1800" dirty="0"/>
              <a:t>用心，日思夜想</a:t>
            </a:r>
            <a:endParaRPr lang="en-US" altLang="zh-CN" sz="1800" dirty="0"/>
          </a:p>
          <a:p>
            <a:pPr lvl="2"/>
            <a:r>
              <a:rPr lang="zh-CN" altLang="en-US" sz="1800" dirty="0"/>
              <a:t>现场有神灵 </a:t>
            </a:r>
            <a:r>
              <a:rPr lang="en-US" altLang="zh-CN" sz="1800" dirty="0"/>
              <a:t>——</a:t>
            </a:r>
            <a:r>
              <a:rPr lang="zh-CN" altLang="en-US" sz="1800" dirty="0"/>
              <a:t>稻盛和夫</a:t>
            </a:r>
            <a:endParaRPr lang="zh-CN" altLang="en-US" sz="1800" dirty="0"/>
          </a:p>
          <a:p>
            <a:pPr lvl="2"/>
            <a:r>
              <a:rPr lang="zh-CN" altLang="en-US" sz="1800" b="1" dirty="0"/>
              <a:t>学习和修行</a:t>
            </a:r>
            <a:endParaRPr lang="en-US" altLang="zh-CN" sz="1800" b="1" dirty="0"/>
          </a:p>
        </p:txBody>
      </p:sp>
      <p:sp>
        <p:nvSpPr>
          <p:cNvPr id="3" name="灯片编号占位符 2"/>
          <p:cNvSpPr>
            <a:spLocks noGrp="1"/>
          </p:cNvSpPr>
          <p:nvPr>
            <p:ph type="sldNum" sz="quarter" idx="10"/>
          </p:nvPr>
        </p:nvSpPr>
        <p:spPr>
          <a:xfrm>
            <a:off x="9212263" y="6667500"/>
            <a:ext cx="436562" cy="122238"/>
          </a:xfrm>
        </p:spPr>
        <p:txBody>
          <a:bodyPr/>
          <a:lstStyle/>
          <a:p>
            <a:fld id="{A6A0D67D-9B30-457F-9874-1F92730590A0}" type="slidenum">
              <a:rPr lang="en-US" altLang="zh-CN" smtClean="0"/>
            </a:fld>
            <a:endParaRPr lang="en-US" altLang="zh-CN"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结构：宝洁“三点法”</a:t>
            </a:r>
            <a:endParaRPr lang="zh-CN" altLang="en-US" dirty="0"/>
          </a:p>
        </p:txBody>
      </p:sp>
      <p:sp>
        <p:nvSpPr>
          <p:cNvPr id="4" name="内容占位符 3"/>
          <p:cNvSpPr>
            <a:spLocks noGrp="1"/>
          </p:cNvSpPr>
          <p:nvPr>
            <p:ph idx="1"/>
          </p:nvPr>
        </p:nvSpPr>
        <p:spPr/>
        <p:txBody>
          <a:bodyPr/>
          <a:lstStyle/>
          <a:p>
            <a:r>
              <a:rPr lang="zh-CN" altLang="en-US" dirty="0"/>
              <a:t>把要沟通的信息组织成“三点”</a:t>
            </a:r>
            <a:endParaRPr lang="en-US" altLang="zh-CN" dirty="0"/>
          </a:p>
          <a:p>
            <a:r>
              <a:rPr lang="zh-CN" altLang="en-US" dirty="0"/>
              <a:t>“三点”是最合适的容量</a:t>
            </a:r>
            <a:endParaRPr lang="zh-CN" altLang="en-US" dirty="0"/>
          </a:p>
          <a:p>
            <a:pPr lvl="2"/>
            <a:r>
              <a:rPr lang="zh-CN" altLang="en-US" dirty="0"/>
              <a:t>“两点”太单薄</a:t>
            </a:r>
            <a:endParaRPr lang="en-US" altLang="zh-CN" dirty="0"/>
          </a:p>
          <a:p>
            <a:pPr lvl="2"/>
            <a:r>
              <a:rPr lang="zh-CN" altLang="en-US" dirty="0"/>
              <a:t>超出“三点”记不住</a:t>
            </a:r>
            <a:endParaRPr lang="en-US" altLang="zh-CN" dirty="0"/>
          </a:p>
        </p:txBody>
      </p:sp>
      <p:sp>
        <p:nvSpPr>
          <p:cNvPr id="3" name="灯片编号占位符 2"/>
          <p:cNvSpPr>
            <a:spLocks noGrp="1"/>
          </p:cNvSpPr>
          <p:nvPr>
            <p:ph type="sldNum" sz="quarter" idx="10"/>
          </p:nvPr>
        </p:nvSpPr>
        <p:spPr/>
        <p:txBody>
          <a:bodyPr/>
          <a:lstStyle/>
          <a:p>
            <a:pPr>
              <a:defRPr/>
            </a:pPr>
            <a:fld id="{A6A0D67D-9B30-457F-9874-1F92730590A0}" type="slidenum">
              <a:rPr lang="en-US" altLang="zh-CN" smtClean="0"/>
            </a:fld>
            <a:endParaRPr lang="en-US" altLang="zh-CN" dirty="0"/>
          </a:p>
        </p:txBody>
      </p:sp>
      <p:graphicFrame>
        <p:nvGraphicFramePr>
          <p:cNvPr id="5" name="图示 4"/>
          <p:cNvGraphicFramePr/>
          <p:nvPr/>
        </p:nvGraphicFramePr>
        <p:xfrm>
          <a:off x="5100638" y="2152650"/>
          <a:ext cx="4111625" cy="3768197"/>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“三点”例子</a:t>
            </a:r>
            <a:endParaRPr lang="zh-CN" altLang="en-US" dirty="0"/>
          </a:p>
        </p:txBody>
      </p:sp>
      <p:sp>
        <p:nvSpPr>
          <p:cNvPr id="5" name="内容占位符 4"/>
          <p:cNvSpPr>
            <a:spLocks noGrp="1"/>
          </p:cNvSpPr>
          <p:nvPr>
            <p:ph sz="half" idx="1"/>
          </p:nvPr>
        </p:nvSpPr>
        <p:spPr/>
        <p:txBody>
          <a:bodyPr/>
          <a:lstStyle/>
          <a:p>
            <a:r>
              <a:rPr lang="zh-CN" altLang="en-US" sz="1800" b="0" i="0" dirty="0">
                <a:solidFill>
                  <a:srgbClr val="262626"/>
                </a:solidFill>
                <a:effectLst/>
                <a:highlight>
                  <a:srgbClr val="FFFFFF"/>
                </a:highlight>
                <a:latin typeface="PingFang SC"/>
              </a:rPr>
              <a:t>交付情况</a:t>
            </a:r>
            <a:endParaRPr lang="zh-CN" altLang="en-US" sz="1800" b="0" i="0" dirty="0">
              <a:solidFill>
                <a:srgbClr val="262626"/>
              </a:solidFill>
              <a:effectLst/>
              <a:highlight>
                <a:srgbClr val="FFFFFF"/>
              </a:highlight>
              <a:latin typeface="PingFang SC"/>
            </a:endParaRPr>
          </a:p>
          <a:p>
            <a:pPr marL="712470" lvl="2" indent="0">
              <a:buNone/>
            </a:pPr>
            <a:r>
              <a:rPr lang="en-US" altLang="zh-CN" sz="1400" dirty="0"/>
              <a:t>1</a:t>
            </a:r>
            <a:r>
              <a:rPr lang="zh-CN" altLang="en-US" sz="1400" dirty="0"/>
              <a:t>．本次交付未达到目标。</a:t>
            </a:r>
            <a:endParaRPr lang="zh-CN" altLang="en-US" sz="1400" dirty="0"/>
          </a:p>
          <a:p>
            <a:pPr marL="712470" lvl="2" indent="0">
              <a:buNone/>
            </a:pPr>
            <a:r>
              <a:rPr lang="en-US" altLang="zh-CN" sz="1400" dirty="0"/>
              <a:t>2</a:t>
            </a:r>
            <a:r>
              <a:rPr lang="zh-CN" altLang="en-US" sz="1400" dirty="0"/>
              <a:t>．安装程序有</a:t>
            </a:r>
            <a:r>
              <a:rPr lang="en-US" altLang="zh-CN" sz="1400" dirty="0"/>
              <a:t>bug</a:t>
            </a:r>
            <a:r>
              <a:rPr lang="zh-CN" altLang="en-US" sz="1400" dirty="0"/>
              <a:t>，运行时也出现故障。</a:t>
            </a:r>
            <a:endParaRPr lang="zh-CN" altLang="en-US" sz="1400" dirty="0"/>
          </a:p>
          <a:p>
            <a:pPr marL="712470" lvl="2" indent="0">
              <a:buNone/>
            </a:pPr>
            <a:r>
              <a:rPr lang="en-US" altLang="zh-CN" sz="1400" dirty="0"/>
              <a:t>3</a:t>
            </a:r>
            <a:r>
              <a:rPr lang="zh-CN" altLang="en-US" sz="1400" dirty="0"/>
              <a:t>．客户关系紧张，需要修复。</a:t>
            </a:r>
            <a:endParaRPr lang="zh-CN" altLang="en-US" sz="1400" dirty="0"/>
          </a:p>
          <a:p>
            <a:pPr marL="712470" lvl="2" indent="0">
              <a:buNone/>
            </a:pPr>
            <a:endParaRPr lang="en-US" altLang="zh-CN" sz="2200" dirty="0"/>
          </a:p>
          <a:p>
            <a:r>
              <a:rPr lang="zh-CN" altLang="en-US" sz="1800" b="0" i="0" dirty="0">
                <a:solidFill>
                  <a:srgbClr val="262626"/>
                </a:solidFill>
                <a:effectLst/>
                <a:highlight>
                  <a:srgbClr val="FFFFFF"/>
                </a:highlight>
                <a:latin typeface="PingFang SC"/>
              </a:rPr>
              <a:t>计划变更</a:t>
            </a:r>
            <a:endParaRPr lang="en-US" altLang="zh-CN" sz="1800" b="0" i="0" dirty="0">
              <a:solidFill>
                <a:srgbClr val="262626"/>
              </a:solidFill>
              <a:effectLst/>
              <a:highlight>
                <a:srgbClr val="FFFFFF"/>
              </a:highlight>
              <a:latin typeface="PingFang SC"/>
            </a:endParaRPr>
          </a:p>
          <a:p>
            <a:pPr marL="712470" lvl="2" indent="0">
              <a:buNone/>
            </a:pPr>
            <a:r>
              <a:rPr lang="en-US" altLang="zh-CN" sz="1400" dirty="0"/>
              <a:t>1</a:t>
            </a:r>
            <a:r>
              <a:rPr lang="zh-CN" altLang="en-US" sz="1400" dirty="0"/>
              <a:t>．本次计划将被延迟</a:t>
            </a:r>
            <a:r>
              <a:rPr lang="en-US" altLang="zh-CN" sz="1400" dirty="0"/>
              <a:t>6</a:t>
            </a:r>
            <a:r>
              <a:rPr lang="zh-CN" altLang="en-US" sz="1400" dirty="0"/>
              <a:t>个月。</a:t>
            </a:r>
            <a:endParaRPr lang="zh-CN" altLang="en-US" sz="1400" dirty="0"/>
          </a:p>
          <a:p>
            <a:pPr marL="712470" lvl="2" indent="0">
              <a:buNone/>
            </a:pPr>
            <a:r>
              <a:rPr lang="en-US" altLang="zh-CN" sz="1400" dirty="0"/>
              <a:t>2</a:t>
            </a:r>
            <a:r>
              <a:rPr lang="zh-CN" altLang="en-US" sz="1400" dirty="0"/>
              <a:t>．打算本次计划与海外计划并行，提高效率。</a:t>
            </a:r>
            <a:endParaRPr lang="zh-CN" altLang="en-US" sz="1400" dirty="0"/>
          </a:p>
          <a:p>
            <a:pPr marL="712470" lvl="2" indent="0">
              <a:buNone/>
            </a:pPr>
            <a:r>
              <a:rPr lang="en-US" altLang="zh-CN" sz="1400" dirty="0"/>
              <a:t>3</a:t>
            </a:r>
            <a:r>
              <a:rPr lang="zh-CN" altLang="en-US" sz="1400" dirty="0"/>
              <a:t>．打算利用这</a:t>
            </a:r>
            <a:r>
              <a:rPr lang="en-US" altLang="zh-CN" sz="1400" dirty="0"/>
              <a:t>6</a:t>
            </a:r>
            <a:r>
              <a:rPr lang="zh-CN" altLang="en-US" sz="1400" dirty="0"/>
              <a:t>个月，修订营销计划。</a:t>
            </a:r>
            <a:endParaRPr lang="en-US" altLang="zh-CN" sz="1400" dirty="0"/>
          </a:p>
          <a:p>
            <a:pPr marL="712470" lvl="2" indent="0">
              <a:buNone/>
            </a:pPr>
            <a:endParaRPr lang="en-US" altLang="zh-CN" sz="1400" dirty="0"/>
          </a:p>
          <a:p>
            <a:r>
              <a:rPr lang="zh-CN" altLang="en-US" sz="1800" b="0" i="0" dirty="0">
                <a:solidFill>
                  <a:srgbClr val="262626"/>
                </a:solidFill>
                <a:effectLst/>
                <a:highlight>
                  <a:srgbClr val="FFFFFF"/>
                </a:highlight>
                <a:latin typeface="PingFang SC"/>
              </a:rPr>
              <a:t>请假</a:t>
            </a:r>
            <a:endParaRPr lang="zh-CN" altLang="en-US" sz="1800" b="0" i="0" dirty="0">
              <a:solidFill>
                <a:srgbClr val="262626"/>
              </a:solidFill>
              <a:effectLst/>
              <a:highlight>
                <a:srgbClr val="FFFFFF"/>
              </a:highlight>
              <a:latin typeface="PingFang SC"/>
            </a:endParaRPr>
          </a:p>
          <a:p>
            <a:pPr marL="712470" lvl="2" indent="0">
              <a:buNone/>
            </a:pPr>
            <a:r>
              <a:rPr lang="en-US" altLang="zh-CN" sz="1400" dirty="0"/>
              <a:t>1</a:t>
            </a:r>
            <a:r>
              <a:rPr lang="zh-CN" altLang="en-US" sz="1400" dirty="0"/>
              <a:t>．非常抱歉！我今天恐怕无法来公司上班了。</a:t>
            </a:r>
            <a:endParaRPr lang="zh-CN" altLang="en-US" sz="1400" dirty="0"/>
          </a:p>
          <a:p>
            <a:pPr marL="712470" lvl="2" indent="0">
              <a:buNone/>
            </a:pPr>
            <a:r>
              <a:rPr lang="en-US" altLang="zh-CN" sz="1400" dirty="0"/>
              <a:t>2</a:t>
            </a:r>
            <a:r>
              <a:rPr lang="zh-CN" altLang="en-US" sz="1400" dirty="0"/>
              <a:t>．因为孩子发高烧。</a:t>
            </a:r>
            <a:endParaRPr lang="zh-CN" altLang="en-US" sz="1400" dirty="0"/>
          </a:p>
          <a:p>
            <a:pPr marL="712470" lvl="2" indent="0">
              <a:buNone/>
            </a:pPr>
            <a:r>
              <a:rPr lang="en-US" altLang="zh-CN" sz="1400" dirty="0"/>
              <a:t>3</a:t>
            </a:r>
            <a:r>
              <a:rPr lang="zh-CN" altLang="en-US" sz="1400" dirty="0"/>
              <a:t>．明天会正常出勤。</a:t>
            </a:r>
            <a:endParaRPr lang="en-US" altLang="zh-CN" sz="1400" dirty="0"/>
          </a:p>
          <a:p>
            <a:pPr marL="712470" lvl="2" indent="0">
              <a:buNone/>
            </a:pPr>
            <a:endParaRPr lang="zh-CN" altLang="en-US" sz="1400" dirty="0"/>
          </a:p>
        </p:txBody>
      </p:sp>
      <p:sp>
        <p:nvSpPr>
          <p:cNvPr id="6" name="内容占位符 5"/>
          <p:cNvSpPr>
            <a:spLocks noGrp="1"/>
          </p:cNvSpPr>
          <p:nvPr>
            <p:ph sz="half" idx="2"/>
          </p:nvPr>
        </p:nvSpPr>
        <p:spPr/>
        <p:txBody>
          <a:bodyPr/>
          <a:lstStyle/>
          <a:p>
            <a:r>
              <a:rPr lang="zh-CN" altLang="en-US" sz="1800" b="0" i="0" dirty="0">
                <a:solidFill>
                  <a:srgbClr val="262626"/>
                </a:solidFill>
                <a:effectLst/>
                <a:highlight>
                  <a:srgbClr val="FFFFFF"/>
                </a:highlight>
                <a:latin typeface="PingFang SC"/>
              </a:rPr>
              <a:t>提案，希望获得通过</a:t>
            </a:r>
            <a:endParaRPr lang="zh-CN" altLang="en-US" sz="1800" b="0" i="0" dirty="0">
              <a:solidFill>
                <a:srgbClr val="262626"/>
              </a:solidFill>
              <a:effectLst/>
              <a:highlight>
                <a:srgbClr val="FFFFFF"/>
              </a:highlight>
              <a:latin typeface="PingFang SC"/>
            </a:endParaRPr>
          </a:p>
          <a:p>
            <a:pPr marL="712470" lvl="2" indent="0">
              <a:buNone/>
            </a:pPr>
            <a:r>
              <a:rPr lang="en-US" altLang="zh-CN" sz="1400" dirty="0"/>
              <a:t>1</a:t>
            </a:r>
            <a:r>
              <a:rPr lang="zh-CN" altLang="en-US" sz="1400" dirty="0"/>
              <a:t>．背景</a:t>
            </a:r>
            <a:endParaRPr lang="zh-CN" altLang="en-US" sz="1400" dirty="0"/>
          </a:p>
          <a:p>
            <a:pPr marL="712470" lvl="2" indent="0">
              <a:buNone/>
            </a:pPr>
            <a:r>
              <a:rPr lang="en-US" altLang="zh-CN" sz="1400" dirty="0"/>
              <a:t>2</a:t>
            </a:r>
            <a:r>
              <a:rPr lang="zh-CN" altLang="en-US" sz="1400" dirty="0"/>
              <a:t>．结论</a:t>
            </a:r>
            <a:endParaRPr lang="zh-CN" altLang="en-US" sz="1400" dirty="0"/>
          </a:p>
          <a:p>
            <a:pPr marL="712470" lvl="2" indent="0">
              <a:buNone/>
            </a:pPr>
            <a:r>
              <a:rPr lang="en-US" altLang="zh-CN" sz="1400" dirty="0"/>
              <a:t>3</a:t>
            </a:r>
            <a:r>
              <a:rPr lang="zh-CN" altLang="en-US" sz="1400" dirty="0"/>
              <a:t>．理由</a:t>
            </a:r>
            <a:endParaRPr lang="en-US" altLang="zh-CN" sz="1400" dirty="0"/>
          </a:p>
          <a:p>
            <a:pPr marL="712470" lvl="2" indent="0">
              <a:buNone/>
            </a:pPr>
            <a:endParaRPr lang="en-US" altLang="zh-CN" sz="1400" dirty="0"/>
          </a:p>
          <a:p>
            <a:r>
              <a:rPr lang="zh-CN" altLang="en-US" sz="1800" dirty="0">
                <a:solidFill>
                  <a:srgbClr val="262626"/>
                </a:solidFill>
                <a:highlight>
                  <a:srgbClr val="FFFFFF"/>
                </a:highlight>
                <a:latin typeface="PingFang SC"/>
              </a:rPr>
              <a:t>向领导层汇报工作</a:t>
            </a:r>
            <a:endParaRPr lang="zh-CN" altLang="en-US" sz="1800" b="0" i="0" dirty="0">
              <a:solidFill>
                <a:srgbClr val="262626"/>
              </a:solidFill>
              <a:effectLst/>
              <a:highlight>
                <a:srgbClr val="FFFFFF"/>
              </a:highlight>
              <a:latin typeface="PingFang SC"/>
            </a:endParaRPr>
          </a:p>
          <a:p>
            <a:pPr marL="712470" lvl="2" indent="0">
              <a:buNone/>
            </a:pPr>
            <a:r>
              <a:rPr lang="en-US" altLang="zh-CN" sz="1400" dirty="0"/>
              <a:t>1</a:t>
            </a:r>
            <a:r>
              <a:rPr lang="zh-CN" altLang="en-US" sz="1400" dirty="0"/>
              <a:t>．结论</a:t>
            </a:r>
            <a:endParaRPr lang="zh-CN" altLang="en-US" sz="1400" dirty="0"/>
          </a:p>
          <a:p>
            <a:pPr marL="712470" lvl="2" indent="0">
              <a:buNone/>
            </a:pPr>
            <a:r>
              <a:rPr lang="en-US" altLang="zh-CN" sz="1400" dirty="0"/>
              <a:t>2</a:t>
            </a:r>
            <a:r>
              <a:rPr lang="zh-CN" altLang="en-US" sz="1400" dirty="0"/>
              <a:t>．理由</a:t>
            </a:r>
            <a:endParaRPr lang="zh-CN" altLang="en-US" sz="1400" dirty="0"/>
          </a:p>
          <a:p>
            <a:pPr marL="712470" lvl="2" indent="0">
              <a:buNone/>
            </a:pPr>
            <a:r>
              <a:rPr lang="en-US" altLang="zh-CN" sz="1400" dirty="0"/>
              <a:t>3</a:t>
            </a:r>
            <a:r>
              <a:rPr lang="zh-CN" altLang="en-US" sz="1400" dirty="0"/>
              <a:t>．后续计划</a:t>
            </a:r>
            <a:endParaRPr lang="en-US" altLang="zh-CN" sz="1400" dirty="0"/>
          </a:p>
          <a:p>
            <a:pPr marL="712470" lvl="2" indent="0">
              <a:buNone/>
            </a:pPr>
            <a:endParaRPr lang="en-US" altLang="zh-CN" sz="1400" dirty="0"/>
          </a:p>
        </p:txBody>
      </p:sp>
      <p:sp>
        <p:nvSpPr>
          <p:cNvPr id="4" name="灯片编号占位符 3"/>
          <p:cNvSpPr>
            <a:spLocks noGrp="1"/>
          </p:cNvSpPr>
          <p:nvPr>
            <p:ph type="sldNum" sz="quarter" idx="10"/>
          </p:nvPr>
        </p:nvSpPr>
        <p:spPr/>
        <p:txBody>
          <a:bodyPr/>
          <a:lstStyle/>
          <a:p>
            <a:pPr>
              <a:defRPr/>
            </a:pPr>
            <a:fld id="{6D9D2222-8541-46EA-AD3B-36A5E091B774}" type="slidenum">
              <a:rPr lang="en-US" altLang="zh-CN" smtClean="0"/>
            </a:fld>
            <a:endParaRPr lang="en-US" altLang="zh-CN"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口头沟通</a:t>
            </a:r>
            <a:endParaRPr lang="zh-CN" altLang="en-US" dirty="0"/>
          </a:p>
        </p:txBody>
      </p:sp>
      <p:sp>
        <p:nvSpPr>
          <p:cNvPr id="3" name="内容占位符 2"/>
          <p:cNvSpPr>
            <a:spLocks noGrp="1"/>
          </p:cNvSpPr>
          <p:nvPr>
            <p:ph sz="half" idx="1"/>
          </p:nvPr>
        </p:nvSpPr>
        <p:spPr/>
        <p:txBody>
          <a:bodyPr/>
          <a:lstStyle/>
          <a:p>
            <a:r>
              <a:rPr lang="zh-CN" altLang="en-US" dirty="0"/>
              <a:t>结构，</a:t>
            </a:r>
            <a:r>
              <a:rPr lang="en-US" altLang="zh-CN" dirty="0"/>
              <a:t>Jimmy call</a:t>
            </a:r>
            <a:endParaRPr lang="en-US" altLang="zh-CN" dirty="0"/>
          </a:p>
          <a:p>
            <a:r>
              <a:rPr lang="zh-CN" altLang="en-US" dirty="0"/>
              <a:t>节奏</a:t>
            </a:r>
            <a:endParaRPr lang="zh-CN" altLang="en-US" dirty="0"/>
          </a:p>
        </p:txBody>
      </p:sp>
      <p:sp>
        <p:nvSpPr>
          <p:cNvPr id="4" name="内容占位符 3"/>
          <p:cNvSpPr>
            <a:spLocks noGrp="1"/>
          </p:cNvSpPr>
          <p:nvPr>
            <p:ph sz="half" idx="2"/>
          </p:nvPr>
        </p:nvSpPr>
        <p:spPr/>
        <p:txBody>
          <a:bodyPr/>
          <a:lstStyle/>
          <a:p>
            <a:endParaRPr lang="zh-CN" altLang="en-US"/>
          </a:p>
        </p:txBody>
      </p:sp>
      <p:sp>
        <p:nvSpPr>
          <p:cNvPr id="5" name="灯片编号占位符 4"/>
          <p:cNvSpPr>
            <a:spLocks noGrp="1"/>
          </p:cNvSpPr>
          <p:nvPr>
            <p:ph type="sldNum" sz="quarter" idx="10"/>
          </p:nvPr>
        </p:nvSpPr>
        <p:spPr/>
        <p:txBody>
          <a:bodyPr/>
          <a:lstStyle/>
          <a:p>
            <a:pPr>
              <a:defRPr/>
            </a:pPr>
            <a:fld id="{ADA0D315-17C2-4F0F-B1C6-8BF8415BD984}" type="slidenum">
              <a:rPr lang="en-US" altLang="zh-CN" smtClean="0"/>
            </a:fld>
            <a:endParaRPr lang="en-US" altLang="zh-CN"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书面沟通</a:t>
            </a:r>
            <a:endParaRPr lang="zh-CN" altLang="en-US" dirty="0"/>
          </a:p>
        </p:txBody>
      </p:sp>
      <p:sp>
        <p:nvSpPr>
          <p:cNvPr id="3" name="内容占位符 2"/>
          <p:cNvSpPr>
            <a:spLocks noGrp="1"/>
          </p:cNvSpPr>
          <p:nvPr>
            <p:ph sz="half" idx="1"/>
          </p:nvPr>
        </p:nvSpPr>
        <p:spPr/>
        <p:txBody>
          <a:bodyPr/>
          <a:lstStyle/>
          <a:p>
            <a:r>
              <a:rPr lang="zh-CN" altLang="en-US" dirty="0"/>
              <a:t>结构</a:t>
            </a:r>
            <a:endParaRPr lang="en-US" altLang="zh-CN" dirty="0"/>
          </a:p>
          <a:p>
            <a:r>
              <a:rPr lang="zh-CN" altLang="en-US" dirty="0"/>
              <a:t>图、表、字</a:t>
            </a:r>
            <a:endParaRPr lang="en-US" altLang="zh-CN" dirty="0"/>
          </a:p>
          <a:p>
            <a:r>
              <a:rPr lang="zh-CN" altLang="en-US" dirty="0"/>
              <a:t>善用工具</a:t>
            </a:r>
            <a:endParaRPr lang="en-US" altLang="zh-CN" dirty="0"/>
          </a:p>
          <a:p>
            <a:pPr lvl="2"/>
            <a:r>
              <a:rPr lang="zh-CN" altLang="en-US" dirty="0"/>
              <a:t>把自己的文字作为输入</a:t>
            </a:r>
            <a:endParaRPr lang="en-US" altLang="zh-CN" dirty="0"/>
          </a:p>
          <a:p>
            <a:pPr lvl="2"/>
            <a:r>
              <a:rPr lang="en-US" altLang="zh-CN" dirty="0"/>
              <a:t>AI</a:t>
            </a:r>
            <a:r>
              <a:rPr lang="zh-CN" altLang="en-US" dirty="0"/>
              <a:t>输出图、表、字</a:t>
            </a:r>
            <a:endParaRPr lang="zh-CN" altLang="en-US" dirty="0"/>
          </a:p>
        </p:txBody>
      </p:sp>
      <p:sp>
        <p:nvSpPr>
          <p:cNvPr id="4" name="内容占位符 3"/>
          <p:cNvSpPr>
            <a:spLocks noGrp="1"/>
          </p:cNvSpPr>
          <p:nvPr>
            <p:ph sz="half" idx="2"/>
          </p:nvPr>
        </p:nvSpPr>
        <p:spPr/>
        <p:txBody>
          <a:bodyPr/>
          <a:lstStyle/>
          <a:p>
            <a:endParaRPr lang="zh-CN" altLang="en-US"/>
          </a:p>
        </p:txBody>
      </p:sp>
      <p:sp>
        <p:nvSpPr>
          <p:cNvPr id="5" name="灯片编号占位符 4"/>
          <p:cNvSpPr>
            <a:spLocks noGrp="1"/>
          </p:cNvSpPr>
          <p:nvPr>
            <p:ph type="sldNum" sz="quarter" idx="10"/>
          </p:nvPr>
        </p:nvSpPr>
        <p:spPr/>
        <p:txBody>
          <a:bodyPr/>
          <a:lstStyle/>
          <a:p>
            <a:pPr>
              <a:defRPr/>
            </a:pPr>
            <a:fld id="{ADA0D315-17C2-4F0F-B1C6-8BF8415BD984}" type="slidenum">
              <a:rPr lang="en-US" altLang="zh-CN" smtClean="0"/>
            </a:fld>
            <a:endParaRPr lang="en-US" altLang="zh-CN"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追问：亲子关系疏远的主要原因之一</a:t>
            </a:r>
            <a:endParaRPr lang="zh-CN" altLang="en-US" dirty="0"/>
          </a:p>
        </p:txBody>
      </p:sp>
      <p:sp>
        <p:nvSpPr>
          <p:cNvPr id="3" name="内容占位符 2"/>
          <p:cNvSpPr>
            <a:spLocks noGrp="1"/>
          </p:cNvSpPr>
          <p:nvPr>
            <p:ph idx="1"/>
          </p:nvPr>
        </p:nvSpPr>
        <p:spPr/>
        <p:txBody>
          <a:bodyPr/>
          <a:lstStyle/>
          <a:p>
            <a:pPr marL="0" indent="0">
              <a:buNone/>
            </a:pPr>
            <a:r>
              <a:rPr lang="zh-CN" altLang="en-US" sz="2400" dirty="0"/>
              <a:t>最近怎么样，儿子？</a:t>
            </a:r>
            <a:endParaRPr lang="en-US" altLang="zh-CN" sz="2400" dirty="0"/>
          </a:p>
          <a:p>
            <a:pPr marL="0" indent="0">
              <a:buNone/>
            </a:pPr>
            <a:r>
              <a:rPr lang="en-US" altLang="zh-CN" sz="2400" dirty="0">
                <a:solidFill>
                  <a:srgbClr val="00B050"/>
                </a:solidFill>
              </a:rPr>
              <a:t>——</a:t>
            </a:r>
            <a:r>
              <a:rPr lang="zh-CN" altLang="en-US" sz="2400" dirty="0">
                <a:solidFill>
                  <a:srgbClr val="00B050"/>
                </a:solidFill>
              </a:rPr>
              <a:t>还行。</a:t>
            </a:r>
            <a:endParaRPr lang="en-US" altLang="zh-CN" sz="2400" dirty="0">
              <a:solidFill>
                <a:srgbClr val="00B050"/>
              </a:solidFill>
            </a:endParaRPr>
          </a:p>
          <a:p>
            <a:pPr marL="0" indent="0">
              <a:buNone/>
            </a:pPr>
            <a:r>
              <a:rPr lang="zh-CN" altLang="en-US" sz="2400" dirty="0"/>
              <a:t>那最近有什么新鲜事吗？</a:t>
            </a:r>
            <a:endParaRPr lang="en-US" altLang="zh-CN" sz="2400" dirty="0"/>
          </a:p>
          <a:p>
            <a:pPr marL="0" indent="0">
              <a:buNone/>
            </a:pPr>
            <a:r>
              <a:rPr lang="en-US" altLang="zh-CN" sz="2400" dirty="0">
                <a:solidFill>
                  <a:srgbClr val="00B050"/>
                </a:solidFill>
              </a:rPr>
              <a:t>——</a:t>
            </a:r>
            <a:r>
              <a:rPr lang="zh-CN" altLang="en-US" sz="2400" dirty="0">
                <a:solidFill>
                  <a:srgbClr val="00B050"/>
                </a:solidFill>
              </a:rPr>
              <a:t>没什么。</a:t>
            </a:r>
            <a:endParaRPr lang="en-US" altLang="zh-CN" sz="2400" dirty="0">
              <a:solidFill>
                <a:srgbClr val="00B050"/>
              </a:solidFill>
            </a:endParaRPr>
          </a:p>
          <a:p>
            <a:pPr marL="0" indent="0">
              <a:buNone/>
            </a:pPr>
            <a:r>
              <a:rPr lang="zh-CN" altLang="en-US" sz="2400" dirty="0"/>
              <a:t>学校里有什么好玩的事情吗？</a:t>
            </a:r>
            <a:endParaRPr lang="en-US" altLang="zh-CN" sz="2400" dirty="0"/>
          </a:p>
          <a:p>
            <a:pPr marL="0" indent="0">
              <a:buNone/>
            </a:pPr>
            <a:r>
              <a:rPr lang="en-US" altLang="zh-CN" sz="2400" dirty="0">
                <a:solidFill>
                  <a:srgbClr val="00B050"/>
                </a:solidFill>
              </a:rPr>
              <a:t>——</a:t>
            </a:r>
            <a:r>
              <a:rPr lang="zh-CN" altLang="en-US" sz="2400" dirty="0">
                <a:solidFill>
                  <a:srgbClr val="00B050"/>
                </a:solidFill>
              </a:rPr>
              <a:t>没多少。</a:t>
            </a:r>
            <a:endParaRPr lang="en-US" altLang="zh-CN" sz="2400" dirty="0">
              <a:solidFill>
                <a:srgbClr val="00B050"/>
              </a:solidFill>
            </a:endParaRPr>
          </a:p>
          <a:p>
            <a:pPr marL="0" indent="0">
              <a:buNone/>
            </a:pPr>
            <a:r>
              <a:rPr lang="zh-CN" altLang="en-US" sz="2400" dirty="0"/>
              <a:t>周末有什么计划？</a:t>
            </a:r>
            <a:endParaRPr lang="en-US" altLang="zh-CN" sz="2400" dirty="0"/>
          </a:p>
          <a:p>
            <a:pPr marL="0" indent="0">
              <a:buNone/>
            </a:pPr>
            <a:r>
              <a:rPr lang="en-US" altLang="zh-CN" sz="2400" dirty="0">
                <a:solidFill>
                  <a:srgbClr val="00B050"/>
                </a:solidFill>
              </a:rPr>
              <a:t>——</a:t>
            </a:r>
            <a:r>
              <a:rPr lang="zh-CN" altLang="en-US" sz="2400" dirty="0">
                <a:solidFill>
                  <a:srgbClr val="00B050"/>
                </a:solidFill>
              </a:rPr>
              <a:t>不知道。</a:t>
            </a:r>
            <a:endParaRPr lang="zh-CN" altLang="en-US" sz="2400" dirty="0">
              <a:solidFill>
                <a:srgbClr val="00B050"/>
              </a:solidFill>
            </a:endParaRPr>
          </a:p>
        </p:txBody>
      </p:sp>
      <p:sp>
        <p:nvSpPr>
          <p:cNvPr id="4" name="灯片编号占位符 3"/>
          <p:cNvSpPr>
            <a:spLocks noGrp="1"/>
          </p:cNvSpPr>
          <p:nvPr>
            <p:ph type="sldNum" sz="quarter" idx="10"/>
          </p:nvPr>
        </p:nvSpPr>
        <p:spPr/>
        <p:txBody>
          <a:bodyPr/>
          <a:lstStyle/>
          <a:p>
            <a:pPr>
              <a:defRPr/>
            </a:pPr>
            <a:fld id="{6D9D2222-8541-46EA-AD3B-36A5E091B774}" type="slidenum">
              <a:rPr lang="en-US" altLang="zh-CN" smtClean="0"/>
            </a:fld>
            <a:endParaRPr lang="en-US" altLang="zh-CN"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p:txBody>
          <a:bodyPr/>
          <a:lstStyle/>
          <a:p>
            <a:pPr eaLnBrk="1" hangingPunct="1"/>
            <a:r>
              <a:rPr lang="zh-CN" altLang="en-US" dirty="0"/>
              <a:t>父子谈话</a:t>
            </a:r>
            <a:endParaRPr lang="zh-CN" altLang="en-US" dirty="0"/>
          </a:p>
        </p:txBody>
      </p:sp>
      <p:sp>
        <p:nvSpPr>
          <p:cNvPr id="22532" name="Rectangle 3"/>
          <p:cNvSpPr>
            <a:spLocks noGrp="1" noChangeArrowheads="1"/>
          </p:cNvSpPr>
          <p:nvPr>
            <p:ph type="body" idx="1"/>
          </p:nvPr>
        </p:nvSpPr>
        <p:spPr>
          <a:xfrm>
            <a:off x="365125" y="1273175"/>
            <a:ext cx="9540875" cy="5270500"/>
          </a:xfrm>
        </p:spPr>
        <p:txBody>
          <a:bodyPr/>
          <a:lstStyle/>
          <a:p>
            <a:pPr eaLnBrk="1" hangingPunct="1">
              <a:lnSpc>
                <a:spcPct val="90000"/>
              </a:lnSpc>
              <a:buFontTx/>
              <a:buNone/>
            </a:pPr>
            <a:r>
              <a:rPr lang="zh-CN" altLang="en-US" sz="1600"/>
              <a:t>“上学真是无聊透了！”</a:t>
            </a:r>
            <a:endParaRPr lang="zh-CN" altLang="en-US" sz="1600"/>
          </a:p>
          <a:p>
            <a:pPr eaLnBrk="1" hangingPunct="1">
              <a:lnSpc>
                <a:spcPct val="90000"/>
              </a:lnSpc>
              <a:buFontTx/>
              <a:buNone/>
            </a:pPr>
            <a:r>
              <a:rPr lang="zh-CN" altLang="en-US" sz="1600">
                <a:solidFill>
                  <a:srgbClr val="339933"/>
                </a:solidFill>
              </a:rPr>
              <a:t>“怎么回事？”</a:t>
            </a:r>
            <a:endParaRPr lang="zh-CN" altLang="en-US" sz="1600">
              <a:solidFill>
                <a:srgbClr val="339933"/>
              </a:solidFill>
            </a:endParaRPr>
          </a:p>
          <a:p>
            <a:pPr eaLnBrk="1" hangingPunct="1">
              <a:lnSpc>
                <a:spcPct val="90000"/>
              </a:lnSpc>
              <a:buFontTx/>
              <a:buNone/>
            </a:pPr>
            <a:r>
              <a:rPr lang="zh-CN" altLang="en-US" sz="1600"/>
              <a:t>“学的都是些不实用的东西。”</a:t>
            </a:r>
            <a:endParaRPr lang="zh-CN" altLang="en-US" sz="1600"/>
          </a:p>
          <a:p>
            <a:pPr eaLnBrk="1" hangingPunct="1">
              <a:lnSpc>
                <a:spcPct val="90000"/>
              </a:lnSpc>
              <a:buFontTx/>
              <a:buNone/>
            </a:pPr>
            <a:r>
              <a:rPr lang="zh-CN" altLang="en-US" sz="1600">
                <a:solidFill>
                  <a:srgbClr val="339933"/>
                </a:solidFill>
              </a:rPr>
              <a:t>“现在的确看不出好处来，我当年也有同样的想法，可是现在觉得那些知识还是挺有用的，你就忍一下吧！”</a:t>
            </a:r>
            <a:endParaRPr lang="zh-CN" altLang="en-US" sz="1600">
              <a:solidFill>
                <a:srgbClr val="339933"/>
              </a:solidFill>
            </a:endParaRPr>
          </a:p>
          <a:p>
            <a:pPr eaLnBrk="1" hangingPunct="1">
              <a:lnSpc>
                <a:spcPct val="90000"/>
              </a:lnSpc>
              <a:buFontTx/>
              <a:buNone/>
            </a:pPr>
            <a:r>
              <a:rPr lang="zh-CN" altLang="en-US" sz="1600"/>
              <a:t>“我已经耗了</a:t>
            </a:r>
            <a:r>
              <a:rPr lang="en-US" altLang="zh-CN" sz="1600"/>
              <a:t>10</a:t>
            </a:r>
            <a:r>
              <a:rPr lang="zh-CN" altLang="en-US" sz="1600"/>
              <a:t>年了，难道那些</a:t>
            </a:r>
            <a:r>
              <a:rPr lang="en-US" altLang="zh-CN" sz="1600"/>
              <a:t>X+Y</a:t>
            </a:r>
            <a:r>
              <a:rPr lang="zh-CN" altLang="en-US" sz="1600"/>
              <a:t>能让我学会修车吗？”</a:t>
            </a:r>
            <a:endParaRPr lang="zh-CN" altLang="en-US" sz="1600"/>
          </a:p>
          <a:p>
            <a:pPr eaLnBrk="1" hangingPunct="1">
              <a:lnSpc>
                <a:spcPct val="90000"/>
              </a:lnSpc>
              <a:buFontTx/>
              <a:buNone/>
            </a:pPr>
            <a:r>
              <a:rPr lang="zh-CN" altLang="en-US" sz="1600">
                <a:solidFill>
                  <a:srgbClr val="339933"/>
                </a:solidFill>
              </a:rPr>
              <a:t>“修车？”</a:t>
            </a:r>
            <a:endParaRPr lang="zh-CN" altLang="en-US" sz="1600">
              <a:solidFill>
                <a:srgbClr val="339933"/>
              </a:solidFill>
            </a:endParaRPr>
          </a:p>
          <a:p>
            <a:pPr eaLnBrk="1" hangingPunct="1">
              <a:lnSpc>
                <a:spcPct val="90000"/>
              </a:lnSpc>
              <a:buFontTx/>
              <a:buNone/>
            </a:pPr>
            <a:r>
              <a:rPr lang="zh-CN" altLang="en-US" sz="1600"/>
              <a:t>“我的同学王明辍学修车，现在挣很多钱，这才有用啊！”</a:t>
            </a:r>
            <a:endParaRPr lang="zh-CN" altLang="en-US" sz="1600"/>
          </a:p>
          <a:p>
            <a:pPr eaLnBrk="1" hangingPunct="1">
              <a:lnSpc>
                <a:spcPct val="90000"/>
              </a:lnSpc>
              <a:buFontTx/>
              <a:buNone/>
            </a:pPr>
            <a:r>
              <a:rPr lang="zh-CN" altLang="en-US" sz="1600">
                <a:solidFill>
                  <a:srgbClr val="339933"/>
                </a:solidFill>
              </a:rPr>
              <a:t>“现在可能挣钱，可将来要后悔的。修车没前途。好好念书，将来不怕找不到更好的工作”</a:t>
            </a:r>
            <a:endParaRPr lang="zh-CN" altLang="en-US" sz="1600">
              <a:solidFill>
                <a:srgbClr val="339933"/>
              </a:solidFill>
            </a:endParaRPr>
          </a:p>
          <a:p>
            <a:pPr eaLnBrk="1" hangingPunct="1">
              <a:lnSpc>
                <a:spcPct val="90000"/>
              </a:lnSpc>
              <a:buFontTx/>
              <a:buNone/>
            </a:pPr>
            <a:r>
              <a:rPr lang="zh-CN" altLang="en-US" sz="1600"/>
              <a:t>“我不知道，可是王明现在很成功。”</a:t>
            </a:r>
            <a:endParaRPr lang="zh-CN" altLang="en-US" sz="1600"/>
          </a:p>
          <a:p>
            <a:pPr eaLnBrk="1" hangingPunct="1">
              <a:lnSpc>
                <a:spcPct val="90000"/>
              </a:lnSpc>
              <a:buFontTx/>
              <a:buNone/>
            </a:pPr>
            <a:r>
              <a:rPr lang="zh-CN" altLang="en-US" sz="1600">
                <a:solidFill>
                  <a:srgbClr val="339933"/>
                </a:solidFill>
              </a:rPr>
              <a:t>“你好好用功了吗？这所高中是名校，应该差不到哪儿去。”</a:t>
            </a:r>
            <a:endParaRPr lang="zh-CN" altLang="en-US" sz="1600">
              <a:solidFill>
                <a:srgbClr val="339933"/>
              </a:solidFill>
            </a:endParaRPr>
          </a:p>
          <a:p>
            <a:pPr eaLnBrk="1" hangingPunct="1">
              <a:lnSpc>
                <a:spcPct val="90000"/>
              </a:lnSpc>
              <a:buFontTx/>
              <a:buNone/>
            </a:pPr>
            <a:r>
              <a:rPr lang="zh-CN" altLang="en-US" sz="1600"/>
              <a:t>“可是同学们都有同感。”</a:t>
            </a:r>
            <a:endParaRPr lang="zh-CN" altLang="en-US" sz="1600"/>
          </a:p>
          <a:p>
            <a:pPr eaLnBrk="1" hangingPunct="1">
              <a:lnSpc>
                <a:spcPct val="90000"/>
              </a:lnSpc>
              <a:buFontTx/>
              <a:buNone/>
            </a:pPr>
            <a:r>
              <a:rPr lang="zh-CN" altLang="en-US" sz="1600">
                <a:solidFill>
                  <a:srgbClr val="339933"/>
                </a:solidFill>
              </a:rPr>
              <a:t>“你知不知道，把你养到这么大，你妈和我牺牲了多少？已经读到高二了，不许你半途而废。”</a:t>
            </a:r>
            <a:endParaRPr lang="zh-CN" altLang="en-US" sz="1600">
              <a:solidFill>
                <a:srgbClr val="339933"/>
              </a:solidFill>
            </a:endParaRPr>
          </a:p>
          <a:p>
            <a:pPr eaLnBrk="1" hangingPunct="1">
              <a:lnSpc>
                <a:spcPct val="90000"/>
              </a:lnSpc>
              <a:buFontTx/>
              <a:buNone/>
            </a:pPr>
            <a:r>
              <a:rPr lang="zh-CN" altLang="en-US" sz="1600"/>
              <a:t>“我知道你们牺牲很大，可是不值得。”</a:t>
            </a:r>
            <a:endParaRPr lang="zh-CN" altLang="en-US" sz="1600"/>
          </a:p>
          <a:p>
            <a:pPr eaLnBrk="1" hangingPunct="1">
              <a:lnSpc>
                <a:spcPct val="90000"/>
              </a:lnSpc>
              <a:buFontTx/>
              <a:buNone/>
            </a:pPr>
            <a:r>
              <a:rPr lang="zh-CN" altLang="en-US" sz="1600">
                <a:solidFill>
                  <a:srgbClr val="339933"/>
                </a:solidFill>
              </a:rPr>
              <a:t>“你应该多读书，少看电视</a:t>
            </a:r>
            <a:r>
              <a:rPr lang="en-US" altLang="zh-CN" sz="1600">
                <a:solidFill>
                  <a:srgbClr val="339933"/>
                </a:solidFill>
                <a:latin typeface="Arial" panose="020B0604020202020204" pitchFamily="34" charset="0"/>
              </a:rPr>
              <a:t>——</a:t>
            </a:r>
            <a:r>
              <a:rPr lang="zh-CN" altLang="en-US" sz="1600">
                <a:solidFill>
                  <a:srgbClr val="339933"/>
                </a:solidFill>
                <a:latin typeface="Arial" panose="020B0604020202020204" pitchFamily="34" charset="0"/>
              </a:rPr>
              <a:t>”</a:t>
            </a:r>
            <a:endParaRPr lang="en-US" altLang="zh-CN" sz="1600">
              <a:solidFill>
                <a:srgbClr val="339933"/>
              </a:solidFill>
            </a:endParaRPr>
          </a:p>
          <a:p>
            <a:pPr eaLnBrk="1" hangingPunct="1">
              <a:lnSpc>
                <a:spcPct val="90000"/>
              </a:lnSpc>
              <a:buFontTx/>
              <a:buNone/>
            </a:pPr>
            <a:r>
              <a:rPr lang="zh-CN" altLang="en-US" sz="1600"/>
              <a:t>“爸，唉</a:t>
            </a:r>
            <a:r>
              <a:rPr lang="en-US" altLang="zh-CN" sz="1600">
                <a:latin typeface="Arial" panose="020B0604020202020204" pitchFamily="34" charset="0"/>
              </a:rPr>
              <a:t>——</a:t>
            </a:r>
            <a:r>
              <a:rPr lang="zh-CN" altLang="en-US" sz="1600"/>
              <a:t>算了吧</a:t>
            </a:r>
            <a:r>
              <a:rPr lang="en-US" altLang="zh-CN" sz="1600"/>
              <a:t>……</a:t>
            </a:r>
            <a:r>
              <a:rPr lang="zh-CN" altLang="en-US" sz="1600"/>
              <a:t>”</a:t>
            </a:r>
            <a:endParaRPr lang="zh-CN" altLang="en-US" sz="1600"/>
          </a:p>
        </p:txBody>
      </p:sp>
      <p:sp>
        <p:nvSpPr>
          <p:cNvPr id="2" name="灯片编号占位符 2"/>
          <p:cNvSpPr>
            <a:spLocks noGrp="1"/>
          </p:cNvSpPr>
          <p:nvPr>
            <p:ph type="sldNum" sz="quarter" idx="10"/>
          </p:nvPr>
        </p:nvSpPr>
        <p:spPr>
          <a:xfrm>
            <a:off x="9212263" y="6667500"/>
            <a:ext cx="436562" cy="122238"/>
          </a:xfrm>
        </p:spPr>
        <p:txBody>
          <a:bodyPr/>
          <a:lstStyle/>
          <a:p>
            <a:pPr>
              <a:defRPr/>
            </a:pPr>
            <a:fld id="{A6A0D67D-9B30-457F-9874-1F92730590A0}" type="slidenum">
              <a:rPr lang="en-US" altLang="zh-CN" smtClean="0"/>
            </a:fld>
            <a:endParaRPr lang="en-US" altLang="zh-CN"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a:xfrm>
            <a:off x="366713" y="195263"/>
            <a:ext cx="9091612" cy="822325"/>
          </a:xfrm>
        </p:spPr>
        <p:txBody>
          <a:bodyPr/>
          <a:lstStyle/>
          <a:p>
            <a:r>
              <a:rPr lang="zh-CN" altLang="en-US" dirty="0"/>
              <a:t>四种自传式回应</a:t>
            </a:r>
            <a:r>
              <a:rPr lang="zh-CN" altLang="en-US" sz="2400" dirty="0"/>
              <a:t>（</a:t>
            </a:r>
            <a:r>
              <a:rPr lang="en-US" altLang="zh-CN" sz="2400" dirty="0"/>
              <a:t>Autobiographical Responses</a:t>
            </a:r>
            <a:r>
              <a:rPr lang="zh-CN" altLang="en-US" sz="2400" dirty="0"/>
              <a:t>）</a:t>
            </a:r>
            <a:endParaRPr lang="zh-CN" altLang="en-US" dirty="0"/>
          </a:p>
        </p:txBody>
      </p:sp>
      <p:sp>
        <p:nvSpPr>
          <p:cNvPr id="7" name="内容占位符 6"/>
          <p:cNvSpPr>
            <a:spLocks noGrp="1"/>
          </p:cNvSpPr>
          <p:nvPr>
            <p:ph sz="half" idx="1"/>
          </p:nvPr>
        </p:nvSpPr>
        <p:spPr/>
        <p:txBody>
          <a:bodyPr/>
          <a:lstStyle/>
          <a:p>
            <a:r>
              <a:rPr lang="zh-CN" altLang="en-US" sz="2000" dirty="0"/>
              <a:t>自传式回应（</a:t>
            </a:r>
            <a:r>
              <a:rPr lang="en-US" altLang="zh-CN" sz="2000" dirty="0"/>
              <a:t>Autobiographical Responses</a:t>
            </a:r>
            <a:r>
              <a:rPr lang="zh-CN" altLang="en-US" sz="2000" dirty="0"/>
              <a:t>）是沟通中的一种现象</a:t>
            </a:r>
            <a:endParaRPr lang="en-US" altLang="zh-CN" sz="2000" dirty="0"/>
          </a:p>
          <a:p>
            <a:pPr lvl="1"/>
            <a:r>
              <a:rPr lang="zh-CN" altLang="en-US" sz="1600" dirty="0"/>
              <a:t>基于个人经历和价值观来回应对方的问题</a:t>
            </a:r>
            <a:endParaRPr lang="en-US" altLang="zh-CN" sz="1600" dirty="0"/>
          </a:p>
          <a:p>
            <a:pPr lvl="1"/>
            <a:r>
              <a:rPr lang="zh-CN" altLang="en-US" sz="1600" dirty="0"/>
              <a:t>导致对方感觉不被理解或支持</a:t>
            </a:r>
            <a:endParaRPr lang="zh-CN" altLang="en-US" sz="1600" dirty="0"/>
          </a:p>
        </p:txBody>
      </p:sp>
      <p:sp>
        <p:nvSpPr>
          <p:cNvPr id="3" name="内容占位符 2"/>
          <p:cNvSpPr>
            <a:spLocks noGrp="1"/>
          </p:cNvSpPr>
          <p:nvPr>
            <p:ph sz="half" idx="2"/>
          </p:nvPr>
        </p:nvSpPr>
        <p:spPr>
          <a:xfrm>
            <a:off x="4987925" y="1273175"/>
            <a:ext cx="4470400" cy="5270500"/>
          </a:xfrm>
        </p:spPr>
        <p:txBody>
          <a:bodyPr/>
          <a:lstStyle/>
          <a:p>
            <a:r>
              <a:rPr lang="zh-CN" altLang="en-US" sz="2000" dirty="0"/>
              <a:t>评判（</a:t>
            </a:r>
            <a:r>
              <a:rPr lang="en-US" altLang="zh-CN" sz="2000" dirty="0"/>
              <a:t>Evaluate</a:t>
            </a:r>
            <a:r>
              <a:rPr lang="zh-CN" altLang="en-US" sz="2000" dirty="0"/>
              <a:t>）</a:t>
            </a:r>
            <a:endParaRPr lang="zh-CN" altLang="en-US" sz="2000" dirty="0"/>
          </a:p>
          <a:p>
            <a:pPr lvl="2"/>
            <a:r>
              <a:rPr lang="zh-CN" altLang="en-US" sz="1600" dirty="0"/>
              <a:t>评判别人，好或不好</a:t>
            </a:r>
            <a:endParaRPr lang="zh-CN" altLang="en-US" sz="1600" dirty="0"/>
          </a:p>
          <a:p>
            <a:pPr lvl="2"/>
            <a:endParaRPr lang="zh-CN" altLang="en-US" sz="1600" dirty="0"/>
          </a:p>
          <a:p>
            <a:r>
              <a:rPr lang="zh-CN" altLang="en-US" sz="2000" dirty="0"/>
              <a:t>追问（</a:t>
            </a:r>
            <a:r>
              <a:rPr lang="en-US" altLang="zh-CN" sz="2000" dirty="0"/>
              <a:t>Probe</a:t>
            </a:r>
            <a:r>
              <a:rPr lang="zh-CN" altLang="en-US" sz="2000" dirty="0"/>
              <a:t>）</a:t>
            </a:r>
            <a:endParaRPr lang="zh-CN" altLang="en-US" sz="2000" dirty="0"/>
          </a:p>
          <a:p>
            <a:pPr lvl="2"/>
            <a:r>
              <a:rPr lang="zh-CN" altLang="en-US" sz="1600" dirty="0"/>
              <a:t>依据自己的价值观探查别人的隐私</a:t>
            </a:r>
            <a:endParaRPr lang="zh-CN" altLang="en-US" sz="1600" dirty="0"/>
          </a:p>
          <a:p>
            <a:pPr lvl="2"/>
            <a:endParaRPr lang="zh-CN" altLang="en-US" sz="1600" dirty="0"/>
          </a:p>
          <a:p>
            <a:r>
              <a:rPr lang="zh-CN" altLang="en-US" sz="2000" dirty="0"/>
              <a:t>好为人师（</a:t>
            </a:r>
            <a:r>
              <a:rPr lang="en-US" altLang="zh-CN" sz="2000" dirty="0"/>
              <a:t>Advise</a:t>
            </a:r>
            <a:r>
              <a:rPr lang="zh-CN" altLang="en-US" sz="2000" dirty="0"/>
              <a:t>）</a:t>
            </a:r>
            <a:endParaRPr lang="zh-CN" altLang="en-US" sz="2000" dirty="0"/>
          </a:p>
          <a:p>
            <a:pPr lvl="2"/>
            <a:r>
              <a:rPr lang="zh-CN" altLang="en-US" sz="1600" dirty="0"/>
              <a:t>以自己的经验提供忠告</a:t>
            </a:r>
            <a:endParaRPr lang="zh-CN" altLang="en-US" sz="1600" dirty="0"/>
          </a:p>
          <a:p>
            <a:pPr lvl="2"/>
            <a:endParaRPr lang="zh-CN" altLang="en-US" sz="1600" dirty="0"/>
          </a:p>
          <a:p>
            <a:r>
              <a:rPr lang="zh-CN" altLang="en-US" sz="2000" dirty="0"/>
              <a:t>想当然（</a:t>
            </a:r>
            <a:r>
              <a:rPr lang="en-US" altLang="zh-CN" sz="2000" dirty="0"/>
              <a:t>Interpret</a:t>
            </a:r>
            <a:r>
              <a:rPr lang="zh-CN" altLang="en-US" sz="2000" dirty="0"/>
              <a:t>）</a:t>
            </a:r>
            <a:endParaRPr lang="zh-CN" altLang="en-US" sz="2000" dirty="0"/>
          </a:p>
          <a:p>
            <a:pPr lvl="2"/>
            <a:r>
              <a:rPr lang="zh-CN" altLang="en-US" sz="1600" dirty="0"/>
              <a:t>根据自己的行为与动机衡量别人的行为与动机</a:t>
            </a:r>
            <a:endParaRPr lang="zh-CN" altLang="en-US" sz="1600" dirty="0"/>
          </a:p>
        </p:txBody>
      </p:sp>
      <p:sp>
        <p:nvSpPr>
          <p:cNvPr id="2" name="灯片编号占位符 2"/>
          <p:cNvSpPr>
            <a:spLocks noGrp="1"/>
          </p:cNvSpPr>
          <p:nvPr>
            <p:ph type="sldNum" sz="quarter" idx="10"/>
          </p:nvPr>
        </p:nvSpPr>
        <p:spPr>
          <a:xfrm>
            <a:off x="9212263" y="6667500"/>
            <a:ext cx="436562" cy="122238"/>
          </a:xfrm>
        </p:spPr>
        <p:txBody>
          <a:bodyPr/>
          <a:lstStyle/>
          <a:p>
            <a:fld id="{A6A0D67D-9B30-457F-9874-1F92730590A0}" type="slidenum">
              <a:rPr lang="en-US" altLang="zh-CN" smtClean="0"/>
            </a:fld>
            <a:endParaRPr lang="en-US" altLang="zh-CN" dirty="0"/>
          </a:p>
        </p:txBody>
      </p:sp>
      <p:grpSp>
        <p:nvGrpSpPr>
          <p:cNvPr id="9" name="组合 8"/>
          <p:cNvGrpSpPr/>
          <p:nvPr/>
        </p:nvGrpSpPr>
        <p:grpSpPr>
          <a:xfrm>
            <a:off x="447675" y="3617882"/>
            <a:ext cx="4051301" cy="2430781"/>
            <a:chOff x="483754" y="3828472"/>
            <a:chExt cx="3700318" cy="2220191"/>
          </a:xfrm>
        </p:grpSpPr>
        <p:pic>
          <p:nvPicPr>
            <p:cNvPr id="1026" name="Picture 2" descr="Leader in M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83754" y="3828472"/>
              <a:ext cx="3700318" cy="2220191"/>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7"/>
            <p:cNvSpPr/>
            <p:nvPr/>
          </p:nvSpPr>
          <p:spPr bwMode="auto">
            <a:xfrm>
              <a:off x="2895600" y="3837712"/>
              <a:ext cx="1283854" cy="314037"/>
            </a:xfrm>
            <a:prstGeom prst="rect">
              <a:avLst/>
            </a:prstGeom>
            <a:solidFill>
              <a:srgbClr val="001B49"/>
            </a:solidFill>
            <a:ln>
              <a:noFill/>
            </a:ln>
            <a:effectLst/>
          </p:spPr>
          <p:txBody>
            <a:bodyPr vert="horz" wrap="square" lIns="0" tIns="0" rIns="0" bIns="0" numCol="1" rtlCol="0" anchor="ctr" anchorCtr="0" compatLnSpc="1"/>
            <a:lstStyle/>
            <a:p>
              <a:pPr marL="0" marR="0" indent="0" algn="l" defTabSz="914400" rtl="0" eaLnBrk="1" fontAlgn="base" latinLnBrk="0" hangingPunct="1">
                <a:lnSpc>
                  <a:spcPct val="100000"/>
                </a:lnSpc>
                <a:spcBef>
                  <a:spcPct val="50000"/>
                </a:spcBef>
                <a:spcAft>
                  <a:spcPct val="0"/>
                </a:spcAft>
                <a:buClrTx/>
                <a:buSzTx/>
                <a:buFontTx/>
                <a:buNone/>
              </a:pPr>
              <a:endParaRPr kumimoji="0" lang="zh-CN" altLang="en-US" sz="2400" b="0" i="0" u="none" strike="noStrike" cap="none" normalizeH="0" baseline="0">
                <a:ln>
                  <a:noFill/>
                </a:ln>
                <a:solidFill>
                  <a:schemeClr val="tx1"/>
                </a:solidFill>
                <a:effectLst/>
                <a:latin typeface="Futura Bk" pitchFamily="34" charset="0"/>
                <a:ea typeface="宋体" panose="02010600030101010101" pitchFamily="2" charset="-122"/>
              </a:endParaRPr>
            </a:p>
          </p:txBody>
        </p:sp>
      </p:gr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p:txBody>
          <a:bodyPr/>
          <a:lstStyle/>
          <a:p>
            <a:pPr eaLnBrk="1" hangingPunct="1"/>
            <a:r>
              <a:rPr lang="zh-CN" altLang="en-US" dirty="0"/>
              <a:t>父子谈话</a:t>
            </a:r>
            <a:r>
              <a:rPr lang="en-US" altLang="zh-CN" dirty="0"/>
              <a:t>——</a:t>
            </a:r>
            <a:r>
              <a:rPr lang="zh-CN" altLang="en-US" dirty="0"/>
              <a:t>自传式回应沟通</a:t>
            </a:r>
            <a:endParaRPr lang="zh-CN" altLang="en-US" dirty="0"/>
          </a:p>
        </p:txBody>
      </p:sp>
      <p:sp>
        <p:nvSpPr>
          <p:cNvPr id="22532" name="Rectangle 3"/>
          <p:cNvSpPr>
            <a:spLocks noGrp="1" noChangeArrowheads="1"/>
          </p:cNvSpPr>
          <p:nvPr>
            <p:ph type="body" idx="1"/>
          </p:nvPr>
        </p:nvSpPr>
        <p:spPr>
          <a:xfrm>
            <a:off x="881064" y="1273175"/>
            <a:ext cx="8939212" cy="5270500"/>
          </a:xfrm>
        </p:spPr>
        <p:txBody>
          <a:bodyPr/>
          <a:lstStyle/>
          <a:p>
            <a:pPr eaLnBrk="1" hangingPunct="1">
              <a:lnSpc>
                <a:spcPct val="90000"/>
              </a:lnSpc>
              <a:buFontTx/>
              <a:buNone/>
            </a:pPr>
            <a:r>
              <a:rPr lang="zh-CN" altLang="en-US" sz="1600" dirty="0"/>
              <a:t>“上学真是无聊透了！”</a:t>
            </a:r>
            <a:endParaRPr lang="zh-CN" altLang="en-US" sz="1600" dirty="0"/>
          </a:p>
          <a:p>
            <a:pPr eaLnBrk="1" hangingPunct="1">
              <a:lnSpc>
                <a:spcPct val="90000"/>
              </a:lnSpc>
              <a:buFontTx/>
              <a:buNone/>
            </a:pPr>
            <a:r>
              <a:rPr lang="zh-CN" altLang="en-US" sz="1600" dirty="0">
                <a:solidFill>
                  <a:srgbClr val="339933"/>
                </a:solidFill>
              </a:rPr>
              <a:t>“怎么回事？”</a:t>
            </a:r>
            <a:endParaRPr lang="zh-CN" altLang="en-US" sz="1600" dirty="0">
              <a:solidFill>
                <a:srgbClr val="339933"/>
              </a:solidFill>
            </a:endParaRPr>
          </a:p>
          <a:p>
            <a:pPr eaLnBrk="1" hangingPunct="1">
              <a:lnSpc>
                <a:spcPct val="90000"/>
              </a:lnSpc>
              <a:buFontTx/>
              <a:buNone/>
            </a:pPr>
            <a:r>
              <a:rPr lang="zh-CN" altLang="en-US" sz="1600" dirty="0"/>
              <a:t>“学的都是些不实用的东西。”</a:t>
            </a:r>
            <a:endParaRPr lang="zh-CN" altLang="en-US" sz="1600" dirty="0"/>
          </a:p>
          <a:p>
            <a:pPr eaLnBrk="1" hangingPunct="1">
              <a:lnSpc>
                <a:spcPct val="90000"/>
              </a:lnSpc>
              <a:buFontTx/>
              <a:buNone/>
            </a:pPr>
            <a:r>
              <a:rPr lang="zh-CN" altLang="en-US" sz="1600" dirty="0">
                <a:solidFill>
                  <a:srgbClr val="339933"/>
                </a:solidFill>
              </a:rPr>
              <a:t>“现在的确看不出好处来，我当年也有同样的想法，可是现在觉得那些知识还是挺有用的，你就忍一下吧！”</a:t>
            </a:r>
            <a:endParaRPr lang="zh-CN" altLang="en-US" sz="1600" dirty="0">
              <a:solidFill>
                <a:srgbClr val="339933"/>
              </a:solidFill>
            </a:endParaRPr>
          </a:p>
          <a:p>
            <a:pPr eaLnBrk="1" hangingPunct="1">
              <a:lnSpc>
                <a:spcPct val="90000"/>
              </a:lnSpc>
              <a:buFontTx/>
              <a:buNone/>
            </a:pPr>
            <a:r>
              <a:rPr lang="zh-CN" altLang="en-US" sz="1600" dirty="0"/>
              <a:t>“我已经耗了</a:t>
            </a:r>
            <a:r>
              <a:rPr lang="en-US" altLang="zh-CN" sz="1600" dirty="0"/>
              <a:t>10</a:t>
            </a:r>
            <a:r>
              <a:rPr lang="zh-CN" altLang="en-US" sz="1600" dirty="0"/>
              <a:t>年了，难道那些</a:t>
            </a:r>
            <a:r>
              <a:rPr lang="en-US" altLang="zh-CN" sz="1600" dirty="0"/>
              <a:t>X+Y</a:t>
            </a:r>
            <a:r>
              <a:rPr lang="zh-CN" altLang="en-US" sz="1600" dirty="0"/>
              <a:t>能让我学会修车吗？”</a:t>
            </a:r>
            <a:endParaRPr lang="zh-CN" altLang="en-US" sz="1600" dirty="0"/>
          </a:p>
          <a:p>
            <a:pPr eaLnBrk="1" hangingPunct="1">
              <a:lnSpc>
                <a:spcPct val="90000"/>
              </a:lnSpc>
              <a:buFontTx/>
              <a:buNone/>
            </a:pPr>
            <a:r>
              <a:rPr lang="zh-CN" altLang="en-US" sz="1600" dirty="0">
                <a:solidFill>
                  <a:srgbClr val="339933"/>
                </a:solidFill>
              </a:rPr>
              <a:t>“修车？你在开玩笑吧？”</a:t>
            </a:r>
            <a:endParaRPr lang="zh-CN" altLang="en-US" sz="1600" dirty="0">
              <a:solidFill>
                <a:srgbClr val="339933"/>
              </a:solidFill>
            </a:endParaRPr>
          </a:p>
          <a:p>
            <a:pPr eaLnBrk="1" hangingPunct="1">
              <a:lnSpc>
                <a:spcPct val="90000"/>
              </a:lnSpc>
              <a:buFontTx/>
              <a:buNone/>
            </a:pPr>
            <a:r>
              <a:rPr lang="zh-CN" altLang="en-US" sz="1600" dirty="0"/>
              <a:t>“我的同学王明辍学修车，现在挣很多钱，这才有用啊！”</a:t>
            </a:r>
            <a:endParaRPr lang="zh-CN" altLang="en-US" sz="1600" dirty="0"/>
          </a:p>
          <a:p>
            <a:pPr eaLnBrk="1" hangingPunct="1">
              <a:lnSpc>
                <a:spcPct val="90000"/>
              </a:lnSpc>
              <a:buFontTx/>
              <a:buNone/>
            </a:pPr>
            <a:r>
              <a:rPr lang="zh-CN" altLang="en-US" sz="1600" dirty="0">
                <a:solidFill>
                  <a:srgbClr val="339933"/>
                </a:solidFill>
              </a:rPr>
              <a:t>“现在可能挣钱，可将来要后悔的。修车没前途。好好念书，将来不怕找不到更好的工作”</a:t>
            </a:r>
            <a:endParaRPr lang="zh-CN" altLang="en-US" sz="1600" dirty="0">
              <a:solidFill>
                <a:srgbClr val="339933"/>
              </a:solidFill>
            </a:endParaRPr>
          </a:p>
          <a:p>
            <a:pPr eaLnBrk="1" hangingPunct="1">
              <a:lnSpc>
                <a:spcPct val="90000"/>
              </a:lnSpc>
              <a:buFontTx/>
              <a:buNone/>
            </a:pPr>
            <a:r>
              <a:rPr lang="zh-CN" altLang="en-US" sz="1600" dirty="0"/>
              <a:t>“我不知道，可是王明现在很成功。”</a:t>
            </a:r>
            <a:endParaRPr lang="zh-CN" altLang="en-US" sz="1600" dirty="0"/>
          </a:p>
          <a:p>
            <a:pPr eaLnBrk="1" hangingPunct="1">
              <a:lnSpc>
                <a:spcPct val="90000"/>
              </a:lnSpc>
              <a:buFontTx/>
              <a:buNone/>
            </a:pPr>
            <a:r>
              <a:rPr lang="zh-CN" altLang="en-US" sz="1600" dirty="0">
                <a:solidFill>
                  <a:srgbClr val="339933"/>
                </a:solidFill>
              </a:rPr>
              <a:t>“你好好用功了吗？这所高中是名校，应该差不到哪儿去。”</a:t>
            </a:r>
            <a:endParaRPr lang="zh-CN" altLang="en-US" sz="1600" dirty="0">
              <a:solidFill>
                <a:srgbClr val="339933"/>
              </a:solidFill>
            </a:endParaRPr>
          </a:p>
          <a:p>
            <a:pPr eaLnBrk="1" hangingPunct="1">
              <a:lnSpc>
                <a:spcPct val="90000"/>
              </a:lnSpc>
              <a:buFontTx/>
              <a:buNone/>
            </a:pPr>
            <a:r>
              <a:rPr lang="zh-CN" altLang="en-US" sz="1600" dirty="0"/>
              <a:t>“可是同学们都有同感。”</a:t>
            </a:r>
            <a:endParaRPr lang="zh-CN" altLang="en-US" sz="1600" dirty="0"/>
          </a:p>
          <a:p>
            <a:pPr eaLnBrk="1" hangingPunct="1">
              <a:lnSpc>
                <a:spcPct val="90000"/>
              </a:lnSpc>
              <a:buFontTx/>
              <a:buNone/>
            </a:pPr>
            <a:r>
              <a:rPr lang="zh-CN" altLang="en-US" sz="1600" dirty="0">
                <a:solidFill>
                  <a:srgbClr val="339933"/>
                </a:solidFill>
              </a:rPr>
              <a:t>“你知不知道，把你养到这么大，你妈和我牺牲了多少？已经读到高二了，不许你半途而废。”</a:t>
            </a:r>
            <a:endParaRPr lang="zh-CN" altLang="en-US" sz="1600" dirty="0">
              <a:solidFill>
                <a:srgbClr val="339933"/>
              </a:solidFill>
            </a:endParaRPr>
          </a:p>
          <a:p>
            <a:pPr eaLnBrk="1" hangingPunct="1">
              <a:lnSpc>
                <a:spcPct val="90000"/>
              </a:lnSpc>
              <a:buFontTx/>
              <a:buNone/>
            </a:pPr>
            <a:r>
              <a:rPr lang="zh-CN" altLang="en-US" sz="1600" dirty="0"/>
              <a:t>“我知道你们牺牲很大，可是不值得。”</a:t>
            </a:r>
            <a:endParaRPr lang="zh-CN" altLang="en-US" sz="1600" dirty="0"/>
          </a:p>
          <a:p>
            <a:pPr eaLnBrk="1" hangingPunct="1">
              <a:lnSpc>
                <a:spcPct val="90000"/>
              </a:lnSpc>
              <a:buFontTx/>
              <a:buNone/>
            </a:pPr>
            <a:r>
              <a:rPr lang="zh-CN" altLang="en-US" sz="1600" dirty="0">
                <a:solidFill>
                  <a:srgbClr val="339933"/>
                </a:solidFill>
              </a:rPr>
              <a:t>“你应该多读书，少看电视</a:t>
            </a:r>
            <a:r>
              <a:rPr lang="en-US" altLang="zh-CN" sz="1600" dirty="0">
                <a:solidFill>
                  <a:srgbClr val="339933"/>
                </a:solidFill>
                <a:latin typeface="Arial" panose="020B0604020202020204" pitchFamily="34" charset="0"/>
              </a:rPr>
              <a:t>——</a:t>
            </a:r>
            <a:r>
              <a:rPr lang="zh-CN" altLang="en-US" sz="1600" dirty="0">
                <a:solidFill>
                  <a:srgbClr val="339933"/>
                </a:solidFill>
                <a:latin typeface="Arial" panose="020B0604020202020204" pitchFamily="34" charset="0"/>
              </a:rPr>
              <a:t>”</a:t>
            </a:r>
            <a:endParaRPr lang="en-US" altLang="zh-CN" sz="1600" dirty="0">
              <a:solidFill>
                <a:srgbClr val="339933"/>
              </a:solidFill>
            </a:endParaRPr>
          </a:p>
          <a:p>
            <a:pPr eaLnBrk="1" hangingPunct="1">
              <a:lnSpc>
                <a:spcPct val="90000"/>
              </a:lnSpc>
              <a:buFontTx/>
              <a:buNone/>
            </a:pPr>
            <a:r>
              <a:rPr lang="zh-CN" altLang="en-US" sz="1600" dirty="0"/>
              <a:t>“爸，唉</a:t>
            </a:r>
            <a:r>
              <a:rPr lang="en-US" altLang="zh-CN" sz="1600" dirty="0">
                <a:latin typeface="Arial" panose="020B0604020202020204" pitchFamily="34" charset="0"/>
              </a:rPr>
              <a:t>——</a:t>
            </a:r>
            <a:r>
              <a:rPr lang="zh-CN" altLang="en-US" sz="1600" dirty="0"/>
              <a:t>算了吧</a:t>
            </a:r>
            <a:r>
              <a:rPr lang="en-US" altLang="zh-CN" sz="1600" dirty="0"/>
              <a:t>……</a:t>
            </a:r>
            <a:r>
              <a:rPr lang="zh-CN" altLang="en-US" sz="1600" dirty="0"/>
              <a:t>”</a:t>
            </a:r>
            <a:endParaRPr lang="zh-CN" altLang="en-US" sz="1600" dirty="0"/>
          </a:p>
        </p:txBody>
      </p:sp>
      <p:sp>
        <p:nvSpPr>
          <p:cNvPr id="2" name="矩形: 圆角 1"/>
          <p:cNvSpPr/>
          <p:nvPr/>
        </p:nvSpPr>
        <p:spPr bwMode="auto">
          <a:xfrm>
            <a:off x="138115" y="3797300"/>
            <a:ext cx="742949" cy="304800"/>
          </a:xfrm>
          <a:prstGeom prst="roundRect">
            <a:avLst/>
          </a:prstGeom>
          <a:solidFill>
            <a:schemeClr val="accent5">
              <a:lumMod val="75000"/>
            </a:schemeClr>
          </a:solidFill>
        </p:spPr>
        <p:style>
          <a:lnRef idx="2">
            <a:schemeClr val="accent1"/>
          </a:lnRef>
          <a:fillRef idx="1">
            <a:schemeClr val="lt1"/>
          </a:fillRef>
          <a:effectRef idx="0">
            <a:schemeClr val="accent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50000"/>
              </a:spcBef>
              <a:spcAft>
                <a:spcPct val="0"/>
              </a:spcAft>
              <a:buClrTx/>
              <a:buSzTx/>
              <a:buFontTx/>
              <a:buNone/>
            </a:pPr>
            <a:r>
              <a:rPr kumimoji="0" lang="zh-CN" altLang="en-US" sz="1100" b="1" i="0" u="none" strike="noStrike" cap="none" normalizeH="0" baseline="0" dirty="0">
                <a:ln>
                  <a:noFill/>
                </a:ln>
                <a:solidFill>
                  <a:schemeClr val="tx1"/>
                </a:solidFill>
                <a:effectLst/>
                <a:latin typeface="微软雅黑" panose="020B0503020204020204" charset="-122"/>
                <a:ea typeface="微软雅黑" panose="020B0503020204020204" charset="-122"/>
              </a:rPr>
              <a:t>好为人师</a:t>
            </a:r>
            <a:endParaRPr kumimoji="0" lang="zh-CN" altLang="en-US" sz="1100" b="1" i="0" u="none" strike="noStrike" cap="none" normalizeH="0" baseline="0" dirty="0">
              <a:ln>
                <a:noFill/>
              </a:ln>
              <a:solidFill>
                <a:schemeClr val="tx1"/>
              </a:solidFill>
              <a:effectLst/>
              <a:latin typeface="微软雅黑" panose="020B0503020204020204" charset="-122"/>
              <a:ea typeface="微软雅黑" panose="020B0503020204020204" charset="-122"/>
            </a:endParaRPr>
          </a:p>
        </p:txBody>
      </p:sp>
      <p:sp>
        <p:nvSpPr>
          <p:cNvPr id="4" name="矩形: 圆角 3"/>
          <p:cNvSpPr/>
          <p:nvPr/>
        </p:nvSpPr>
        <p:spPr bwMode="auto">
          <a:xfrm>
            <a:off x="138115" y="1660525"/>
            <a:ext cx="742949" cy="304800"/>
          </a:xfrm>
          <a:prstGeom prst="roundRect">
            <a:avLst/>
          </a:prstGeom>
          <a:solidFill>
            <a:schemeClr val="accent5">
              <a:lumMod val="75000"/>
            </a:schemeClr>
          </a:solidFill>
        </p:spPr>
        <p:style>
          <a:lnRef idx="2">
            <a:schemeClr val="accent1"/>
          </a:lnRef>
          <a:fillRef idx="1">
            <a:schemeClr val="lt1"/>
          </a:fillRef>
          <a:effectRef idx="0">
            <a:schemeClr val="accent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50000"/>
              </a:spcBef>
              <a:spcAft>
                <a:spcPct val="0"/>
              </a:spcAft>
              <a:buClrTx/>
              <a:buSzTx/>
              <a:buFontTx/>
              <a:buNone/>
            </a:pPr>
            <a:r>
              <a:rPr kumimoji="0" lang="zh-CN" altLang="en-US" sz="1100" b="1" i="0" u="none" strike="noStrike" cap="none" normalizeH="0" baseline="0" dirty="0">
                <a:ln>
                  <a:noFill/>
                </a:ln>
                <a:solidFill>
                  <a:schemeClr val="tx1"/>
                </a:solidFill>
                <a:effectLst/>
                <a:latin typeface="微软雅黑" panose="020B0503020204020204" charset="-122"/>
                <a:ea typeface="微软雅黑" panose="020B0503020204020204" charset="-122"/>
              </a:rPr>
              <a:t>追问</a:t>
            </a:r>
            <a:endParaRPr kumimoji="0" lang="zh-CN" altLang="en-US" sz="1100" b="1" i="0" u="none" strike="noStrike" cap="none" normalizeH="0" baseline="0" dirty="0">
              <a:ln>
                <a:noFill/>
              </a:ln>
              <a:solidFill>
                <a:schemeClr val="tx1"/>
              </a:solidFill>
              <a:effectLst/>
              <a:latin typeface="微软雅黑" panose="020B0503020204020204" charset="-122"/>
              <a:ea typeface="微软雅黑" panose="020B0503020204020204" charset="-122"/>
            </a:endParaRPr>
          </a:p>
        </p:txBody>
      </p:sp>
      <p:sp>
        <p:nvSpPr>
          <p:cNvPr id="5" name="矩形: 圆角 4"/>
          <p:cNvSpPr/>
          <p:nvPr/>
        </p:nvSpPr>
        <p:spPr bwMode="auto">
          <a:xfrm>
            <a:off x="138116" y="2352675"/>
            <a:ext cx="742949" cy="304800"/>
          </a:xfrm>
          <a:prstGeom prst="roundRect">
            <a:avLst/>
          </a:prstGeom>
          <a:solidFill>
            <a:schemeClr val="accent5">
              <a:lumMod val="75000"/>
            </a:schemeClr>
          </a:solidFill>
        </p:spPr>
        <p:style>
          <a:lnRef idx="2">
            <a:schemeClr val="accent1"/>
          </a:lnRef>
          <a:fillRef idx="1">
            <a:schemeClr val="lt1"/>
          </a:fillRef>
          <a:effectRef idx="0">
            <a:schemeClr val="accent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50000"/>
              </a:spcBef>
              <a:spcAft>
                <a:spcPct val="0"/>
              </a:spcAft>
              <a:buClrTx/>
              <a:buSzTx/>
              <a:buFontTx/>
              <a:buNone/>
            </a:pPr>
            <a:r>
              <a:rPr kumimoji="0" lang="zh-CN" altLang="en-US" sz="1100" b="1" i="0" u="none" strike="noStrike" cap="none" normalizeH="0" baseline="0" dirty="0">
                <a:ln>
                  <a:noFill/>
                </a:ln>
                <a:solidFill>
                  <a:schemeClr val="tx1"/>
                </a:solidFill>
                <a:effectLst/>
                <a:latin typeface="微软雅黑" panose="020B0503020204020204" charset="-122"/>
                <a:ea typeface="微软雅黑" panose="020B0503020204020204" charset="-122"/>
              </a:rPr>
              <a:t>好为人师</a:t>
            </a:r>
            <a:endParaRPr kumimoji="0" lang="zh-CN" altLang="en-US" sz="1100" b="1" i="0" u="none" strike="noStrike" cap="none" normalizeH="0" baseline="0" dirty="0">
              <a:ln>
                <a:noFill/>
              </a:ln>
              <a:solidFill>
                <a:schemeClr val="tx1"/>
              </a:solidFill>
              <a:effectLst/>
              <a:latin typeface="微软雅黑" panose="020B0503020204020204" charset="-122"/>
              <a:ea typeface="微软雅黑" panose="020B0503020204020204" charset="-122"/>
            </a:endParaRPr>
          </a:p>
        </p:txBody>
      </p:sp>
      <p:sp>
        <p:nvSpPr>
          <p:cNvPr id="6" name="矩形: 圆角 5"/>
          <p:cNvSpPr/>
          <p:nvPr/>
        </p:nvSpPr>
        <p:spPr bwMode="auto">
          <a:xfrm>
            <a:off x="138114" y="5045075"/>
            <a:ext cx="742949" cy="304800"/>
          </a:xfrm>
          <a:prstGeom prst="roundRect">
            <a:avLst/>
          </a:prstGeom>
          <a:solidFill>
            <a:schemeClr val="accent5">
              <a:lumMod val="75000"/>
            </a:schemeClr>
          </a:solidFill>
        </p:spPr>
        <p:style>
          <a:lnRef idx="2">
            <a:schemeClr val="accent1"/>
          </a:lnRef>
          <a:fillRef idx="1">
            <a:schemeClr val="lt1"/>
          </a:fillRef>
          <a:effectRef idx="0">
            <a:schemeClr val="accent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50000"/>
              </a:spcBef>
              <a:spcAft>
                <a:spcPct val="0"/>
              </a:spcAft>
              <a:buClrTx/>
              <a:buSzTx/>
              <a:buFontTx/>
              <a:buNone/>
            </a:pPr>
            <a:r>
              <a:rPr kumimoji="0" lang="zh-CN" altLang="en-US" sz="1100" b="1" i="0" u="none" strike="noStrike" cap="none" normalizeH="0" baseline="0" dirty="0">
                <a:ln>
                  <a:noFill/>
                </a:ln>
                <a:solidFill>
                  <a:schemeClr val="tx1"/>
                </a:solidFill>
                <a:effectLst/>
                <a:latin typeface="微软雅黑" panose="020B0503020204020204" charset="-122"/>
                <a:ea typeface="微软雅黑" panose="020B0503020204020204" charset="-122"/>
              </a:rPr>
              <a:t>评判</a:t>
            </a:r>
            <a:endParaRPr kumimoji="0" lang="zh-CN" altLang="en-US" sz="1100" b="1" i="0" u="none" strike="noStrike" cap="none" normalizeH="0" baseline="0" dirty="0">
              <a:ln>
                <a:noFill/>
              </a:ln>
              <a:solidFill>
                <a:schemeClr val="tx1"/>
              </a:solidFill>
              <a:effectLst/>
              <a:latin typeface="微软雅黑" panose="020B0503020204020204" charset="-122"/>
              <a:ea typeface="微软雅黑" panose="020B0503020204020204" charset="-122"/>
            </a:endParaRPr>
          </a:p>
        </p:txBody>
      </p:sp>
      <p:sp>
        <p:nvSpPr>
          <p:cNvPr id="7" name="矩形: 圆角 6"/>
          <p:cNvSpPr/>
          <p:nvPr/>
        </p:nvSpPr>
        <p:spPr bwMode="auto">
          <a:xfrm>
            <a:off x="138114" y="5692775"/>
            <a:ext cx="742949" cy="304800"/>
          </a:xfrm>
          <a:prstGeom prst="roundRect">
            <a:avLst/>
          </a:prstGeom>
          <a:solidFill>
            <a:schemeClr val="accent5">
              <a:lumMod val="75000"/>
            </a:schemeClr>
          </a:solidFill>
        </p:spPr>
        <p:style>
          <a:lnRef idx="2">
            <a:schemeClr val="accent1"/>
          </a:lnRef>
          <a:fillRef idx="1">
            <a:schemeClr val="lt1"/>
          </a:fillRef>
          <a:effectRef idx="0">
            <a:schemeClr val="accent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50000"/>
              </a:spcBef>
              <a:spcAft>
                <a:spcPct val="0"/>
              </a:spcAft>
              <a:buClrTx/>
              <a:buSzTx/>
              <a:buFontTx/>
              <a:buNone/>
            </a:pPr>
            <a:r>
              <a:rPr kumimoji="0" lang="zh-CN" altLang="en-US" sz="1100" b="1" i="0" u="none" strike="noStrike" cap="none" normalizeH="0" baseline="0" dirty="0">
                <a:ln>
                  <a:noFill/>
                </a:ln>
                <a:solidFill>
                  <a:schemeClr val="tx1"/>
                </a:solidFill>
                <a:effectLst/>
                <a:latin typeface="微软雅黑" panose="020B0503020204020204" charset="-122"/>
                <a:ea typeface="微软雅黑" panose="020B0503020204020204" charset="-122"/>
              </a:rPr>
              <a:t>想当然</a:t>
            </a:r>
            <a:endParaRPr kumimoji="0" lang="zh-CN" altLang="en-US" sz="1100" b="1" i="0" u="none" strike="noStrike" cap="none" normalizeH="0" baseline="0" dirty="0">
              <a:ln>
                <a:noFill/>
              </a:ln>
              <a:solidFill>
                <a:schemeClr val="tx1"/>
              </a:solidFill>
              <a:effectLst/>
              <a:latin typeface="微软雅黑" panose="020B0503020204020204" charset="-122"/>
              <a:ea typeface="微软雅黑" panose="020B0503020204020204" charset="-122"/>
            </a:endParaRPr>
          </a:p>
        </p:txBody>
      </p:sp>
      <p:sp>
        <p:nvSpPr>
          <p:cNvPr id="8" name="矩形: 圆角 7"/>
          <p:cNvSpPr/>
          <p:nvPr/>
        </p:nvSpPr>
        <p:spPr bwMode="auto">
          <a:xfrm>
            <a:off x="138114" y="4460082"/>
            <a:ext cx="742949" cy="304800"/>
          </a:xfrm>
          <a:prstGeom prst="roundRect">
            <a:avLst/>
          </a:prstGeom>
          <a:solidFill>
            <a:schemeClr val="accent5">
              <a:lumMod val="75000"/>
            </a:schemeClr>
          </a:solidFill>
        </p:spPr>
        <p:style>
          <a:lnRef idx="2">
            <a:schemeClr val="accent1"/>
          </a:lnRef>
          <a:fillRef idx="1">
            <a:schemeClr val="lt1"/>
          </a:fillRef>
          <a:effectRef idx="0">
            <a:schemeClr val="accent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50000"/>
              </a:spcBef>
              <a:spcAft>
                <a:spcPct val="0"/>
              </a:spcAft>
              <a:buClrTx/>
              <a:buSzTx/>
              <a:buFontTx/>
              <a:buNone/>
            </a:pPr>
            <a:r>
              <a:rPr lang="zh-CN" altLang="en-US" sz="1100" b="1" dirty="0">
                <a:solidFill>
                  <a:schemeClr val="tx1"/>
                </a:solidFill>
                <a:latin typeface="微软雅黑" panose="020B0503020204020204" charset="-122"/>
                <a:ea typeface="微软雅黑" panose="020B0503020204020204" charset="-122"/>
              </a:rPr>
              <a:t>追问</a:t>
            </a:r>
            <a:r>
              <a:rPr lang="en-US" altLang="zh-CN" sz="1100" b="1" dirty="0">
                <a:solidFill>
                  <a:schemeClr val="tx1"/>
                </a:solidFill>
                <a:latin typeface="微软雅黑" panose="020B0503020204020204" charset="-122"/>
                <a:ea typeface="微软雅黑" panose="020B0503020204020204" charset="-122"/>
              </a:rPr>
              <a:t> </a:t>
            </a:r>
            <a:r>
              <a:rPr lang="zh-CN" altLang="en-US" sz="1100" b="1" dirty="0">
                <a:solidFill>
                  <a:schemeClr val="tx1"/>
                </a:solidFill>
                <a:latin typeface="微软雅黑" panose="020B0503020204020204" charset="-122"/>
                <a:ea typeface="微软雅黑" panose="020B0503020204020204" charset="-122"/>
              </a:rPr>
              <a:t>评判</a:t>
            </a:r>
            <a:endParaRPr kumimoji="0" lang="zh-CN" altLang="en-US" sz="1100" b="1" i="0" u="none" strike="noStrike" cap="none" normalizeH="0" baseline="0" dirty="0">
              <a:ln>
                <a:noFill/>
              </a:ln>
              <a:solidFill>
                <a:schemeClr val="tx1"/>
              </a:solidFill>
              <a:effectLst/>
              <a:latin typeface="微软雅黑" panose="020B0503020204020204" charset="-122"/>
              <a:ea typeface="微软雅黑" panose="020B0503020204020204" charset="-122"/>
            </a:endParaRPr>
          </a:p>
        </p:txBody>
      </p:sp>
      <p:sp>
        <p:nvSpPr>
          <p:cNvPr id="3" name="灯片编号占位符 2"/>
          <p:cNvSpPr>
            <a:spLocks noGrp="1"/>
          </p:cNvSpPr>
          <p:nvPr>
            <p:ph type="sldNum" sz="quarter" idx="10"/>
          </p:nvPr>
        </p:nvSpPr>
        <p:spPr>
          <a:xfrm>
            <a:off x="9212263" y="6667500"/>
            <a:ext cx="436562" cy="122238"/>
          </a:xfrm>
        </p:spPr>
        <p:txBody>
          <a:bodyPr/>
          <a:lstStyle/>
          <a:p>
            <a:pPr>
              <a:defRPr/>
            </a:pPr>
            <a:fld id="{A6A0D67D-9B30-457F-9874-1F92730590A0}" type="slidenum">
              <a:rPr lang="en-US" altLang="zh-CN" smtClean="0"/>
            </a:fld>
            <a:endParaRPr lang="en-US" altLang="zh-CN" dirty="0"/>
          </a:p>
        </p:txBody>
      </p:sp>
      <p:sp>
        <p:nvSpPr>
          <p:cNvPr id="10" name="矩形: 圆角 9"/>
          <p:cNvSpPr/>
          <p:nvPr/>
        </p:nvSpPr>
        <p:spPr bwMode="auto">
          <a:xfrm>
            <a:off x="138113" y="3178175"/>
            <a:ext cx="742949" cy="304800"/>
          </a:xfrm>
          <a:prstGeom prst="roundRect">
            <a:avLst/>
          </a:prstGeom>
          <a:solidFill>
            <a:schemeClr val="accent5">
              <a:lumMod val="75000"/>
            </a:schemeClr>
          </a:solidFill>
        </p:spPr>
        <p:style>
          <a:lnRef idx="2">
            <a:schemeClr val="accent1"/>
          </a:lnRef>
          <a:fillRef idx="1">
            <a:schemeClr val="lt1"/>
          </a:fillRef>
          <a:effectRef idx="0">
            <a:schemeClr val="accent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50000"/>
              </a:spcBef>
              <a:spcAft>
                <a:spcPct val="0"/>
              </a:spcAft>
              <a:buClrTx/>
              <a:buSzTx/>
              <a:buFontTx/>
              <a:buNone/>
            </a:pPr>
            <a:r>
              <a:rPr kumimoji="0" lang="zh-CN" altLang="en-US" sz="1100" b="1" i="0" u="none" strike="noStrike" cap="none" normalizeH="0" baseline="0" dirty="0">
                <a:ln>
                  <a:noFill/>
                </a:ln>
                <a:solidFill>
                  <a:schemeClr val="tx1"/>
                </a:solidFill>
                <a:effectLst/>
                <a:latin typeface="微软雅黑" panose="020B0503020204020204" charset="-122"/>
                <a:ea typeface="微软雅黑" panose="020B0503020204020204" charset="-122"/>
              </a:rPr>
              <a:t>评判</a:t>
            </a:r>
            <a:endParaRPr kumimoji="0" lang="zh-CN" altLang="en-US" sz="1100" b="1" i="0" u="none" strike="noStrike" cap="none" normalizeH="0" baseline="0" dirty="0">
              <a:ln>
                <a:noFill/>
              </a:ln>
              <a:solidFill>
                <a:schemeClr val="tx1"/>
              </a:solidFill>
              <a:effectLst/>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6" grpId="0" animBg="1"/>
      <p:bldP spid="7" grpId="0" animBg="1"/>
      <p:bldP spid="8" grpId="0" animBg="1"/>
      <p:bldP spid="10" grpId="0" animBg="1"/>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p:txBody>
          <a:bodyPr/>
          <a:lstStyle/>
          <a:p>
            <a:pPr eaLnBrk="1" hangingPunct="1"/>
            <a:r>
              <a:rPr lang="zh-CN" altLang="en-US" dirty="0"/>
              <a:t>父子谈话</a:t>
            </a:r>
            <a:r>
              <a:rPr lang="en-US" altLang="zh-CN" dirty="0"/>
              <a:t>——</a:t>
            </a:r>
            <a:r>
              <a:rPr lang="zh-CN" altLang="en-US" dirty="0"/>
              <a:t>同理心沟通</a:t>
            </a:r>
            <a:r>
              <a:rPr lang="en-US" altLang="zh-CN" dirty="0"/>
              <a:t>(1)</a:t>
            </a:r>
            <a:endParaRPr lang="en-US" altLang="zh-CN" dirty="0"/>
          </a:p>
        </p:txBody>
      </p:sp>
      <p:sp>
        <p:nvSpPr>
          <p:cNvPr id="23556" name="Rectangle 3"/>
          <p:cNvSpPr>
            <a:spLocks noGrp="1" noChangeArrowheads="1"/>
          </p:cNvSpPr>
          <p:nvPr>
            <p:ph type="body" idx="1"/>
          </p:nvPr>
        </p:nvSpPr>
        <p:spPr>
          <a:xfrm>
            <a:off x="365125" y="1273175"/>
            <a:ext cx="9540875" cy="5270500"/>
          </a:xfrm>
        </p:spPr>
        <p:txBody>
          <a:bodyPr/>
          <a:lstStyle/>
          <a:p>
            <a:pPr eaLnBrk="1" hangingPunct="1">
              <a:lnSpc>
                <a:spcPct val="90000"/>
              </a:lnSpc>
              <a:buFontTx/>
              <a:buNone/>
              <a:tabLst>
                <a:tab pos="6367145" algn="l"/>
              </a:tabLst>
            </a:pPr>
            <a:r>
              <a:rPr lang="zh-CN" altLang="en-US" sz="1600" dirty="0"/>
              <a:t>“上学真是无聊透了！”</a:t>
            </a:r>
            <a:r>
              <a:rPr lang="en-US" altLang="zh-CN" sz="1600" dirty="0"/>
              <a:t>	……</a:t>
            </a:r>
            <a:r>
              <a:rPr lang="zh-CN" altLang="en-US" sz="1600" dirty="0"/>
              <a:t>儿子有情绪问题</a:t>
            </a:r>
            <a:endParaRPr lang="zh-CN" altLang="en-US" sz="1600" dirty="0"/>
          </a:p>
          <a:p>
            <a:pPr eaLnBrk="1" hangingPunct="1">
              <a:lnSpc>
                <a:spcPct val="90000"/>
              </a:lnSpc>
              <a:buFontTx/>
              <a:buNone/>
              <a:tabLst>
                <a:tab pos="6367145" algn="l"/>
              </a:tabLst>
            </a:pPr>
            <a:r>
              <a:rPr lang="zh-CN" altLang="en-US" sz="1600" dirty="0">
                <a:solidFill>
                  <a:srgbClr val="339933"/>
                </a:solidFill>
              </a:rPr>
              <a:t>“你对上学有很深的挫折感。”</a:t>
            </a:r>
            <a:r>
              <a:rPr lang="en-US" altLang="zh-CN" sz="1600" dirty="0">
                <a:solidFill>
                  <a:srgbClr val="339933"/>
                </a:solidFill>
              </a:rPr>
              <a:t>	……</a:t>
            </a:r>
            <a:r>
              <a:rPr lang="zh-CN" altLang="en-US" sz="1600" dirty="0">
                <a:solidFill>
                  <a:srgbClr val="339933"/>
                </a:solidFill>
              </a:rPr>
              <a:t>父亲同理心，翻译模式</a:t>
            </a:r>
            <a:endParaRPr lang="zh-CN" altLang="en-US" sz="1600" dirty="0">
              <a:solidFill>
                <a:srgbClr val="339933"/>
              </a:solidFill>
            </a:endParaRPr>
          </a:p>
          <a:p>
            <a:pPr eaLnBrk="1" hangingPunct="1">
              <a:lnSpc>
                <a:spcPct val="90000"/>
              </a:lnSpc>
              <a:buFontTx/>
              <a:buNone/>
              <a:tabLst>
                <a:tab pos="6367145" algn="l"/>
              </a:tabLst>
            </a:pPr>
            <a:r>
              <a:rPr lang="zh-CN" altLang="en-US" sz="1600" dirty="0"/>
              <a:t>“没错，学校的东西根本都不实用。”</a:t>
            </a:r>
            <a:endParaRPr lang="zh-CN" altLang="en-US" sz="1600" dirty="0"/>
          </a:p>
          <a:p>
            <a:pPr eaLnBrk="1" hangingPunct="1">
              <a:lnSpc>
                <a:spcPct val="90000"/>
              </a:lnSpc>
              <a:buFontTx/>
              <a:buNone/>
              <a:tabLst>
                <a:tab pos="6367145" algn="l"/>
              </a:tabLst>
            </a:pPr>
            <a:r>
              <a:rPr lang="zh-CN" altLang="en-US" sz="1600" dirty="0">
                <a:solidFill>
                  <a:srgbClr val="339933"/>
                </a:solidFill>
              </a:rPr>
              <a:t>“你觉得读书对你没什么用。”</a:t>
            </a:r>
            <a:endParaRPr lang="zh-CN" altLang="en-US" sz="1600" dirty="0">
              <a:solidFill>
                <a:srgbClr val="339933"/>
              </a:solidFill>
            </a:endParaRPr>
          </a:p>
          <a:p>
            <a:pPr eaLnBrk="1" hangingPunct="1">
              <a:lnSpc>
                <a:spcPct val="90000"/>
              </a:lnSpc>
              <a:buFontTx/>
              <a:buNone/>
              <a:tabLst>
                <a:tab pos="6367145" algn="l"/>
              </a:tabLst>
            </a:pPr>
            <a:r>
              <a:rPr lang="zh-CN" altLang="en-US" sz="1600" dirty="0"/>
              <a:t>“对，学校学的不一定对我有用。你看王明，他现在修车技术一流，这才实用。”</a:t>
            </a:r>
            <a:endParaRPr lang="zh-CN" altLang="en-US" sz="1600" dirty="0"/>
          </a:p>
          <a:p>
            <a:pPr eaLnBrk="1" hangingPunct="1">
              <a:lnSpc>
                <a:spcPct val="90000"/>
              </a:lnSpc>
              <a:buFontTx/>
              <a:buNone/>
              <a:tabLst>
                <a:tab pos="6367145" algn="l"/>
              </a:tabLst>
            </a:pPr>
            <a:r>
              <a:rPr lang="zh-CN" altLang="en-US" sz="1600" dirty="0">
                <a:solidFill>
                  <a:srgbClr val="339933"/>
                </a:solidFill>
              </a:rPr>
              <a:t>“你觉得他的选择正确。”</a:t>
            </a:r>
            <a:endParaRPr lang="zh-CN" altLang="en-US" sz="1600" dirty="0">
              <a:solidFill>
                <a:srgbClr val="339933"/>
              </a:solidFill>
            </a:endParaRPr>
          </a:p>
          <a:p>
            <a:pPr eaLnBrk="1" hangingPunct="1">
              <a:lnSpc>
                <a:spcPct val="90000"/>
              </a:lnSpc>
              <a:buFontTx/>
              <a:buNone/>
              <a:tabLst>
                <a:tab pos="6367145" algn="l"/>
              </a:tabLst>
            </a:pPr>
            <a:r>
              <a:rPr lang="zh-CN" altLang="en-US" sz="1600" dirty="0"/>
              <a:t>“嗯，从某个角度看确实如此。现在他赚钱不少，可是几年后或许会后悔。”</a:t>
            </a:r>
            <a:endParaRPr lang="zh-CN" altLang="en-US" sz="1600" dirty="0"/>
          </a:p>
          <a:p>
            <a:pPr eaLnBrk="1" hangingPunct="1">
              <a:lnSpc>
                <a:spcPct val="90000"/>
              </a:lnSpc>
              <a:buFontTx/>
              <a:buNone/>
              <a:tabLst>
                <a:tab pos="6367145" algn="l"/>
              </a:tabLst>
            </a:pPr>
            <a:r>
              <a:rPr lang="zh-CN" altLang="en-US" sz="1600" dirty="0">
                <a:solidFill>
                  <a:srgbClr val="339933"/>
                </a:solidFill>
              </a:rPr>
              <a:t>“你认为将来他会觉得当年做错了决定。”</a:t>
            </a:r>
            <a:endParaRPr lang="zh-CN" altLang="en-US" sz="1600" dirty="0">
              <a:solidFill>
                <a:srgbClr val="339933"/>
              </a:solidFill>
            </a:endParaRPr>
          </a:p>
          <a:p>
            <a:pPr eaLnBrk="1" hangingPunct="1">
              <a:lnSpc>
                <a:spcPct val="90000"/>
              </a:lnSpc>
              <a:buFontTx/>
              <a:buNone/>
              <a:tabLst>
                <a:tab pos="6367145" algn="l"/>
              </a:tabLst>
            </a:pPr>
            <a:r>
              <a:rPr lang="zh-CN" altLang="en-US" sz="1600" dirty="0"/>
              <a:t>“一定会的，现在的社会里，教育程度不高会吃亏的。”</a:t>
            </a:r>
            <a:endParaRPr lang="zh-CN" altLang="en-US" sz="1600" dirty="0"/>
          </a:p>
          <a:p>
            <a:pPr eaLnBrk="1" hangingPunct="1">
              <a:lnSpc>
                <a:spcPct val="90000"/>
              </a:lnSpc>
              <a:buFontTx/>
              <a:buNone/>
              <a:tabLst>
                <a:tab pos="6367145" algn="l"/>
              </a:tabLst>
            </a:pPr>
            <a:r>
              <a:rPr lang="zh-CN" altLang="en-US" sz="1600" dirty="0">
                <a:solidFill>
                  <a:srgbClr val="339933"/>
                </a:solidFill>
              </a:rPr>
              <a:t>“教育很重要。”</a:t>
            </a:r>
            <a:endParaRPr lang="zh-CN" altLang="en-US" sz="1600" dirty="0">
              <a:solidFill>
                <a:srgbClr val="339933"/>
              </a:solidFill>
            </a:endParaRPr>
          </a:p>
          <a:p>
            <a:pPr eaLnBrk="1" hangingPunct="1">
              <a:lnSpc>
                <a:spcPct val="90000"/>
              </a:lnSpc>
              <a:buFontTx/>
              <a:buNone/>
              <a:tabLst>
                <a:tab pos="6367145" algn="l"/>
              </a:tabLst>
            </a:pPr>
            <a:r>
              <a:rPr lang="zh-CN" altLang="en-US" sz="1600" dirty="0"/>
              <a:t>“对，如果高中都没毕业，一定找不到工作，也上不了大学。有件事我很担心</a:t>
            </a:r>
            <a:r>
              <a:rPr lang="en-US" altLang="zh-CN" sz="1600" dirty="0">
                <a:latin typeface="Arial" panose="020B0604020202020204" pitchFamily="34" charset="0"/>
              </a:rPr>
              <a:t>——</a:t>
            </a:r>
            <a:r>
              <a:rPr lang="zh-CN" altLang="en-US" sz="1600" dirty="0"/>
              <a:t>你不会告诉妈吧？”</a:t>
            </a:r>
            <a:endParaRPr lang="zh-CN" altLang="en-US" sz="1600" dirty="0"/>
          </a:p>
          <a:p>
            <a:pPr eaLnBrk="1" hangingPunct="1">
              <a:lnSpc>
                <a:spcPct val="90000"/>
              </a:lnSpc>
              <a:buFontTx/>
              <a:buNone/>
              <a:tabLst>
                <a:tab pos="6367145" algn="l"/>
              </a:tabLst>
            </a:pPr>
            <a:r>
              <a:rPr lang="zh-CN" altLang="en-US" sz="1600" dirty="0">
                <a:solidFill>
                  <a:srgbClr val="339933"/>
                </a:solidFill>
              </a:rPr>
              <a:t>“你不想让妈知道？”</a:t>
            </a:r>
            <a:endParaRPr lang="zh-CN" altLang="en-US" sz="1600" dirty="0">
              <a:solidFill>
                <a:srgbClr val="339933"/>
              </a:solidFill>
            </a:endParaRPr>
          </a:p>
          <a:p>
            <a:pPr eaLnBrk="1" hangingPunct="1">
              <a:lnSpc>
                <a:spcPct val="90000"/>
              </a:lnSpc>
              <a:buFontTx/>
              <a:buNone/>
              <a:tabLst>
                <a:tab pos="6367145" algn="l"/>
              </a:tabLst>
            </a:pPr>
            <a:r>
              <a:rPr lang="zh-CN" altLang="en-US" sz="1600" dirty="0"/>
              <a:t>“不是啦！跟她说也没关系，反正她迟早会知道的。今天阅读能力测验，结果我只有初中程度。”</a:t>
            </a:r>
            <a:endParaRPr lang="zh-CN" altLang="en-US" sz="1600" dirty="0"/>
          </a:p>
        </p:txBody>
      </p:sp>
      <p:sp>
        <p:nvSpPr>
          <p:cNvPr id="2" name="灯片编号占位符 2"/>
          <p:cNvSpPr>
            <a:spLocks noGrp="1"/>
          </p:cNvSpPr>
          <p:nvPr>
            <p:ph type="sldNum" sz="quarter" idx="10"/>
          </p:nvPr>
        </p:nvSpPr>
        <p:spPr>
          <a:xfrm>
            <a:off x="9212263" y="6667500"/>
            <a:ext cx="436562" cy="122238"/>
          </a:xfrm>
        </p:spPr>
        <p:txBody>
          <a:bodyPr/>
          <a:lstStyle/>
          <a:p>
            <a:pPr>
              <a:defRPr/>
            </a:pPr>
            <a:fld id="{A6A0D67D-9B30-457F-9874-1F92730590A0}" type="slidenum">
              <a:rPr lang="en-US" altLang="zh-CN" smtClean="0"/>
            </a:fld>
            <a:endParaRPr lang="en-US" altLang="zh-CN"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p:txBody>
          <a:bodyPr/>
          <a:lstStyle/>
          <a:p>
            <a:pPr eaLnBrk="1" hangingPunct="1"/>
            <a:r>
              <a:rPr lang="zh-CN" altLang="en-US" dirty="0"/>
              <a:t>父子谈话</a:t>
            </a:r>
            <a:r>
              <a:rPr lang="en-US" altLang="zh-CN" dirty="0"/>
              <a:t>——</a:t>
            </a:r>
            <a:r>
              <a:rPr lang="zh-CN" altLang="en-US" dirty="0"/>
              <a:t>同理心沟通</a:t>
            </a:r>
            <a:r>
              <a:rPr lang="en-US" altLang="zh-CN" dirty="0"/>
              <a:t>(2)</a:t>
            </a:r>
            <a:endParaRPr lang="en-US" altLang="zh-CN" dirty="0"/>
          </a:p>
        </p:txBody>
      </p:sp>
      <p:sp>
        <p:nvSpPr>
          <p:cNvPr id="24580" name="Rectangle 3"/>
          <p:cNvSpPr>
            <a:spLocks noGrp="1" noChangeArrowheads="1"/>
          </p:cNvSpPr>
          <p:nvPr>
            <p:ph type="body" idx="1"/>
          </p:nvPr>
        </p:nvSpPr>
        <p:spPr>
          <a:xfrm>
            <a:off x="365125" y="1273175"/>
            <a:ext cx="9540875" cy="5270500"/>
          </a:xfrm>
        </p:spPr>
        <p:txBody>
          <a:bodyPr/>
          <a:lstStyle/>
          <a:p>
            <a:pPr eaLnBrk="1" hangingPunct="1">
              <a:lnSpc>
                <a:spcPct val="90000"/>
              </a:lnSpc>
              <a:buFontTx/>
              <a:buNone/>
              <a:tabLst>
                <a:tab pos="5740400" algn="l"/>
              </a:tabLst>
            </a:pPr>
            <a:r>
              <a:rPr lang="zh-CN" altLang="en-US" sz="1600" dirty="0">
                <a:solidFill>
                  <a:srgbClr val="339933"/>
                </a:solidFill>
              </a:rPr>
              <a:t>“我有个想法，也许你可以上补习班加强阅读能力。</a:t>
            </a:r>
            <a:r>
              <a:rPr lang="en-US" altLang="zh-CN" sz="1600" dirty="0">
                <a:solidFill>
                  <a:srgbClr val="339933"/>
                </a:solidFill>
              </a:rPr>
              <a:t>”	……</a:t>
            </a:r>
            <a:r>
              <a:rPr lang="zh-CN" altLang="en-US" sz="1600" dirty="0">
                <a:solidFill>
                  <a:srgbClr val="339933"/>
                </a:solidFill>
              </a:rPr>
              <a:t>转换模式，父亲给出建议</a:t>
            </a:r>
            <a:endParaRPr lang="en-US" altLang="zh-CN" sz="1600" dirty="0">
              <a:solidFill>
                <a:srgbClr val="339933"/>
              </a:solidFill>
            </a:endParaRPr>
          </a:p>
          <a:p>
            <a:pPr eaLnBrk="1" hangingPunct="1">
              <a:lnSpc>
                <a:spcPct val="90000"/>
              </a:lnSpc>
              <a:buFontTx/>
              <a:buNone/>
              <a:tabLst>
                <a:tab pos="5740400" algn="l"/>
              </a:tabLst>
            </a:pPr>
            <a:r>
              <a:rPr lang="zh-CN" altLang="en-US" sz="1600" dirty="0"/>
              <a:t>“我已经打听过了，可是每星期要耗掉好几个晚上！”</a:t>
            </a:r>
            <a:r>
              <a:rPr lang="en-US" altLang="zh-CN" sz="1600" dirty="0"/>
              <a:t>	……</a:t>
            </a:r>
            <a:r>
              <a:rPr lang="zh-CN" altLang="en-US" sz="1600" dirty="0"/>
              <a:t>儿子反应激烈</a:t>
            </a:r>
            <a:endParaRPr lang="zh-CN" altLang="en-US" sz="1600" dirty="0"/>
          </a:p>
          <a:p>
            <a:pPr eaLnBrk="1" hangingPunct="1">
              <a:lnSpc>
                <a:spcPct val="90000"/>
              </a:lnSpc>
              <a:buFontTx/>
              <a:buNone/>
              <a:tabLst>
                <a:tab pos="5740400" algn="l"/>
              </a:tabLst>
            </a:pPr>
            <a:r>
              <a:rPr lang="zh-CN" altLang="en-US" sz="1600" dirty="0">
                <a:solidFill>
                  <a:srgbClr val="339933"/>
                </a:solidFill>
              </a:rPr>
              <a:t>“补习的代价太高了。”</a:t>
            </a:r>
            <a:r>
              <a:rPr lang="en-US" altLang="zh-CN" sz="1600" dirty="0">
                <a:solidFill>
                  <a:srgbClr val="339933"/>
                </a:solidFill>
              </a:rPr>
              <a:t>	……</a:t>
            </a:r>
            <a:r>
              <a:rPr lang="zh-CN" altLang="en-US" sz="1600" dirty="0">
                <a:solidFill>
                  <a:srgbClr val="339933"/>
                </a:solidFill>
              </a:rPr>
              <a:t>父亲转换回翻译模式</a:t>
            </a:r>
            <a:endParaRPr lang="zh-CN" altLang="en-US" sz="1600" dirty="0">
              <a:solidFill>
                <a:srgbClr val="339933"/>
              </a:solidFill>
            </a:endParaRPr>
          </a:p>
          <a:p>
            <a:pPr eaLnBrk="1" hangingPunct="1">
              <a:lnSpc>
                <a:spcPct val="90000"/>
              </a:lnSpc>
              <a:buFontTx/>
              <a:buNone/>
              <a:tabLst>
                <a:tab pos="5740400" algn="l"/>
              </a:tabLst>
            </a:pPr>
            <a:r>
              <a:rPr lang="zh-CN" altLang="en-US" sz="1600" dirty="0"/>
              <a:t>“而且我答应同学，晚上另有节目。”</a:t>
            </a:r>
            <a:endParaRPr lang="zh-CN" altLang="en-US" sz="1600" dirty="0"/>
          </a:p>
          <a:p>
            <a:pPr eaLnBrk="1" hangingPunct="1">
              <a:lnSpc>
                <a:spcPct val="90000"/>
              </a:lnSpc>
              <a:buFontTx/>
              <a:buNone/>
              <a:tabLst>
                <a:tab pos="5740400" algn="l"/>
              </a:tabLst>
            </a:pPr>
            <a:r>
              <a:rPr lang="zh-CN" altLang="en-US" sz="1600" dirty="0">
                <a:solidFill>
                  <a:srgbClr val="339933"/>
                </a:solidFill>
              </a:rPr>
              <a:t>“你不想食言。”</a:t>
            </a:r>
            <a:endParaRPr lang="zh-CN" altLang="en-US" sz="1600" dirty="0">
              <a:solidFill>
                <a:srgbClr val="339933"/>
              </a:solidFill>
            </a:endParaRPr>
          </a:p>
          <a:p>
            <a:pPr eaLnBrk="1" hangingPunct="1">
              <a:lnSpc>
                <a:spcPct val="90000"/>
              </a:lnSpc>
              <a:buFontTx/>
              <a:buNone/>
              <a:tabLst>
                <a:tab pos="5740400" algn="l"/>
              </a:tabLst>
            </a:pPr>
            <a:r>
              <a:rPr lang="zh-CN" altLang="en-US" sz="1600" dirty="0"/>
              <a:t>“不过补习如果真的有效，我可以想办法跟同学改时间。”</a:t>
            </a:r>
            <a:endParaRPr lang="zh-CN" altLang="en-US" sz="1600" dirty="0"/>
          </a:p>
          <a:p>
            <a:pPr eaLnBrk="1" hangingPunct="1">
              <a:lnSpc>
                <a:spcPct val="90000"/>
              </a:lnSpc>
              <a:buFontTx/>
              <a:buNone/>
              <a:tabLst>
                <a:tab pos="5740400" algn="l"/>
              </a:tabLst>
            </a:pPr>
            <a:r>
              <a:rPr lang="zh-CN" altLang="en-US" sz="1600" dirty="0">
                <a:solidFill>
                  <a:srgbClr val="339933"/>
                </a:solidFill>
              </a:rPr>
              <a:t>“其实你很想多下点功夫，又担心补习没用。”</a:t>
            </a:r>
            <a:endParaRPr lang="zh-CN" altLang="en-US" sz="1600" dirty="0">
              <a:solidFill>
                <a:srgbClr val="339933"/>
              </a:solidFill>
            </a:endParaRPr>
          </a:p>
          <a:p>
            <a:pPr eaLnBrk="1" hangingPunct="1">
              <a:lnSpc>
                <a:spcPct val="90000"/>
              </a:lnSpc>
              <a:buFontTx/>
              <a:buNone/>
              <a:tabLst>
                <a:tab pos="5740400" algn="l"/>
              </a:tabLst>
            </a:pPr>
            <a:r>
              <a:rPr lang="zh-CN" altLang="en-US" sz="1600" dirty="0"/>
              <a:t>“你觉得会有用吗？”</a:t>
            </a:r>
            <a:r>
              <a:rPr lang="en-US" altLang="zh-CN" sz="1600" dirty="0"/>
              <a:t>	……</a:t>
            </a:r>
            <a:r>
              <a:rPr lang="zh-CN" altLang="en-US" sz="1600" dirty="0"/>
              <a:t>儿子开始主动寻求父亲意见</a:t>
            </a:r>
            <a:endParaRPr lang="zh-CN" altLang="en-US" sz="1600" dirty="0"/>
          </a:p>
          <a:p>
            <a:pPr eaLnBrk="1" hangingPunct="1">
              <a:lnSpc>
                <a:spcPct val="90000"/>
              </a:lnSpc>
              <a:buFontTx/>
              <a:buNone/>
              <a:tabLst>
                <a:tab pos="5740400" algn="l"/>
              </a:tabLst>
            </a:pPr>
            <a:r>
              <a:rPr lang="en-US" altLang="zh-CN" sz="1600" dirty="0"/>
              <a:t>…………</a:t>
            </a:r>
            <a:endParaRPr lang="en-US" altLang="zh-CN" sz="1600" dirty="0"/>
          </a:p>
        </p:txBody>
      </p:sp>
      <p:sp>
        <p:nvSpPr>
          <p:cNvPr id="2" name="灯片编号占位符 2"/>
          <p:cNvSpPr>
            <a:spLocks noGrp="1"/>
          </p:cNvSpPr>
          <p:nvPr>
            <p:ph type="sldNum" sz="quarter" idx="10"/>
          </p:nvPr>
        </p:nvSpPr>
        <p:spPr>
          <a:xfrm>
            <a:off x="9212263" y="6667500"/>
            <a:ext cx="436562" cy="122238"/>
          </a:xfrm>
        </p:spPr>
        <p:txBody>
          <a:bodyPr/>
          <a:lstStyle/>
          <a:p>
            <a:pPr>
              <a:defRPr/>
            </a:pPr>
            <a:fld id="{A6A0D67D-9B30-457F-9874-1F92730590A0}" type="slidenum">
              <a:rPr lang="en-US" altLang="zh-CN" smtClean="0"/>
            </a:fld>
            <a:endParaRPr lang="en-US" altLang="zh-CN"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同理心沟通</a:t>
            </a:r>
            <a:endParaRPr lang="zh-CN" altLang="en-US" dirty="0"/>
          </a:p>
        </p:txBody>
      </p:sp>
      <p:sp>
        <p:nvSpPr>
          <p:cNvPr id="4" name="内容占位符 3"/>
          <p:cNvSpPr>
            <a:spLocks noGrp="1"/>
          </p:cNvSpPr>
          <p:nvPr>
            <p:ph idx="1"/>
          </p:nvPr>
        </p:nvSpPr>
        <p:spPr/>
        <p:txBody>
          <a:bodyPr/>
          <a:lstStyle/>
          <a:p>
            <a:r>
              <a:rPr lang="zh-CN" altLang="en-US" sz="2800" dirty="0"/>
              <a:t>翻译式的沟通，不同程度：</a:t>
            </a:r>
            <a:endParaRPr lang="en-US" altLang="zh-CN" sz="2800" dirty="0"/>
          </a:p>
          <a:p>
            <a:pPr lvl="2"/>
            <a:r>
              <a:rPr lang="zh-CN" altLang="en-US" sz="2000" dirty="0"/>
              <a:t>模仿内容</a:t>
            </a:r>
            <a:endParaRPr lang="en-US" altLang="zh-CN" sz="2000" dirty="0"/>
          </a:p>
          <a:p>
            <a:pPr lvl="2"/>
            <a:r>
              <a:rPr lang="zh-CN" altLang="en-US" sz="2000" dirty="0"/>
              <a:t>改述内容</a:t>
            </a:r>
            <a:endParaRPr lang="en-US" altLang="zh-CN" sz="2000" dirty="0"/>
          </a:p>
          <a:p>
            <a:pPr lvl="2"/>
            <a:r>
              <a:rPr lang="zh-CN" altLang="en-US" sz="2000" dirty="0"/>
              <a:t>表达感受</a:t>
            </a:r>
            <a:endParaRPr lang="en-US" altLang="zh-CN" sz="2000" dirty="0"/>
          </a:p>
          <a:p>
            <a:pPr lvl="2"/>
            <a:r>
              <a:rPr lang="zh-CN" altLang="en-US" sz="2000" b="1" dirty="0">
                <a:solidFill>
                  <a:schemeClr val="accent5">
                    <a:lumMod val="75000"/>
                  </a:schemeClr>
                </a:solidFill>
                <a:latin typeface="微软雅黑" panose="020B0503020204020204" charset="-122"/>
                <a:ea typeface="微软雅黑" panose="020B0503020204020204" charset="-122"/>
              </a:rPr>
              <a:t>改述内容</a:t>
            </a:r>
            <a:r>
              <a:rPr lang="en-US" altLang="zh-CN" sz="2000" b="1" dirty="0">
                <a:solidFill>
                  <a:schemeClr val="accent5">
                    <a:lumMod val="75000"/>
                  </a:schemeClr>
                </a:solidFill>
                <a:latin typeface="微软雅黑" panose="020B0503020204020204" charset="-122"/>
                <a:ea typeface="微软雅黑" panose="020B0503020204020204" charset="-122"/>
              </a:rPr>
              <a:t>+</a:t>
            </a:r>
            <a:r>
              <a:rPr lang="zh-CN" altLang="en-US" sz="2000" b="1" dirty="0">
                <a:solidFill>
                  <a:schemeClr val="accent5">
                    <a:lumMod val="75000"/>
                  </a:schemeClr>
                </a:solidFill>
                <a:latin typeface="微软雅黑" panose="020B0503020204020204" charset="-122"/>
                <a:ea typeface="微软雅黑" panose="020B0503020204020204" charset="-122"/>
              </a:rPr>
              <a:t>表达感受</a:t>
            </a:r>
            <a:endParaRPr lang="en-US" altLang="zh-CN" sz="2000" b="1" dirty="0">
              <a:solidFill>
                <a:schemeClr val="accent5">
                  <a:lumMod val="75000"/>
                </a:schemeClr>
              </a:solidFill>
              <a:latin typeface="微软雅黑" panose="020B0503020204020204" charset="-122"/>
              <a:ea typeface="微软雅黑" panose="020B0503020204020204" charset="-122"/>
            </a:endParaRPr>
          </a:p>
          <a:p>
            <a:pPr lvl="2"/>
            <a:endParaRPr lang="en-US" altLang="zh-CN" sz="2000" dirty="0"/>
          </a:p>
          <a:p>
            <a:r>
              <a:rPr lang="zh-CN" altLang="en-US" sz="2800" dirty="0"/>
              <a:t>好处</a:t>
            </a:r>
            <a:endParaRPr lang="en-US" altLang="zh-CN" sz="2800" dirty="0"/>
          </a:p>
          <a:p>
            <a:pPr lvl="2"/>
            <a:r>
              <a:rPr lang="zh-CN" altLang="en-US" sz="2000" dirty="0"/>
              <a:t>化解心结</a:t>
            </a:r>
            <a:endParaRPr lang="en-US" altLang="zh-CN" sz="2000" dirty="0"/>
          </a:p>
          <a:p>
            <a:pPr lvl="2"/>
            <a:r>
              <a:rPr lang="zh-CN" altLang="en-US" sz="2000" dirty="0"/>
              <a:t>深度理解</a:t>
            </a:r>
            <a:endParaRPr lang="en-US" altLang="zh-CN" sz="2000" dirty="0"/>
          </a:p>
          <a:p>
            <a:pPr lvl="2"/>
            <a:r>
              <a:rPr lang="zh-CN" altLang="en-US" sz="2000" dirty="0"/>
              <a:t>心理支持</a:t>
            </a:r>
            <a:endParaRPr lang="en-US" altLang="zh-CN" sz="2000" dirty="0"/>
          </a:p>
          <a:p>
            <a:pPr lvl="2"/>
            <a:r>
              <a:rPr lang="zh-CN" altLang="en-US" sz="2000" dirty="0"/>
              <a:t>建立信任</a:t>
            </a:r>
            <a:endParaRPr lang="zh-CN" altLang="en-US" sz="2000" dirty="0"/>
          </a:p>
        </p:txBody>
      </p:sp>
      <p:sp>
        <p:nvSpPr>
          <p:cNvPr id="3" name="灯片编号占位符 2"/>
          <p:cNvSpPr>
            <a:spLocks noGrp="1"/>
          </p:cNvSpPr>
          <p:nvPr>
            <p:ph type="sldNum" sz="quarter" idx="10"/>
          </p:nvPr>
        </p:nvSpPr>
        <p:spPr/>
        <p:txBody>
          <a:bodyPr/>
          <a:lstStyle/>
          <a:p>
            <a:pPr>
              <a:defRPr/>
            </a:pPr>
            <a:fld id="{A6A0D67D-9B30-457F-9874-1F92730590A0}" type="slidenum">
              <a:rPr lang="en-US" altLang="zh-CN" smtClean="0"/>
            </a:fld>
            <a:endParaRPr lang="en-US" altLang="zh-CN" dirty="0"/>
          </a:p>
        </p:txBody>
      </p:sp>
      <p:graphicFrame>
        <p:nvGraphicFramePr>
          <p:cNvPr id="5" name="图示 4"/>
          <p:cNvGraphicFramePr/>
          <p:nvPr/>
        </p:nvGraphicFramePr>
        <p:xfrm>
          <a:off x="5099555" y="1539081"/>
          <a:ext cx="4330989" cy="473868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“想不起来”</a:t>
            </a:r>
            <a:endParaRPr lang="zh-CN" altLang="en-US" dirty="0"/>
          </a:p>
        </p:txBody>
      </p:sp>
      <p:sp>
        <p:nvSpPr>
          <p:cNvPr id="6" name="内容占位符 5"/>
          <p:cNvSpPr>
            <a:spLocks noGrp="1"/>
          </p:cNvSpPr>
          <p:nvPr>
            <p:ph sz="half" idx="1"/>
          </p:nvPr>
        </p:nvSpPr>
        <p:spPr/>
        <p:txBody>
          <a:bodyPr/>
          <a:lstStyle/>
          <a:p>
            <a:r>
              <a:rPr lang="zh-CN" altLang="en-US" sz="2400" dirty="0"/>
              <a:t>用得少，一直在老习惯之中</a:t>
            </a:r>
            <a:endParaRPr lang="en-US" altLang="zh-CN" sz="2400" dirty="0"/>
          </a:p>
          <a:p>
            <a:endParaRPr lang="en-US" altLang="zh-CN" sz="2400" dirty="0"/>
          </a:p>
          <a:p>
            <a:r>
              <a:rPr lang="zh-CN" altLang="en-US" sz="2400" dirty="0"/>
              <a:t>形成新习惯需要</a:t>
            </a:r>
            <a:r>
              <a:rPr lang="zh-CN" altLang="en-US" sz="2400" b="1" dirty="0">
                <a:solidFill>
                  <a:schemeClr val="accent5">
                    <a:lumMod val="75000"/>
                  </a:schemeClr>
                </a:solidFill>
              </a:rPr>
              <a:t>刻意练习</a:t>
            </a:r>
            <a:endParaRPr lang="en-US" altLang="zh-CN" sz="2400" b="1" dirty="0">
              <a:solidFill>
                <a:schemeClr val="accent5">
                  <a:lumMod val="75000"/>
                </a:schemeClr>
              </a:solidFill>
            </a:endParaRPr>
          </a:p>
          <a:p>
            <a:pPr lvl="1"/>
            <a:r>
              <a:rPr lang="zh-CN" altLang="en-US" sz="2000" dirty="0"/>
              <a:t>三周时间，专注一项练习</a:t>
            </a:r>
            <a:endParaRPr lang="en-US" altLang="zh-CN" sz="2000" dirty="0"/>
          </a:p>
          <a:p>
            <a:pPr lvl="1"/>
            <a:r>
              <a:rPr lang="zh-CN" altLang="en-US" sz="2000" dirty="0"/>
              <a:t>自律：设定</a:t>
            </a:r>
            <a:r>
              <a:rPr lang="en-US" altLang="zh-CN" sz="2000" dirty="0"/>
              <a:t>SMART</a:t>
            </a:r>
            <a:r>
              <a:rPr lang="zh-CN" altLang="en-US" sz="2000" dirty="0"/>
              <a:t>目标，每日回顾</a:t>
            </a:r>
            <a:endParaRPr lang="en-US" altLang="zh-CN" sz="2000" dirty="0"/>
          </a:p>
          <a:p>
            <a:pPr lvl="1"/>
            <a:r>
              <a:rPr lang="zh-CN" altLang="en-US" sz="2000" dirty="0"/>
              <a:t>他律：找到导师，完成作业</a:t>
            </a:r>
            <a:endParaRPr lang="zh-CN" altLang="en-US" sz="2000" dirty="0"/>
          </a:p>
        </p:txBody>
      </p:sp>
      <p:graphicFrame>
        <p:nvGraphicFramePr>
          <p:cNvPr id="8" name="内容占位符 7"/>
          <p:cNvGraphicFramePr>
            <a:graphicFrameLocks noGrp="1"/>
          </p:cNvGraphicFramePr>
          <p:nvPr>
            <p:ph sz="half" idx="2"/>
          </p:nvPr>
        </p:nvGraphicFramePr>
        <p:xfrm>
          <a:off x="5065078" y="4866529"/>
          <a:ext cx="4470400" cy="1161844"/>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5" name="灯片编号占位符 4"/>
          <p:cNvSpPr>
            <a:spLocks noGrp="1"/>
          </p:cNvSpPr>
          <p:nvPr>
            <p:ph type="sldNum" sz="quarter" idx="10"/>
          </p:nvPr>
        </p:nvSpPr>
        <p:spPr/>
        <p:txBody>
          <a:bodyPr/>
          <a:lstStyle/>
          <a:p>
            <a:pPr>
              <a:defRPr/>
            </a:pPr>
            <a:fld id="{ADA0D315-17C2-4F0F-B1C6-8BF8415BD984}" type="slidenum">
              <a:rPr lang="en-US" altLang="zh-CN" smtClean="0"/>
            </a:fld>
            <a:endParaRPr lang="en-US" altLang="zh-CN" dirty="0"/>
          </a:p>
        </p:txBody>
      </p:sp>
      <p:sp>
        <p:nvSpPr>
          <p:cNvPr id="10" name="文本框 9"/>
          <p:cNvSpPr txBox="1"/>
          <p:nvPr/>
        </p:nvSpPr>
        <p:spPr>
          <a:xfrm>
            <a:off x="5065078" y="1433542"/>
            <a:ext cx="4470400" cy="830997"/>
          </a:xfrm>
          <a:prstGeom prst="rect">
            <a:avLst/>
          </a:prstGeom>
          <a:noFill/>
        </p:spPr>
        <p:txBody>
          <a:bodyPr wrap="square">
            <a:spAutoFit/>
          </a:bodyPr>
          <a:lstStyle/>
          <a:p>
            <a:pPr algn="ctr"/>
            <a:r>
              <a:rPr lang="zh-CN" altLang="en-US" dirty="0">
                <a:solidFill>
                  <a:schemeClr val="bg1"/>
                </a:solidFill>
                <a:latin typeface="微软雅黑" panose="020B0503020204020204" charset="-122"/>
                <a:ea typeface="微软雅黑" panose="020B0503020204020204" charset="-122"/>
              </a:rPr>
              <a:t>道理都懂，</a:t>
            </a:r>
            <a:br>
              <a:rPr lang="en-US" altLang="zh-CN" dirty="0">
                <a:solidFill>
                  <a:schemeClr val="bg1"/>
                </a:solidFill>
                <a:latin typeface="微软雅黑" panose="020B0503020204020204" charset="-122"/>
                <a:ea typeface="微软雅黑" panose="020B0503020204020204" charset="-122"/>
              </a:rPr>
            </a:br>
            <a:r>
              <a:rPr lang="zh-CN" altLang="en-US" dirty="0">
                <a:solidFill>
                  <a:schemeClr val="bg1"/>
                </a:solidFill>
                <a:latin typeface="微软雅黑" panose="020B0503020204020204" charset="-122"/>
                <a:ea typeface="微软雅黑" panose="020B0503020204020204" charset="-122"/>
              </a:rPr>
              <a:t>用的时候想不起来</a:t>
            </a:r>
            <a:endParaRPr lang="en-US" altLang="zh-CN" dirty="0">
              <a:solidFill>
                <a:schemeClr val="bg1"/>
              </a:solidFill>
              <a:latin typeface="微软雅黑" panose="020B0503020204020204" charset="-122"/>
              <a:ea typeface="微软雅黑" panose="020B0503020204020204" charset="-122"/>
            </a:endParaRPr>
          </a:p>
        </p:txBody>
      </p:sp>
      <p:graphicFrame>
        <p:nvGraphicFramePr>
          <p:cNvPr id="12" name="图示 11"/>
          <p:cNvGraphicFramePr/>
          <p:nvPr/>
        </p:nvGraphicFramePr>
        <p:xfrm>
          <a:off x="5065078" y="2580640"/>
          <a:ext cx="2154555" cy="2112087"/>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graphicFrame>
        <p:nvGraphicFramePr>
          <p:cNvPr id="13" name="图示 12"/>
          <p:cNvGraphicFramePr/>
          <p:nvPr/>
        </p:nvGraphicFramePr>
        <p:xfrm>
          <a:off x="7469693" y="2617128"/>
          <a:ext cx="2065785" cy="2260248"/>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知识回顾</a:t>
            </a:r>
            <a:endParaRPr lang="zh-CN" altLang="en-US" dirty="0"/>
          </a:p>
        </p:txBody>
      </p:sp>
      <p:sp>
        <p:nvSpPr>
          <p:cNvPr id="5" name="内容占位符 4"/>
          <p:cNvSpPr>
            <a:spLocks noGrp="1"/>
          </p:cNvSpPr>
          <p:nvPr>
            <p:ph idx="1"/>
          </p:nvPr>
        </p:nvSpPr>
        <p:spPr/>
        <p:txBody>
          <a:bodyPr/>
          <a:lstStyle/>
          <a:p>
            <a:endParaRPr lang="zh-CN" altLang="en-US"/>
          </a:p>
        </p:txBody>
      </p:sp>
      <p:sp>
        <p:nvSpPr>
          <p:cNvPr id="3" name="灯片编号占位符 2"/>
          <p:cNvSpPr>
            <a:spLocks noGrp="1"/>
          </p:cNvSpPr>
          <p:nvPr>
            <p:ph type="sldNum" sz="quarter" idx="10"/>
          </p:nvPr>
        </p:nvSpPr>
        <p:spPr/>
        <p:txBody>
          <a:bodyPr/>
          <a:lstStyle/>
          <a:p>
            <a:pPr>
              <a:defRPr/>
            </a:pPr>
            <a:fld id="{A6A0D67D-9B30-457F-9874-1F92730590A0}" type="slidenum">
              <a:rPr lang="en-US" altLang="zh-CN" smtClean="0"/>
            </a:fld>
            <a:endParaRPr lang="en-US" altLang="zh-CN"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课程内容</a:t>
            </a:r>
            <a:endParaRPr lang="zh-CN" altLang="en-US" dirty="0"/>
          </a:p>
        </p:txBody>
      </p:sp>
      <p:graphicFrame>
        <p:nvGraphicFramePr>
          <p:cNvPr id="5" name="内容占位符 4"/>
          <p:cNvGraphicFramePr>
            <a:graphicFrameLocks noGrp="1"/>
          </p:cNvGraphicFramePr>
          <p:nvPr>
            <p:ph sz="half" idx="1"/>
          </p:nvPr>
        </p:nvGraphicFramePr>
        <p:xfrm>
          <a:off x="365125" y="1273175"/>
          <a:ext cx="4470400" cy="52705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graphicFrame>
        <p:nvGraphicFramePr>
          <p:cNvPr id="8" name="内容占位符 7"/>
          <p:cNvGraphicFramePr>
            <a:graphicFrameLocks noGrp="1"/>
          </p:cNvGraphicFramePr>
          <p:nvPr>
            <p:ph sz="half" idx="2"/>
          </p:nvPr>
        </p:nvGraphicFramePr>
        <p:xfrm>
          <a:off x="4987925" y="1273175"/>
          <a:ext cx="4470400" cy="527050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3" name="灯片编号占位符 2"/>
          <p:cNvSpPr>
            <a:spLocks noGrp="1"/>
          </p:cNvSpPr>
          <p:nvPr>
            <p:ph type="sldNum" sz="quarter" idx="10"/>
          </p:nvPr>
        </p:nvSpPr>
        <p:spPr/>
        <p:txBody>
          <a:bodyPr/>
          <a:lstStyle/>
          <a:p>
            <a:pPr>
              <a:defRPr/>
            </a:pPr>
            <a:fld id="{ADA0D315-17C2-4F0F-B1C6-8BF8415BD984}" type="slidenum">
              <a:rPr lang="en-US" altLang="zh-CN" smtClean="0"/>
            </a:fld>
            <a:endParaRPr lang="en-US" altLang="zh-CN" dirty="0"/>
          </a:p>
        </p:txBody>
      </p:sp>
      <p:sp>
        <p:nvSpPr>
          <p:cNvPr id="2" name="文本框 1"/>
          <p:cNvSpPr txBox="1"/>
          <p:nvPr/>
        </p:nvSpPr>
        <p:spPr>
          <a:xfrm>
            <a:off x="8644255" y="3429000"/>
            <a:ext cx="814070" cy="646331"/>
          </a:xfrm>
          <a:prstGeom prst="rect">
            <a:avLst/>
          </a:prstGeom>
          <a:noFill/>
        </p:spPr>
        <p:txBody>
          <a:bodyPr wrap="square" rtlCol="0">
            <a:spAutoFit/>
          </a:bodyPr>
          <a:lstStyle/>
          <a:p>
            <a:r>
              <a:rPr lang="zh-CN" altLang="en-US" sz="3600" dirty="0"/>
              <a:t>👈</a:t>
            </a:r>
            <a:endParaRPr lang="zh-CN" altLang="en-US" sz="36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73059" name="Text Box 18"/>
          <p:cNvSpPr txBox="1">
            <a:spLocks noChangeArrowheads="1"/>
          </p:cNvSpPr>
          <p:nvPr/>
        </p:nvSpPr>
        <p:spPr bwMode="auto">
          <a:xfrm>
            <a:off x="3387725" y="1958975"/>
            <a:ext cx="3435350" cy="579438"/>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zh-CN" altLang="en-US" sz="3200">
                <a:solidFill>
                  <a:srgbClr val="000000"/>
                </a:solidFill>
                <a:latin typeface="Futura Lt" pitchFamily="34" charset="0"/>
                <a:ea typeface="黑体" panose="02010609060101010101" pitchFamily="49" charset="-122"/>
              </a:rPr>
              <a:t>实施项目预定目标</a:t>
            </a:r>
            <a:endParaRPr lang="zh-CN" altLang="en-US" sz="1800">
              <a:latin typeface="Futura Lt" pitchFamily="34" charset="0"/>
              <a:ea typeface="黑体" panose="02010609060101010101" pitchFamily="49" charset="-122"/>
            </a:endParaRPr>
          </a:p>
        </p:txBody>
      </p:sp>
      <p:sp>
        <p:nvSpPr>
          <p:cNvPr id="173060" name="Text Box 19"/>
          <p:cNvSpPr txBox="1">
            <a:spLocks noChangeArrowheads="1"/>
          </p:cNvSpPr>
          <p:nvPr/>
        </p:nvSpPr>
        <p:spPr bwMode="auto">
          <a:xfrm>
            <a:off x="3543300" y="4689475"/>
            <a:ext cx="3484563" cy="641350"/>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r>
              <a:rPr lang="zh-CN" altLang="en-US" sz="3600" b="1">
                <a:solidFill>
                  <a:srgbClr val="000000"/>
                </a:solidFill>
                <a:latin typeface="Futura Lt" pitchFamily="34" charset="0"/>
                <a:ea typeface="黑体" panose="02010609060101010101" pitchFamily="49" charset="-122"/>
              </a:rPr>
              <a:t>实现项目的价值</a:t>
            </a:r>
            <a:endParaRPr lang="zh-CN" altLang="en-US" sz="3600" b="1">
              <a:latin typeface="Futura Lt" pitchFamily="34" charset="0"/>
              <a:ea typeface="黑体" panose="02010609060101010101" pitchFamily="49" charset="-122"/>
            </a:endParaRPr>
          </a:p>
        </p:txBody>
      </p:sp>
      <p:grpSp>
        <p:nvGrpSpPr>
          <p:cNvPr id="173061" name="Group 20"/>
          <p:cNvGrpSpPr/>
          <p:nvPr/>
        </p:nvGrpSpPr>
        <p:grpSpPr bwMode="auto">
          <a:xfrm>
            <a:off x="796925" y="1990725"/>
            <a:ext cx="2170113" cy="3303588"/>
            <a:chOff x="3750" y="1078"/>
            <a:chExt cx="1367" cy="2081"/>
          </a:xfrm>
        </p:grpSpPr>
        <p:sp>
          <p:nvSpPr>
            <p:cNvPr id="173063" name="Rectangle 21"/>
            <p:cNvSpPr>
              <a:spLocks noChangeArrowheads="1"/>
            </p:cNvSpPr>
            <p:nvPr/>
          </p:nvSpPr>
          <p:spPr bwMode="auto">
            <a:xfrm>
              <a:off x="3750" y="1078"/>
              <a:ext cx="1367" cy="2081"/>
            </a:xfrm>
            <a:prstGeom prst="rect">
              <a:avLst/>
            </a:prstGeom>
            <a:solidFill>
              <a:srgbClr val="339966"/>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173064" name="Text Box 22"/>
            <p:cNvSpPr txBox="1">
              <a:spLocks noChangeArrowheads="1"/>
            </p:cNvSpPr>
            <p:nvPr/>
          </p:nvSpPr>
          <p:spPr bwMode="auto">
            <a:xfrm>
              <a:off x="3983" y="1099"/>
              <a:ext cx="957" cy="28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r>
                <a:rPr lang="zh-CN" altLang="en-US" b="1" u="sng" dirty="0">
                  <a:solidFill>
                    <a:schemeClr val="tx2"/>
                  </a:solidFill>
                  <a:latin typeface="楷体" panose="02010609060101010101" pitchFamily="49" charset="-122"/>
                  <a:ea typeface="黑体" panose="02010609060101010101" pitchFamily="49" charset="-122"/>
                </a:rPr>
                <a:t>执行阶段</a:t>
              </a:r>
              <a:endParaRPr lang="zh-CN" altLang="en-US" b="1" dirty="0">
                <a:solidFill>
                  <a:schemeClr val="tx2"/>
                </a:solidFill>
                <a:latin typeface="楷体" panose="02010609060101010101" pitchFamily="49" charset="-122"/>
                <a:ea typeface="黑体" panose="02010609060101010101" pitchFamily="49" charset="-122"/>
              </a:endParaRPr>
            </a:p>
          </p:txBody>
        </p:sp>
        <p:sp>
          <p:nvSpPr>
            <p:cNvPr id="173065" name="Text Box 23"/>
            <p:cNvSpPr txBox="1">
              <a:spLocks noChangeArrowheads="1"/>
            </p:cNvSpPr>
            <p:nvPr/>
          </p:nvSpPr>
          <p:spPr bwMode="auto">
            <a:xfrm>
              <a:off x="3790" y="1368"/>
              <a:ext cx="1265" cy="174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lang="zh-CN" altLang="en-US" sz="2200" b="1">
                  <a:solidFill>
                    <a:schemeClr val="tx2"/>
                  </a:solidFill>
                  <a:latin typeface="楷体" panose="02010609060101010101" pitchFamily="49" charset="-122"/>
                  <a:ea typeface="黑体" panose="02010609060101010101" pitchFamily="49" charset="-122"/>
                </a:rPr>
                <a:t>建立和组织项目团队</a:t>
              </a:r>
              <a:endParaRPr lang="zh-CN" altLang="en-US" sz="2200" b="1">
                <a:solidFill>
                  <a:schemeClr val="tx2"/>
                </a:solidFill>
                <a:latin typeface="楷体" panose="02010609060101010101" pitchFamily="49" charset="-122"/>
                <a:ea typeface="黑体" panose="02010609060101010101" pitchFamily="49" charset="-122"/>
              </a:endParaRPr>
            </a:p>
            <a:p>
              <a:pPr algn="ctr" eaLnBrk="1" hangingPunct="1">
                <a:spcBef>
                  <a:spcPct val="50000"/>
                </a:spcBef>
              </a:pPr>
              <a:r>
                <a:rPr lang="zh-CN" altLang="en-US" sz="2200" b="1">
                  <a:solidFill>
                    <a:schemeClr val="tx2"/>
                  </a:solidFill>
                  <a:latin typeface="楷体" panose="02010609060101010101" pitchFamily="49" charset="-122"/>
                  <a:ea typeface="黑体" panose="02010609060101010101" pitchFamily="49" charset="-122"/>
                </a:rPr>
                <a:t>开始实施</a:t>
              </a:r>
              <a:endParaRPr lang="zh-CN" altLang="en-US" sz="2200" b="1">
                <a:solidFill>
                  <a:schemeClr val="tx2"/>
                </a:solidFill>
                <a:latin typeface="楷体" panose="02010609060101010101" pitchFamily="49" charset="-122"/>
                <a:ea typeface="黑体" panose="02010609060101010101" pitchFamily="49" charset="-122"/>
              </a:endParaRPr>
            </a:p>
            <a:p>
              <a:pPr algn="ctr" eaLnBrk="1" hangingPunct="1">
                <a:spcBef>
                  <a:spcPct val="50000"/>
                </a:spcBef>
              </a:pPr>
              <a:r>
                <a:rPr lang="zh-CN" altLang="en-US" sz="2200" b="1">
                  <a:solidFill>
                    <a:schemeClr val="tx2"/>
                  </a:solidFill>
                  <a:latin typeface="楷体" panose="02010609060101010101" pitchFamily="49" charset="-122"/>
                  <a:ea typeface="黑体" panose="02010609060101010101" pitchFamily="49" charset="-122"/>
                </a:rPr>
                <a:t>监督实施</a:t>
              </a:r>
              <a:endParaRPr lang="zh-CN" altLang="en-US" sz="2200" b="1">
                <a:solidFill>
                  <a:schemeClr val="tx2"/>
                </a:solidFill>
                <a:latin typeface="楷体" panose="02010609060101010101" pitchFamily="49" charset="-122"/>
                <a:ea typeface="黑体" panose="02010609060101010101" pitchFamily="49" charset="-122"/>
              </a:endParaRPr>
            </a:p>
            <a:p>
              <a:pPr algn="ctr" eaLnBrk="1" hangingPunct="1">
                <a:spcBef>
                  <a:spcPct val="50000"/>
                </a:spcBef>
              </a:pPr>
              <a:r>
                <a:rPr lang="zh-CN" altLang="en-US" sz="2200" b="1">
                  <a:solidFill>
                    <a:schemeClr val="tx2"/>
                  </a:solidFill>
                  <a:latin typeface="楷体" panose="02010609060101010101" pitchFamily="49" charset="-122"/>
                  <a:ea typeface="黑体" panose="02010609060101010101" pitchFamily="49" charset="-122"/>
                </a:rPr>
                <a:t>变更管理</a:t>
              </a:r>
              <a:endParaRPr lang="zh-CN" altLang="en-US" sz="2200" b="1">
                <a:solidFill>
                  <a:schemeClr val="tx2"/>
                </a:solidFill>
                <a:latin typeface="楷体" panose="02010609060101010101" pitchFamily="49" charset="-122"/>
                <a:ea typeface="黑体" panose="02010609060101010101" pitchFamily="49" charset="-122"/>
              </a:endParaRPr>
            </a:p>
            <a:p>
              <a:pPr algn="ctr" eaLnBrk="1" hangingPunct="1">
                <a:spcBef>
                  <a:spcPct val="50000"/>
                </a:spcBef>
              </a:pPr>
              <a:r>
                <a:rPr lang="zh-CN" altLang="en-US" sz="2200" b="1">
                  <a:solidFill>
                    <a:schemeClr val="tx2"/>
                  </a:solidFill>
                  <a:latin typeface="楷体" panose="02010609060101010101" pitchFamily="49" charset="-122"/>
                  <a:ea typeface="黑体" panose="02010609060101010101" pitchFamily="49" charset="-122"/>
                </a:rPr>
                <a:t>完工总结</a:t>
              </a:r>
              <a:endParaRPr lang="zh-CN" altLang="en-US" sz="2000" b="1">
                <a:solidFill>
                  <a:srgbClr val="000000"/>
                </a:solidFill>
                <a:latin typeface="楷体" panose="02010609060101010101" pitchFamily="49" charset="-122"/>
                <a:ea typeface="黑体" panose="02010609060101010101" pitchFamily="49" charset="-122"/>
              </a:endParaRPr>
            </a:p>
          </p:txBody>
        </p:sp>
      </p:grpSp>
      <p:sp>
        <p:nvSpPr>
          <p:cNvPr id="173062" name="Rectangle 25"/>
          <p:cNvSpPr>
            <a:spLocks noGrp="1" noChangeArrowheads="1"/>
          </p:cNvSpPr>
          <p:nvPr>
            <p:ph type="title"/>
          </p:nvPr>
        </p:nvSpPr>
        <p:spPr/>
        <p:txBody>
          <a:bodyPr/>
          <a:lstStyle/>
          <a:p>
            <a:pPr eaLnBrk="1" hangingPunct="1"/>
            <a:r>
              <a:rPr lang="zh-CN" altLang="en-US" dirty="0"/>
              <a:t>执行阶段</a:t>
            </a:r>
            <a:endParaRPr lang="zh-CN" altLang="en-US" dirty="0"/>
          </a:p>
        </p:txBody>
      </p:sp>
      <p:sp>
        <p:nvSpPr>
          <p:cNvPr id="3" name="灯片编号占位符 2"/>
          <p:cNvSpPr>
            <a:spLocks noGrp="1"/>
          </p:cNvSpPr>
          <p:nvPr>
            <p:ph type="sldNum" sz="quarter" idx="10"/>
          </p:nvPr>
        </p:nvSpPr>
        <p:spPr/>
        <p:txBody>
          <a:bodyPr/>
          <a:lstStyle/>
          <a:p>
            <a:pPr>
              <a:defRPr/>
            </a:pPr>
            <a:fld id="{A6A0D67D-9B30-457F-9874-1F92730590A0}" type="slidenum">
              <a:rPr lang="en-US" altLang="zh-CN" smtClean="0"/>
            </a:fld>
            <a:endParaRPr lang="en-US" altLang="zh-CN" dirty="0"/>
          </a:p>
        </p:txBody>
      </p:sp>
    </p:spTree>
  </p:cSld>
  <p:clrMapOvr>
    <a:masterClrMapping/>
  </p:clrMapOvr>
  <p:transition/>
</p:sld>
</file>

<file path=ppt/slides/slide1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75107" name="Text Box 5"/>
          <p:cNvSpPr txBox="1">
            <a:spLocks noChangeArrowheads="1"/>
          </p:cNvSpPr>
          <p:nvPr/>
        </p:nvSpPr>
        <p:spPr bwMode="auto">
          <a:xfrm>
            <a:off x="1244600" y="1335088"/>
            <a:ext cx="7219950" cy="3990975"/>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marL="342900" indent="-342900">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lvl="2"/>
            <a:r>
              <a:rPr lang="zh-CN" altLang="en-US" sz="3200" b="1">
                <a:solidFill>
                  <a:srgbClr val="000000"/>
                </a:solidFill>
                <a:latin typeface="黑体" panose="02010609060101010101" pitchFamily="49" charset="-122"/>
                <a:ea typeface="黑体" panose="02010609060101010101" pitchFamily="49" charset="-122"/>
              </a:rPr>
              <a:t>10、项目管理中难度最大的是下列</a:t>
            </a:r>
            <a:endParaRPr lang="zh-CN" altLang="en-US" sz="3200" b="1">
              <a:solidFill>
                <a:srgbClr val="000000"/>
              </a:solidFill>
              <a:latin typeface="黑体" panose="02010609060101010101" pitchFamily="49" charset="-122"/>
              <a:ea typeface="黑体" panose="02010609060101010101" pitchFamily="49" charset="-122"/>
            </a:endParaRPr>
          </a:p>
          <a:p>
            <a:pPr lvl="2"/>
            <a:r>
              <a:rPr lang="zh-CN" altLang="en-US" sz="3200" b="1">
                <a:solidFill>
                  <a:srgbClr val="000000"/>
                </a:solidFill>
                <a:latin typeface="黑体" panose="02010609060101010101" pitchFamily="49" charset="-122"/>
                <a:ea typeface="黑体" panose="02010609060101010101" pitchFamily="49" charset="-122"/>
              </a:rPr>
              <a:t>    哪一项？</a:t>
            </a:r>
            <a:endParaRPr lang="zh-CN" altLang="en-US" sz="3200" b="1">
              <a:solidFill>
                <a:srgbClr val="000000"/>
              </a:solidFill>
              <a:latin typeface="黑体" panose="02010609060101010101" pitchFamily="49" charset="-122"/>
              <a:ea typeface="黑体" panose="02010609060101010101" pitchFamily="49" charset="-122"/>
            </a:endParaRPr>
          </a:p>
          <a:p>
            <a:pPr lvl="2"/>
            <a:endParaRPr lang="zh-CN" altLang="en-US" sz="3200">
              <a:solidFill>
                <a:srgbClr val="000000"/>
              </a:solidFill>
              <a:latin typeface="黑体" panose="02010609060101010101" pitchFamily="49" charset="-122"/>
              <a:ea typeface="黑体" panose="02010609060101010101" pitchFamily="49" charset="-122"/>
            </a:endParaRPr>
          </a:p>
          <a:p>
            <a:pPr lvl="2"/>
            <a:r>
              <a:rPr lang="zh-CN" altLang="en-US" sz="3200">
                <a:solidFill>
                  <a:srgbClr val="000000"/>
                </a:solidFill>
                <a:latin typeface="黑体" panose="02010609060101010101" pitchFamily="49" charset="-122"/>
                <a:ea typeface="黑体" panose="02010609060101010101" pitchFamily="49" charset="-122"/>
              </a:rPr>
              <a:t>     </a:t>
            </a:r>
            <a:r>
              <a:rPr lang="en-US" altLang="zh-CN" sz="3200">
                <a:solidFill>
                  <a:srgbClr val="000000"/>
                </a:solidFill>
                <a:latin typeface="黑体" panose="02010609060101010101" pitchFamily="49" charset="-122"/>
                <a:ea typeface="黑体" panose="02010609060101010101" pitchFamily="49" charset="-122"/>
              </a:rPr>
              <a:t>A    </a:t>
            </a:r>
            <a:r>
              <a:rPr lang="zh-CN" altLang="en-US" sz="3200">
                <a:solidFill>
                  <a:srgbClr val="000000"/>
                </a:solidFill>
                <a:latin typeface="黑体" panose="02010609060101010101" pitchFamily="49" charset="-122"/>
                <a:ea typeface="黑体" panose="02010609060101010101" pitchFamily="49" charset="-122"/>
              </a:rPr>
              <a:t>风险</a:t>
            </a:r>
            <a:endParaRPr lang="zh-CN" altLang="en-US" sz="3200">
              <a:solidFill>
                <a:srgbClr val="000000"/>
              </a:solidFill>
              <a:latin typeface="黑体" panose="02010609060101010101" pitchFamily="49" charset="-122"/>
              <a:ea typeface="黑体" panose="02010609060101010101" pitchFamily="49" charset="-122"/>
            </a:endParaRPr>
          </a:p>
          <a:p>
            <a:pPr lvl="2"/>
            <a:r>
              <a:rPr lang="zh-CN" altLang="en-US" sz="3200">
                <a:solidFill>
                  <a:srgbClr val="000000"/>
                </a:solidFill>
                <a:latin typeface="黑体" panose="02010609060101010101" pitchFamily="49" charset="-122"/>
                <a:ea typeface="黑体" panose="02010609060101010101" pitchFamily="49" charset="-122"/>
              </a:rPr>
              <a:t>     </a:t>
            </a:r>
            <a:r>
              <a:rPr lang="en-US" altLang="zh-CN" sz="3200">
                <a:solidFill>
                  <a:srgbClr val="000000"/>
                </a:solidFill>
                <a:latin typeface="黑体" panose="02010609060101010101" pitchFamily="49" charset="-122"/>
                <a:ea typeface="黑体" panose="02010609060101010101" pitchFamily="49" charset="-122"/>
              </a:rPr>
              <a:t>B    </a:t>
            </a:r>
            <a:r>
              <a:rPr lang="zh-CN" altLang="en-US" sz="3200">
                <a:solidFill>
                  <a:srgbClr val="000000"/>
                </a:solidFill>
                <a:latin typeface="黑体" panose="02010609060101010101" pitchFamily="49" charset="-122"/>
                <a:ea typeface="黑体" panose="02010609060101010101" pitchFamily="49" charset="-122"/>
              </a:rPr>
              <a:t>时间</a:t>
            </a:r>
            <a:endParaRPr lang="zh-CN" altLang="en-US" sz="3200">
              <a:solidFill>
                <a:srgbClr val="000000"/>
              </a:solidFill>
              <a:latin typeface="黑体" panose="02010609060101010101" pitchFamily="49" charset="-122"/>
              <a:ea typeface="黑体" panose="02010609060101010101" pitchFamily="49" charset="-122"/>
            </a:endParaRPr>
          </a:p>
          <a:p>
            <a:pPr lvl="2"/>
            <a:r>
              <a:rPr lang="zh-CN" altLang="en-US" sz="3200">
                <a:solidFill>
                  <a:srgbClr val="000000"/>
                </a:solidFill>
                <a:latin typeface="黑体" panose="02010609060101010101" pitchFamily="49" charset="-122"/>
                <a:ea typeface="黑体" panose="02010609060101010101" pitchFamily="49" charset="-122"/>
              </a:rPr>
              <a:t>     </a:t>
            </a:r>
            <a:r>
              <a:rPr lang="en-US" altLang="zh-CN" sz="3200">
                <a:solidFill>
                  <a:srgbClr val="000000"/>
                </a:solidFill>
                <a:latin typeface="黑体" panose="02010609060101010101" pitchFamily="49" charset="-122"/>
                <a:ea typeface="黑体" panose="02010609060101010101" pitchFamily="49" charset="-122"/>
              </a:rPr>
              <a:t>C    </a:t>
            </a:r>
            <a:r>
              <a:rPr lang="zh-CN" altLang="en-US" sz="3200">
                <a:solidFill>
                  <a:srgbClr val="000000"/>
                </a:solidFill>
                <a:latin typeface="黑体" panose="02010609060101010101" pitchFamily="49" charset="-122"/>
                <a:ea typeface="黑体" panose="02010609060101010101" pitchFamily="49" charset="-122"/>
              </a:rPr>
              <a:t>成本控制</a:t>
            </a:r>
            <a:endParaRPr lang="zh-CN" altLang="en-US" sz="3200">
              <a:solidFill>
                <a:srgbClr val="000000"/>
              </a:solidFill>
              <a:latin typeface="黑体" panose="02010609060101010101" pitchFamily="49" charset="-122"/>
              <a:ea typeface="黑体" panose="02010609060101010101" pitchFamily="49" charset="-122"/>
            </a:endParaRPr>
          </a:p>
          <a:p>
            <a:pPr lvl="2"/>
            <a:r>
              <a:rPr lang="zh-CN" altLang="en-US" sz="3200">
                <a:solidFill>
                  <a:srgbClr val="000000"/>
                </a:solidFill>
                <a:latin typeface="黑体" panose="02010609060101010101" pitchFamily="49" charset="-122"/>
                <a:ea typeface="黑体" panose="02010609060101010101" pitchFamily="49" charset="-122"/>
              </a:rPr>
              <a:t>     </a:t>
            </a:r>
            <a:r>
              <a:rPr lang="en-US" altLang="zh-CN" sz="3200">
                <a:solidFill>
                  <a:srgbClr val="000000"/>
                </a:solidFill>
                <a:latin typeface="黑体" panose="02010609060101010101" pitchFamily="49" charset="-122"/>
                <a:ea typeface="黑体" panose="02010609060101010101" pitchFamily="49" charset="-122"/>
              </a:rPr>
              <a:t>D    </a:t>
            </a:r>
            <a:r>
              <a:rPr lang="zh-CN" altLang="en-US" sz="3200">
                <a:solidFill>
                  <a:srgbClr val="000000"/>
                </a:solidFill>
                <a:latin typeface="黑体" panose="02010609060101010101" pitchFamily="49" charset="-122"/>
                <a:ea typeface="黑体" panose="02010609060101010101" pitchFamily="49" charset="-122"/>
              </a:rPr>
              <a:t>质量控制</a:t>
            </a:r>
            <a:endParaRPr lang="zh-CN" altLang="en-US" sz="3200">
              <a:solidFill>
                <a:srgbClr val="000000"/>
              </a:solidFill>
              <a:latin typeface="黑体" panose="02010609060101010101" pitchFamily="49" charset="-122"/>
              <a:ea typeface="黑体" panose="02010609060101010101" pitchFamily="49" charset="-122"/>
            </a:endParaRPr>
          </a:p>
          <a:p>
            <a:pPr lvl="2"/>
            <a:r>
              <a:rPr lang="zh-CN" altLang="en-US" sz="3200">
                <a:solidFill>
                  <a:srgbClr val="000000"/>
                </a:solidFill>
                <a:latin typeface="黑体" panose="02010609060101010101" pitchFamily="49" charset="-122"/>
                <a:ea typeface="黑体" panose="02010609060101010101" pitchFamily="49" charset="-122"/>
              </a:rPr>
              <a:t>     </a:t>
            </a:r>
            <a:r>
              <a:rPr lang="en-US" altLang="zh-CN" sz="3200">
                <a:solidFill>
                  <a:srgbClr val="000000"/>
                </a:solidFill>
                <a:latin typeface="黑体" panose="02010609060101010101" pitchFamily="49" charset="-122"/>
                <a:ea typeface="黑体" panose="02010609060101010101" pitchFamily="49" charset="-122"/>
              </a:rPr>
              <a:t>E    </a:t>
            </a:r>
            <a:r>
              <a:rPr lang="zh-CN" altLang="en-US" sz="3200">
                <a:solidFill>
                  <a:srgbClr val="000000"/>
                </a:solidFill>
                <a:latin typeface="黑体" panose="02010609060101010101" pitchFamily="49" charset="-122"/>
                <a:ea typeface="黑体" panose="02010609060101010101" pitchFamily="49" charset="-122"/>
              </a:rPr>
              <a:t>人力资源</a:t>
            </a:r>
            <a:endParaRPr lang="zh-CN" altLang="en-US" sz="3200">
              <a:solidFill>
                <a:srgbClr val="000000"/>
              </a:solidFill>
              <a:latin typeface="黑体" panose="02010609060101010101" pitchFamily="49" charset="-122"/>
              <a:ea typeface="黑体" panose="02010609060101010101" pitchFamily="49" charset="-122"/>
            </a:endParaRPr>
          </a:p>
        </p:txBody>
      </p:sp>
      <p:pic>
        <p:nvPicPr>
          <p:cNvPr id="175108" name="Picture 6" descr="BD00028_"/>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12750" y="5202238"/>
            <a:ext cx="1327150" cy="1300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5109" name="Rectangle 7"/>
          <p:cNvSpPr>
            <a:spLocks noGrp="1" noChangeArrowheads="1"/>
          </p:cNvSpPr>
          <p:nvPr>
            <p:ph type="title"/>
          </p:nvPr>
        </p:nvSpPr>
        <p:spPr/>
        <p:txBody>
          <a:bodyPr/>
          <a:lstStyle/>
          <a:p>
            <a:pPr eaLnBrk="1" hangingPunct="1"/>
            <a:r>
              <a:rPr lang="zh-CN" altLang="en-US" dirty="0"/>
              <a:t>测试</a:t>
            </a:r>
            <a:endParaRPr lang="zh-CN" altLang="en-US" dirty="0"/>
          </a:p>
        </p:txBody>
      </p:sp>
      <p:sp>
        <p:nvSpPr>
          <p:cNvPr id="3" name="灯片编号占位符 2"/>
          <p:cNvSpPr>
            <a:spLocks noGrp="1"/>
          </p:cNvSpPr>
          <p:nvPr>
            <p:ph type="sldNum" sz="quarter" idx="10"/>
          </p:nvPr>
        </p:nvSpPr>
        <p:spPr/>
        <p:txBody>
          <a:bodyPr/>
          <a:lstStyle/>
          <a:p>
            <a:pPr>
              <a:defRPr/>
            </a:pPr>
            <a:fld id="{A6A0D67D-9B30-457F-9874-1F92730590A0}" type="slidenum">
              <a:rPr lang="en-US" altLang="zh-CN" smtClean="0"/>
            </a:fld>
            <a:endParaRPr lang="en-US" altLang="zh-CN" dirty="0"/>
          </a:p>
        </p:txBody>
      </p:sp>
    </p:spTree>
  </p:cSld>
  <p:clrMapOvr>
    <a:masterClrMapping/>
  </p:clrMapOvr>
  <p:transition/>
</p:sld>
</file>

<file path=ppt/slides/slide12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pSp>
        <p:nvGrpSpPr>
          <p:cNvPr id="177155" name="Group 7"/>
          <p:cNvGrpSpPr/>
          <p:nvPr/>
        </p:nvGrpSpPr>
        <p:grpSpPr bwMode="auto">
          <a:xfrm>
            <a:off x="796925" y="1990725"/>
            <a:ext cx="2170113" cy="3303588"/>
            <a:chOff x="3750" y="1078"/>
            <a:chExt cx="1367" cy="2081"/>
          </a:xfrm>
        </p:grpSpPr>
        <p:sp>
          <p:nvSpPr>
            <p:cNvPr id="177159" name="Rectangle 8"/>
            <p:cNvSpPr>
              <a:spLocks noChangeArrowheads="1"/>
            </p:cNvSpPr>
            <p:nvPr/>
          </p:nvSpPr>
          <p:spPr bwMode="auto">
            <a:xfrm>
              <a:off x="3750" y="1078"/>
              <a:ext cx="1367" cy="2081"/>
            </a:xfrm>
            <a:prstGeom prst="rect">
              <a:avLst/>
            </a:prstGeom>
            <a:solidFill>
              <a:srgbClr val="339966"/>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177160" name="Text Box 9"/>
            <p:cNvSpPr txBox="1">
              <a:spLocks noChangeArrowheads="1"/>
            </p:cNvSpPr>
            <p:nvPr/>
          </p:nvSpPr>
          <p:spPr bwMode="auto">
            <a:xfrm>
              <a:off x="3983" y="1099"/>
              <a:ext cx="957" cy="28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r>
                <a:rPr lang="zh-CN" altLang="en-US" b="1" u="sng" dirty="0">
                  <a:solidFill>
                    <a:schemeClr val="tx2"/>
                  </a:solidFill>
                  <a:latin typeface="楷体" panose="02010609060101010101" pitchFamily="49" charset="-122"/>
                  <a:ea typeface="黑体" panose="02010609060101010101" pitchFamily="49" charset="-122"/>
                </a:rPr>
                <a:t>执行阶段</a:t>
              </a:r>
              <a:endParaRPr lang="zh-CN" altLang="en-US" b="1" dirty="0">
                <a:solidFill>
                  <a:schemeClr val="tx2"/>
                </a:solidFill>
                <a:latin typeface="楷体" panose="02010609060101010101" pitchFamily="49" charset="-122"/>
                <a:ea typeface="黑体" panose="02010609060101010101" pitchFamily="49" charset="-122"/>
              </a:endParaRPr>
            </a:p>
          </p:txBody>
        </p:sp>
        <p:sp>
          <p:nvSpPr>
            <p:cNvPr id="177161" name="Text Box 10"/>
            <p:cNvSpPr txBox="1">
              <a:spLocks noChangeArrowheads="1"/>
            </p:cNvSpPr>
            <p:nvPr/>
          </p:nvSpPr>
          <p:spPr bwMode="auto">
            <a:xfrm>
              <a:off x="3790" y="1368"/>
              <a:ext cx="1265" cy="174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lang="zh-CN" altLang="en-US" sz="2200" b="1">
                  <a:solidFill>
                    <a:srgbClr val="000000"/>
                  </a:solidFill>
                  <a:latin typeface="楷体" panose="02010609060101010101" pitchFamily="49" charset="-122"/>
                  <a:ea typeface="黑体" panose="02010609060101010101" pitchFamily="49" charset="-122"/>
                </a:rPr>
                <a:t>建立和组织项目团队</a:t>
              </a:r>
              <a:endParaRPr lang="zh-CN" altLang="en-US" sz="2200" b="1">
                <a:solidFill>
                  <a:srgbClr val="000000"/>
                </a:solidFill>
                <a:latin typeface="楷体" panose="02010609060101010101" pitchFamily="49" charset="-122"/>
                <a:ea typeface="黑体" panose="02010609060101010101" pitchFamily="49" charset="-122"/>
              </a:endParaRPr>
            </a:p>
            <a:p>
              <a:pPr algn="ctr" eaLnBrk="1" hangingPunct="1">
                <a:spcBef>
                  <a:spcPct val="50000"/>
                </a:spcBef>
              </a:pPr>
              <a:r>
                <a:rPr lang="zh-CN" altLang="en-US" sz="2200" b="1">
                  <a:solidFill>
                    <a:schemeClr val="tx2"/>
                  </a:solidFill>
                  <a:latin typeface="楷体" panose="02010609060101010101" pitchFamily="49" charset="-122"/>
                  <a:ea typeface="黑体" panose="02010609060101010101" pitchFamily="49" charset="-122"/>
                </a:rPr>
                <a:t>开始实施</a:t>
              </a:r>
              <a:endParaRPr lang="zh-CN" altLang="en-US" sz="2200" b="1">
                <a:solidFill>
                  <a:schemeClr val="tx2"/>
                </a:solidFill>
                <a:latin typeface="楷体" panose="02010609060101010101" pitchFamily="49" charset="-122"/>
                <a:ea typeface="黑体" panose="02010609060101010101" pitchFamily="49" charset="-122"/>
              </a:endParaRPr>
            </a:p>
            <a:p>
              <a:pPr algn="ctr" eaLnBrk="1" hangingPunct="1">
                <a:spcBef>
                  <a:spcPct val="50000"/>
                </a:spcBef>
              </a:pPr>
              <a:r>
                <a:rPr lang="zh-CN" altLang="en-US" sz="2200" b="1">
                  <a:solidFill>
                    <a:schemeClr val="tx2"/>
                  </a:solidFill>
                  <a:latin typeface="楷体" panose="02010609060101010101" pitchFamily="49" charset="-122"/>
                  <a:ea typeface="黑体" panose="02010609060101010101" pitchFamily="49" charset="-122"/>
                </a:rPr>
                <a:t>监督实施</a:t>
              </a:r>
              <a:endParaRPr lang="zh-CN" altLang="en-US" sz="2200" b="1">
                <a:solidFill>
                  <a:schemeClr val="tx2"/>
                </a:solidFill>
                <a:latin typeface="楷体" panose="02010609060101010101" pitchFamily="49" charset="-122"/>
                <a:ea typeface="黑体" panose="02010609060101010101" pitchFamily="49" charset="-122"/>
              </a:endParaRPr>
            </a:p>
            <a:p>
              <a:pPr algn="ctr" eaLnBrk="1" hangingPunct="1">
                <a:spcBef>
                  <a:spcPct val="50000"/>
                </a:spcBef>
              </a:pPr>
              <a:r>
                <a:rPr lang="zh-CN" altLang="en-US" sz="2200" b="1">
                  <a:solidFill>
                    <a:schemeClr val="tx2"/>
                  </a:solidFill>
                  <a:latin typeface="楷体" panose="02010609060101010101" pitchFamily="49" charset="-122"/>
                  <a:ea typeface="黑体" panose="02010609060101010101" pitchFamily="49" charset="-122"/>
                </a:rPr>
                <a:t>变更管理</a:t>
              </a:r>
              <a:endParaRPr lang="zh-CN" altLang="en-US" sz="2200" b="1">
                <a:solidFill>
                  <a:schemeClr val="tx2"/>
                </a:solidFill>
                <a:latin typeface="楷体" panose="02010609060101010101" pitchFamily="49" charset="-122"/>
                <a:ea typeface="黑体" panose="02010609060101010101" pitchFamily="49" charset="-122"/>
              </a:endParaRPr>
            </a:p>
            <a:p>
              <a:pPr algn="ctr" eaLnBrk="1" hangingPunct="1">
                <a:spcBef>
                  <a:spcPct val="50000"/>
                </a:spcBef>
              </a:pPr>
              <a:r>
                <a:rPr lang="zh-CN" altLang="en-US" sz="2200" b="1">
                  <a:solidFill>
                    <a:schemeClr val="tx2"/>
                  </a:solidFill>
                  <a:latin typeface="楷体" panose="02010609060101010101" pitchFamily="49" charset="-122"/>
                  <a:ea typeface="黑体" panose="02010609060101010101" pitchFamily="49" charset="-122"/>
                </a:rPr>
                <a:t>完工总结</a:t>
              </a:r>
              <a:endParaRPr lang="zh-CN" altLang="en-US" sz="2000" b="1">
                <a:solidFill>
                  <a:srgbClr val="000000"/>
                </a:solidFill>
                <a:latin typeface="楷体" panose="02010609060101010101" pitchFamily="49" charset="-122"/>
                <a:ea typeface="黑体" panose="02010609060101010101" pitchFamily="49" charset="-122"/>
              </a:endParaRPr>
            </a:p>
          </p:txBody>
        </p:sp>
      </p:grpSp>
      <p:sp>
        <p:nvSpPr>
          <p:cNvPr id="805899" name="Rectangle 11"/>
          <p:cNvSpPr>
            <a:spLocks noChangeArrowheads="1"/>
          </p:cNvSpPr>
          <p:nvPr/>
        </p:nvSpPr>
        <p:spPr bwMode="auto">
          <a:xfrm>
            <a:off x="3313113" y="4084638"/>
            <a:ext cx="5676900" cy="1117600"/>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nSpc>
                <a:spcPct val="120000"/>
              </a:lnSpc>
            </a:pPr>
            <a:r>
              <a:rPr lang="zh-CN" altLang="en-US" sz="2800" b="1">
                <a:solidFill>
                  <a:srgbClr val="000000"/>
                </a:solidFill>
                <a:latin typeface="楷体" panose="02010609060101010101" pitchFamily="49" charset="-122"/>
                <a:ea typeface="黑体" panose="02010609060101010101" pitchFamily="49" charset="-122"/>
              </a:rPr>
              <a:t>项目经理</a:t>
            </a:r>
            <a:r>
              <a:rPr lang="en-US" altLang="zh-CN" sz="2800" b="1">
                <a:solidFill>
                  <a:srgbClr val="000000"/>
                </a:solidFill>
                <a:latin typeface="Courier New" panose="02070309020205020404" pitchFamily="49" charset="0"/>
                <a:ea typeface="黑体" panose="02010609060101010101" pitchFamily="49" charset="-122"/>
              </a:rPr>
              <a:t>————</a:t>
            </a:r>
            <a:r>
              <a:rPr lang="zh-CN" altLang="en-US" sz="2800" b="1">
                <a:solidFill>
                  <a:srgbClr val="000000"/>
                </a:solidFill>
                <a:latin typeface="楷体" panose="02010609060101010101" pitchFamily="49" charset="-122"/>
                <a:ea typeface="黑体" panose="02010609060101010101" pitchFamily="49" charset="-122"/>
              </a:rPr>
              <a:t>创造合适的项目环境</a:t>
            </a:r>
            <a:endParaRPr lang="zh-CN" altLang="en-US" sz="2800" b="1">
              <a:solidFill>
                <a:srgbClr val="000000"/>
              </a:solidFill>
              <a:latin typeface="楷体" panose="02010609060101010101" pitchFamily="49" charset="-122"/>
              <a:ea typeface="黑体" panose="02010609060101010101" pitchFamily="49" charset="-122"/>
            </a:endParaRPr>
          </a:p>
          <a:p>
            <a:pPr>
              <a:lnSpc>
                <a:spcPct val="120000"/>
              </a:lnSpc>
            </a:pPr>
            <a:r>
              <a:rPr lang="zh-CN" altLang="en-US" sz="2800" b="1">
                <a:solidFill>
                  <a:srgbClr val="000000"/>
                </a:solidFill>
                <a:latin typeface="楷体" panose="02010609060101010101" pitchFamily="49" charset="-122"/>
                <a:ea typeface="黑体" panose="02010609060101010101" pitchFamily="49" charset="-122"/>
              </a:rPr>
              <a:t>项目成员</a:t>
            </a:r>
            <a:r>
              <a:rPr lang="en-US" altLang="zh-CN" sz="2800" b="1">
                <a:solidFill>
                  <a:srgbClr val="000000"/>
                </a:solidFill>
                <a:latin typeface="Courier New" panose="02070309020205020404" pitchFamily="49" charset="0"/>
                <a:ea typeface="黑体" panose="02010609060101010101" pitchFamily="49" charset="-122"/>
              </a:rPr>
              <a:t>————</a:t>
            </a:r>
            <a:r>
              <a:rPr lang="zh-CN" altLang="en-US" sz="2800" b="1">
                <a:solidFill>
                  <a:srgbClr val="000000"/>
                </a:solidFill>
                <a:latin typeface="楷体" panose="02010609060101010101" pitchFamily="49" charset="-122"/>
                <a:ea typeface="黑体" panose="02010609060101010101" pitchFamily="49" charset="-122"/>
              </a:rPr>
              <a:t>团队精神</a:t>
            </a:r>
            <a:endParaRPr lang="zh-CN" altLang="en-US" sz="2800">
              <a:solidFill>
                <a:srgbClr val="000000"/>
              </a:solidFill>
              <a:latin typeface="楷体" panose="02010609060101010101" pitchFamily="49" charset="-122"/>
              <a:ea typeface="黑体" panose="02010609060101010101" pitchFamily="49" charset="-122"/>
            </a:endParaRPr>
          </a:p>
        </p:txBody>
      </p:sp>
      <p:sp>
        <p:nvSpPr>
          <p:cNvPr id="177157" name="Text Box 12"/>
          <p:cNvSpPr txBox="1">
            <a:spLocks noChangeArrowheads="1"/>
          </p:cNvSpPr>
          <p:nvPr/>
        </p:nvSpPr>
        <p:spPr bwMode="gray">
          <a:xfrm>
            <a:off x="3954463" y="2276475"/>
            <a:ext cx="5519737" cy="946150"/>
          </a:xfrm>
          <a:prstGeom prst="rect">
            <a:avLst/>
          </a:prstGeom>
          <a:noFill/>
          <a:ln>
            <a:noFill/>
          </a:ln>
          <a:effectLst/>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r"/>
            <a:r>
              <a:rPr lang="zh-CN" altLang="en-US" sz="2800">
                <a:solidFill>
                  <a:srgbClr val="000000"/>
                </a:solidFill>
                <a:latin typeface="Futura Hv" pitchFamily="34" charset="0"/>
                <a:ea typeface="黑体" panose="02010609060101010101" pitchFamily="49" charset="-122"/>
              </a:rPr>
              <a:t>挑战：项目经理没有直接的权力，却要获得成员的合作与支持</a:t>
            </a:r>
            <a:endParaRPr lang="zh-CN" altLang="en-US" sz="2800">
              <a:solidFill>
                <a:srgbClr val="000000"/>
              </a:solidFill>
              <a:latin typeface="Futura Hv" pitchFamily="34" charset="0"/>
              <a:ea typeface="黑体" panose="02010609060101010101" pitchFamily="49" charset="-122"/>
            </a:endParaRPr>
          </a:p>
        </p:txBody>
      </p:sp>
      <p:sp>
        <p:nvSpPr>
          <p:cNvPr id="177158" name="Rectangle 14"/>
          <p:cNvSpPr>
            <a:spLocks noGrp="1" noChangeArrowheads="1"/>
          </p:cNvSpPr>
          <p:nvPr>
            <p:ph type="title"/>
          </p:nvPr>
        </p:nvSpPr>
        <p:spPr/>
        <p:txBody>
          <a:bodyPr/>
          <a:lstStyle/>
          <a:p>
            <a:pPr eaLnBrk="1" hangingPunct="1"/>
            <a:r>
              <a:rPr lang="zh-CN" altLang="en-US" sz="3200" dirty="0"/>
              <a:t>建立和组织团队</a:t>
            </a:r>
            <a:br>
              <a:rPr lang="zh-CN" altLang="en-US" sz="3200" dirty="0"/>
            </a:br>
            <a:r>
              <a:rPr lang="en-US" altLang="zh-CN" sz="2400" dirty="0">
                <a:latin typeface="Arial" panose="020B0604020202020204" pitchFamily="34" charset="0"/>
              </a:rPr>
              <a:t>——</a:t>
            </a:r>
            <a:r>
              <a:rPr lang="zh-CN" altLang="en-US" sz="2400" dirty="0"/>
              <a:t>项目的成功就是项目团队的成功</a:t>
            </a:r>
            <a:endParaRPr lang="zh-CN" altLang="en-US" sz="2400" dirty="0"/>
          </a:p>
        </p:txBody>
      </p:sp>
      <p:sp>
        <p:nvSpPr>
          <p:cNvPr id="3" name="灯片编号占位符 2"/>
          <p:cNvSpPr>
            <a:spLocks noGrp="1"/>
          </p:cNvSpPr>
          <p:nvPr>
            <p:ph type="sldNum" sz="quarter" idx="10"/>
          </p:nvPr>
        </p:nvSpPr>
        <p:spPr/>
        <p:txBody>
          <a:bodyPr/>
          <a:lstStyle/>
          <a:p>
            <a:pPr>
              <a:defRPr/>
            </a:pPr>
            <a:fld id="{A6A0D67D-9B30-457F-9874-1F92730590A0}" type="slidenum">
              <a:rPr lang="en-US" altLang="zh-CN" smtClean="0"/>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805899"/>
                                        </p:tgtEl>
                                        <p:attrNameLst>
                                          <p:attrName>style.visibility</p:attrName>
                                        </p:attrNameLst>
                                      </p:cBhvr>
                                      <p:to>
                                        <p:strVal val="visible"/>
                                      </p:to>
                                    </p:set>
                                    <p:anim calcmode="lin" valueType="num">
                                      <p:cBhvr additive="base">
                                        <p:cTn id="7" dur="500" fill="hold"/>
                                        <p:tgtEl>
                                          <p:spTgt spid="805899"/>
                                        </p:tgtEl>
                                        <p:attrNameLst>
                                          <p:attrName>ppt_x</p:attrName>
                                        </p:attrNameLst>
                                      </p:cBhvr>
                                      <p:tavLst>
                                        <p:tav tm="0">
                                          <p:val>
                                            <p:strVal val="0-#ppt_w/2"/>
                                          </p:val>
                                        </p:tav>
                                        <p:tav tm="100000">
                                          <p:val>
                                            <p:strVal val="#ppt_x"/>
                                          </p:val>
                                        </p:tav>
                                      </p:tavLst>
                                    </p:anim>
                                    <p:anim calcmode="lin" valueType="num">
                                      <p:cBhvr additive="base">
                                        <p:cTn id="8" dur="500" fill="hold"/>
                                        <p:tgtEl>
                                          <p:spTgt spid="80589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5899" grpId="0" autoUpdateAnimBg="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3" name="Rectangle 9"/>
          <p:cNvSpPr>
            <a:spLocks noGrp="1" noChangeArrowheads="1"/>
          </p:cNvSpPr>
          <p:nvPr>
            <p:ph type="title"/>
          </p:nvPr>
        </p:nvSpPr>
        <p:spPr/>
        <p:txBody>
          <a:bodyPr/>
          <a:lstStyle/>
          <a:p>
            <a:pPr eaLnBrk="1" hangingPunct="1"/>
            <a:r>
              <a:rPr lang="zh-CN" altLang="en-US" dirty="0"/>
              <a:t>促进因素</a:t>
            </a:r>
            <a:endParaRPr lang="zh-CN" altLang="en-US" dirty="0"/>
          </a:p>
        </p:txBody>
      </p:sp>
      <p:sp>
        <p:nvSpPr>
          <p:cNvPr id="179204" name="Rectangle 10"/>
          <p:cNvSpPr>
            <a:spLocks noGrp="1" noChangeArrowheads="1"/>
          </p:cNvSpPr>
          <p:nvPr>
            <p:ph type="body" idx="4294967295"/>
          </p:nvPr>
        </p:nvSpPr>
        <p:spPr>
          <a:xfrm>
            <a:off x="914400" y="1400175"/>
            <a:ext cx="6362700" cy="4381500"/>
          </a:xfrm>
        </p:spPr>
        <p:txBody>
          <a:bodyPr/>
          <a:lstStyle/>
          <a:p>
            <a:pPr eaLnBrk="1" hangingPunct="1">
              <a:tabLst>
                <a:tab pos="3949700" algn="l"/>
              </a:tabLst>
            </a:pPr>
            <a:r>
              <a:rPr lang="en-US" altLang="zh-CN" sz="1800"/>
              <a:t>The work itself	</a:t>
            </a:r>
            <a:r>
              <a:rPr lang="zh-CN" altLang="en-US" sz="1800"/>
              <a:t>工作本身</a:t>
            </a:r>
            <a:endParaRPr lang="zh-CN" altLang="en-US" sz="1800"/>
          </a:p>
          <a:p>
            <a:pPr eaLnBrk="1" hangingPunct="1">
              <a:tabLst>
                <a:tab pos="3949700" algn="l"/>
              </a:tabLst>
            </a:pPr>
            <a:r>
              <a:rPr lang="en-US" altLang="zh-CN" sz="1800"/>
              <a:t>Achievement Opportunity 	</a:t>
            </a:r>
            <a:r>
              <a:rPr lang="zh-CN" altLang="en-US" sz="1800"/>
              <a:t>成功的机会</a:t>
            </a:r>
            <a:endParaRPr lang="zh-CN" altLang="en-US" sz="1800"/>
          </a:p>
          <a:p>
            <a:pPr eaLnBrk="1" hangingPunct="1">
              <a:tabLst>
                <a:tab pos="3949700" algn="l"/>
              </a:tabLst>
            </a:pPr>
            <a:r>
              <a:rPr lang="en-US" altLang="zh-CN" sz="1800"/>
              <a:t>Advancement Opportunity 	</a:t>
            </a:r>
            <a:r>
              <a:rPr lang="zh-CN" altLang="en-US" sz="1800"/>
              <a:t>进步的机会</a:t>
            </a:r>
            <a:endParaRPr lang="zh-CN" altLang="en-US" sz="1800"/>
          </a:p>
          <a:p>
            <a:pPr eaLnBrk="1" hangingPunct="1">
              <a:tabLst>
                <a:tab pos="3949700" algn="l"/>
              </a:tabLst>
            </a:pPr>
            <a:r>
              <a:rPr lang="en-US" altLang="zh-CN" sz="1800"/>
              <a:t>Pay and benefits 	</a:t>
            </a:r>
            <a:r>
              <a:rPr lang="zh-CN" altLang="en-US" sz="1800"/>
              <a:t>工资和福利</a:t>
            </a:r>
            <a:endParaRPr lang="zh-CN" altLang="en-US" sz="1800"/>
          </a:p>
          <a:p>
            <a:pPr eaLnBrk="1" hangingPunct="1">
              <a:tabLst>
                <a:tab pos="3949700" algn="l"/>
              </a:tabLst>
            </a:pPr>
            <a:r>
              <a:rPr lang="en-US" altLang="zh-CN" sz="1800"/>
              <a:t>Recognition	</a:t>
            </a:r>
            <a:r>
              <a:rPr lang="zh-CN" altLang="en-US" sz="1800"/>
              <a:t>承认</a:t>
            </a:r>
            <a:endParaRPr lang="zh-CN" altLang="en-US" sz="1800"/>
          </a:p>
          <a:p>
            <a:pPr eaLnBrk="1" hangingPunct="1">
              <a:tabLst>
                <a:tab pos="3949700" algn="l"/>
              </a:tabLst>
            </a:pPr>
            <a:r>
              <a:rPr lang="en-US" altLang="zh-CN" sz="1800"/>
              <a:t>Increased responsibility	</a:t>
            </a:r>
            <a:r>
              <a:rPr lang="zh-CN" altLang="en-US" sz="1800"/>
              <a:t>增加的责任</a:t>
            </a:r>
            <a:endParaRPr lang="zh-CN" altLang="en-US" sz="1800"/>
          </a:p>
          <a:p>
            <a:pPr eaLnBrk="1" hangingPunct="1">
              <a:tabLst>
                <a:tab pos="3949700" algn="l"/>
              </a:tabLst>
            </a:pPr>
            <a:r>
              <a:rPr lang="en-US" altLang="zh-CN" sz="1800"/>
              <a:t>Technical supervision	</a:t>
            </a:r>
            <a:r>
              <a:rPr lang="zh-CN" altLang="en-US" sz="1800"/>
              <a:t>技术监管</a:t>
            </a:r>
            <a:endParaRPr lang="en-US" altLang="zh-CN" sz="1800"/>
          </a:p>
          <a:p>
            <a:pPr eaLnBrk="1" hangingPunct="1">
              <a:tabLst>
                <a:tab pos="3949700" algn="l"/>
              </a:tabLst>
            </a:pPr>
            <a:r>
              <a:rPr lang="en-US" altLang="zh-CN" sz="1800"/>
              <a:t>Interpersonal relations	</a:t>
            </a:r>
            <a:r>
              <a:rPr lang="zh-CN" altLang="en-US" sz="1800"/>
              <a:t>人际关系</a:t>
            </a:r>
            <a:endParaRPr lang="zh-CN" altLang="en-US" sz="1800"/>
          </a:p>
          <a:p>
            <a:pPr eaLnBrk="1" hangingPunct="1">
              <a:tabLst>
                <a:tab pos="3949700" algn="l"/>
              </a:tabLst>
            </a:pPr>
            <a:r>
              <a:rPr lang="en-US" altLang="zh-CN" sz="1800"/>
              <a:t>Job security	</a:t>
            </a:r>
            <a:r>
              <a:rPr lang="zh-CN" altLang="en-US" sz="1800"/>
              <a:t>工作安全性</a:t>
            </a:r>
            <a:endParaRPr lang="zh-CN" altLang="en-US" sz="1800"/>
          </a:p>
          <a:p>
            <a:pPr eaLnBrk="1" hangingPunct="1">
              <a:tabLst>
                <a:tab pos="3949700" algn="l"/>
              </a:tabLst>
            </a:pPr>
            <a:r>
              <a:rPr lang="en-US" altLang="zh-CN" sz="1800"/>
              <a:t>Work conditions	</a:t>
            </a:r>
            <a:r>
              <a:rPr lang="zh-CN" altLang="en-US" sz="1800"/>
              <a:t>工作条件</a:t>
            </a:r>
            <a:endParaRPr lang="zh-CN" altLang="en-US" sz="1800"/>
          </a:p>
          <a:p>
            <a:pPr eaLnBrk="1" hangingPunct="1">
              <a:tabLst>
                <a:tab pos="3949700" algn="l"/>
              </a:tabLst>
            </a:pPr>
            <a:r>
              <a:rPr lang="en-US" altLang="zh-CN" sz="1800"/>
              <a:t>Company policy	</a:t>
            </a:r>
            <a:r>
              <a:rPr lang="zh-CN" altLang="en-US" sz="1800"/>
              <a:t>公司政策</a:t>
            </a:r>
            <a:endParaRPr lang="zh-CN" altLang="en-US" sz="1800"/>
          </a:p>
        </p:txBody>
      </p:sp>
      <p:sp>
        <p:nvSpPr>
          <p:cNvPr id="179205" name="Text Box 4"/>
          <p:cNvSpPr txBox="1">
            <a:spLocks noChangeArrowheads="1"/>
          </p:cNvSpPr>
          <p:nvPr/>
        </p:nvSpPr>
        <p:spPr bwMode="gray">
          <a:xfrm>
            <a:off x="923925" y="5942013"/>
            <a:ext cx="7931150" cy="366712"/>
          </a:xfrm>
          <a:prstGeom prst="rect">
            <a:avLst/>
          </a:prstGeom>
          <a:noFill/>
          <a:ln>
            <a:noFill/>
          </a:ln>
          <a:effectLst/>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r>
              <a:rPr lang="en-US" altLang="zh-CN" sz="1800">
                <a:solidFill>
                  <a:srgbClr val="000000"/>
                </a:solidFill>
                <a:latin typeface="Futura Hv" pitchFamily="34" charset="0"/>
                <a:ea typeface="黑体" panose="02010609060101010101" pitchFamily="49" charset="-122"/>
              </a:rPr>
              <a:t>Daniel Cougar of Colorado State </a:t>
            </a:r>
            <a:r>
              <a:rPr lang="zh-CN" altLang="en-US" sz="1800">
                <a:solidFill>
                  <a:srgbClr val="000000"/>
                </a:solidFill>
                <a:latin typeface="Futura Hv" pitchFamily="34" charset="0"/>
                <a:ea typeface="黑体" panose="02010609060101010101" pitchFamily="49" charset="-122"/>
              </a:rPr>
              <a:t>在</a:t>
            </a:r>
            <a:r>
              <a:rPr lang="en-US" altLang="zh-CN" sz="1800">
                <a:solidFill>
                  <a:srgbClr val="000000"/>
                </a:solidFill>
                <a:latin typeface="Futura Hv" pitchFamily="34" charset="0"/>
                <a:ea typeface="黑体" panose="02010609060101010101" pitchFamily="49" charset="-122"/>
              </a:rPr>
              <a:t>1988</a:t>
            </a:r>
            <a:r>
              <a:rPr lang="zh-CN" altLang="en-US" sz="1800">
                <a:solidFill>
                  <a:srgbClr val="000000"/>
                </a:solidFill>
                <a:latin typeface="Futura Hv" pitchFamily="34" charset="0"/>
                <a:ea typeface="黑体" panose="02010609060101010101" pitchFamily="49" charset="-122"/>
              </a:rPr>
              <a:t>年对分析员和程序员的调查结果</a:t>
            </a:r>
            <a:endParaRPr lang="zh-CN" altLang="en-US" sz="1800">
              <a:solidFill>
                <a:srgbClr val="000000"/>
              </a:solidFill>
              <a:latin typeface="Futura Hv" pitchFamily="34" charset="0"/>
              <a:ea typeface="黑体" panose="02010609060101010101" pitchFamily="49" charset="-122"/>
            </a:endParaRPr>
          </a:p>
        </p:txBody>
      </p:sp>
      <p:sp>
        <p:nvSpPr>
          <p:cNvPr id="179206" name="Line 5"/>
          <p:cNvSpPr>
            <a:spLocks noChangeShapeType="1"/>
          </p:cNvSpPr>
          <p:nvPr/>
        </p:nvSpPr>
        <p:spPr bwMode="gray">
          <a:xfrm>
            <a:off x="571500" y="1689100"/>
            <a:ext cx="0" cy="3797300"/>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79207" name="Text Box 6"/>
          <p:cNvSpPr txBox="1">
            <a:spLocks noChangeArrowheads="1"/>
          </p:cNvSpPr>
          <p:nvPr/>
        </p:nvSpPr>
        <p:spPr bwMode="gray">
          <a:xfrm>
            <a:off x="228600" y="1346200"/>
            <a:ext cx="717550" cy="304800"/>
          </a:xfrm>
          <a:prstGeom prst="rect">
            <a:avLst/>
          </a:prstGeom>
          <a:noFill/>
          <a:ln>
            <a:noFill/>
          </a:ln>
          <a:effectLst/>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zh-CN" altLang="en-US" sz="1400">
                <a:solidFill>
                  <a:srgbClr val="000000"/>
                </a:solidFill>
                <a:latin typeface="Futura Hv" pitchFamily="34" charset="0"/>
                <a:ea typeface="黑体" panose="02010609060101010101" pitchFamily="49" charset="-122"/>
              </a:rPr>
              <a:t>高促进</a:t>
            </a:r>
            <a:endParaRPr lang="zh-CN" altLang="en-US" sz="1400">
              <a:solidFill>
                <a:srgbClr val="000000"/>
              </a:solidFill>
              <a:latin typeface="Futura Hv" pitchFamily="34" charset="0"/>
              <a:ea typeface="黑体" panose="02010609060101010101" pitchFamily="49" charset="-122"/>
            </a:endParaRPr>
          </a:p>
        </p:txBody>
      </p:sp>
      <p:sp>
        <p:nvSpPr>
          <p:cNvPr id="179208" name="Text Box 7"/>
          <p:cNvSpPr txBox="1">
            <a:spLocks noChangeArrowheads="1"/>
          </p:cNvSpPr>
          <p:nvPr/>
        </p:nvSpPr>
        <p:spPr bwMode="gray">
          <a:xfrm>
            <a:off x="228600" y="5613400"/>
            <a:ext cx="717550" cy="304800"/>
          </a:xfrm>
          <a:prstGeom prst="rect">
            <a:avLst/>
          </a:prstGeom>
          <a:noFill/>
          <a:ln>
            <a:noFill/>
          </a:ln>
          <a:effectLst/>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zh-CN" altLang="en-US" sz="1400">
                <a:solidFill>
                  <a:srgbClr val="000000"/>
                </a:solidFill>
                <a:latin typeface="Futura Hv" pitchFamily="34" charset="0"/>
                <a:ea typeface="黑体" panose="02010609060101010101" pitchFamily="49" charset="-122"/>
              </a:rPr>
              <a:t>低促进</a:t>
            </a:r>
            <a:endParaRPr lang="zh-CN" altLang="en-US" sz="1400">
              <a:solidFill>
                <a:srgbClr val="000000"/>
              </a:solidFill>
              <a:latin typeface="Futura Hv" pitchFamily="34" charset="0"/>
              <a:ea typeface="黑体" panose="02010609060101010101" pitchFamily="49" charset="-122"/>
            </a:endParaRPr>
          </a:p>
        </p:txBody>
      </p:sp>
      <p:sp>
        <p:nvSpPr>
          <p:cNvPr id="179209" name="Text Box 8"/>
          <p:cNvSpPr txBox="1">
            <a:spLocks noChangeArrowheads="1"/>
          </p:cNvSpPr>
          <p:nvPr/>
        </p:nvSpPr>
        <p:spPr bwMode="gray">
          <a:xfrm>
            <a:off x="2057400" y="6357938"/>
            <a:ext cx="5097463" cy="244475"/>
          </a:xfrm>
          <a:prstGeom prst="rect">
            <a:avLst/>
          </a:prstGeom>
          <a:noFill/>
          <a:ln>
            <a:noFill/>
          </a:ln>
          <a:effectLst/>
          <a:extLst>
            <a:ext uri="{909E8E84-426E-40DD-AFC4-6F175D3DCCD1}">
              <a14:hiddenFill xmlns:a14="http://schemas.microsoft.com/office/drawing/2010/main">
                <a:solidFill>
                  <a:srgbClr val="D1ECA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r>
              <a:rPr lang="zh-CN" altLang="en-US" sz="1000">
                <a:solidFill>
                  <a:srgbClr val="000000"/>
                </a:solidFill>
                <a:latin typeface="Futura Hv" pitchFamily="34" charset="0"/>
                <a:ea typeface="黑体" panose="02010609060101010101" pitchFamily="49" charset="-122"/>
              </a:rPr>
              <a:t>摘自</a:t>
            </a:r>
            <a:r>
              <a:rPr lang="en-US" altLang="zh-CN" sz="1000">
                <a:solidFill>
                  <a:srgbClr val="000000"/>
                </a:solidFill>
                <a:latin typeface="Futura Hv" pitchFamily="34" charset="0"/>
                <a:ea typeface="黑体" panose="02010609060101010101" pitchFamily="49" charset="-122"/>
              </a:rPr>
              <a:t>《Effective Project Management》Robert K.Wysocki, Robert Beck Jr., David B. Crane</a:t>
            </a:r>
            <a:r>
              <a:rPr lang="en-US" altLang="zh-CN" sz="1000">
                <a:solidFill>
                  <a:schemeClr val="tx2"/>
                </a:solidFill>
                <a:latin typeface="Futura Hv" pitchFamily="34" charset="0"/>
                <a:ea typeface="黑体" panose="02010609060101010101" pitchFamily="49" charset="-122"/>
              </a:rPr>
              <a:t> </a:t>
            </a:r>
            <a:endParaRPr lang="en-US" altLang="zh-CN" sz="1000">
              <a:solidFill>
                <a:schemeClr val="tx2"/>
              </a:solidFill>
              <a:latin typeface="Futura Hv" pitchFamily="34" charset="0"/>
              <a:ea typeface="黑体" panose="02010609060101010101" pitchFamily="49" charset="-122"/>
            </a:endParaRPr>
          </a:p>
        </p:txBody>
      </p:sp>
      <p:sp>
        <p:nvSpPr>
          <p:cNvPr id="3" name="灯片编号占位符 2"/>
          <p:cNvSpPr>
            <a:spLocks noGrp="1"/>
          </p:cNvSpPr>
          <p:nvPr>
            <p:ph type="sldNum" sz="quarter" idx="10"/>
          </p:nvPr>
        </p:nvSpPr>
        <p:spPr/>
        <p:txBody>
          <a:bodyPr/>
          <a:lstStyle/>
          <a:p>
            <a:pPr>
              <a:defRPr/>
            </a:pPr>
            <a:fld id="{A6A0D67D-9B30-457F-9874-1F92730590A0}" type="slidenum">
              <a:rPr lang="en-US" altLang="zh-CN" smtClean="0"/>
            </a:fld>
            <a:endParaRPr lang="en-US" altLang="zh-CN" dirty="0"/>
          </a:p>
        </p:txBody>
      </p:sp>
    </p:spTree>
  </p:cSld>
  <p:clrMapOvr>
    <a:masterClrMapping/>
  </p:clrMapOvr>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1" name="Rectangle 8"/>
          <p:cNvSpPr>
            <a:spLocks noGrp="1" noChangeArrowheads="1"/>
          </p:cNvSpPr>
          <p:nvPr>
            <p:ph type="title"/>
          </p:nvPr>
        </p:nvSpPr>
        <p:spPr/>
        <p:txBody>
          <a:bodyPr/>
          <a:lstStyle/>
          <a:p>
            <a:pPr eaLnBrk="1" hangingPunct="1"/>
            <a:r>
              <a:rPr lang="zh-CN" altLang="en-US" dirty="0"/>
              <a:t>团队精神，躬身入局</a:t>
            </a:r>
            <a:endParaRPr lang="zh-CN" altLang="en-US" dirty="0"/>
          </a:p>
        </p:txBody>
      </p:sp>
      <p:sp>
        <p:nvSpPr>
          <p:cNvPr id="3" name="灯片编号占位符 2"/>
          <p:cNvSpPr>
            <a:spLocks noGrp="1"/>
          </p:cNvSpPr>
          <p:nvPr>
            <p:ph type="sldNum" sz="quarter" idx="10"/>
          </p:nvPr>
        </p:nvSpPr>
        <p:spPr/>
        <p:txBody>
          <a:bodyPr/>
          <a:lstStyle/>
          <a:p>
            <a:pPr>
              <a:defRPr/>
            </a:pPr>
            <a:fld id="{6D9D2222-8541-46EA-AD3B-36A5E091B774}" type="slidenum">
              <a:rPr lang="en-US" altLang="zh-CN" smtClean="0"/>
            </a:fld>
            <a:endParaRPr lang="en-US" altLang="zh-CN" dirty="0"/>
          </a:p>
        </p:txBody>
      </p:sp>
      <p:pic>
        <p:nvPicPr>
          <p:cNvPr id="1026"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l="-8384" r="11670"/>
          <a:stretch>
            <a:fillRect/>
          </a:stretch>
        </p:blipFill>
        <p:spPr bwMode="auto">
          <a:xfrm>
            <a:off x="-940231" y="1198537"/>
            <a:ext cx="10846231" cy="5659464"/>
          </a:xfrm>
          <a:prstGeom prst="rect">
            <a:avLst/>
          </a:prstGeom>
          <a:noFill/>
          <a:extLst>
            <a:ext uri="{909E8E84-426E-40DD-AFC4-6F175D3DCCD1}">
              <a14:hiddenFill xmlns:a14="http://schemas.microsoft.com/office/drawing/2010/main">
                <a:solidFill>
                  <a:srgbClr val="FFFFFF"/>
                </a:solidFill>
              </a14:hiddenFill>
            </a:ext>
          </a:extLst>
        </p:spPr>
      </p:pic>
      <p:sp>
        <p:nvSpPr>
          <p:cNvPr id="181252" name="Rectangle 9"/>
          <p:cNvSpPr>
            <a:spLocks noGrp="1" noChangeArrowheads="1"/>
          </p:cNvSpPr>
          <p:nvPr>
            <p:ph type="body" idx="1"/>
          </p:nvPr>
        </p:nvSpPr>
        <p:spPr>
          <a:xfrm>
            <a:off x="3814763" y="4772429"/>
            <a:ext cx="2938462" cy="2085571"/>
          </a:xfrm>
          <a:solidFill>
            <a:schemeClr val="tx1">
              <a:alpha val="80000"/>
            </a:schemeClr>
          </a:solidFill>
        </p:spPr>
        <p:txBody>
          <a:bodyPr lIns="180000" tIns="180000" rIns="180000" bIns="180000"/>
          <a:lstStyle/>
          <a:p>
            <a:pPr eaLnBrk="1" hangingPunct="1"/>
            <a:r>
              <a:rPr lang="zh-CN" altLang="en-US" sz="1600" dirty="0">
                <a:effectLst>
                  <a:outerShdw blurRad="38100" dist="38100" dir="2700000" algn="tl">
                    <a:srgbClr val="000000">
                      <a:alpha val="43137"/>
                    </a:srgbClr>
                  </a:outerShdw>
                </a:effectLst>
              </a:rPr>
              <a:t>分享责任</a:t>
            </a:r>
            <a:endParaRPr lang="zh-CN" altLang="en-US" sz="1600" dirty="0">
              <a:effectLst>
                <a:outerShdw blurRad="38100" dist="38100" dir="2700000" algn="tl">
                  <a:srgbClr val="000000">
                    <a:alpha val="43137"/>
                  </a:srgbClr>
                </a:outerShdw>
              </a:effectLst>
            </a:endParaRPr>
          </a:p>
          <a:p>
            <a:pPr marL="536575" lvl="2" indent="-268605" eaLnBrk="1" hangingPunct="1"/>
            <a:r>
              <a:rPr lang="zh-CN" altLang="en-US" sz="1200" dirty="0">
                <a:effectLst>
                  <a:outerShdw blurRad="38100" dist="38100" dir="2700000" algn="tl">
                    <a:srgbClr val="000000">
                      <a:alpha val="43137"/>
                    </a:srgbClr>
                  </a:outerShdw>
                </a:effectLst>
              </a:rPr>
              <a:t>项目的成功、失败及荣誉、责难是属于全体的</a:t>
            </a:r>
            <a:endParaRPr lang="zh-CN" altLang="en-US" sz="1200" dirty="0">
              <a:effectLst>
                <a:outerShdw blurRad="38100" dist="38100" dir="2700000" algn="tl">
                  <a:srgbClr val="000000">
                    <a:alpha val="43137"/>
                  </a:srgbClr>
                </a:outerShdw>
              </a:effectLst>
            </a:endParaRPr>
          </a:p>
          <a:p>
            <a:pPr eaLnBrk="1" hangingPunct="1"/>
            <a:r>
              <a:rPr lang="zh-CN" altLang="en-US" sz="1600" dirty="0">
                <a:effectLst>
                  <a:outerShdw blurRad="38100" dist="38100" dir="2700000" algn="tl">
                    <a:srgbClr val="000000">
                      <a:alpha val="43137"/>
                    </a:srgbClr>
                  </a:outerShdw>
                </a:effectLst>
              </a:rPr>
              <a:t>项目成功是第一位的</a:t>
            </a:r>
            <a:endParaRPr lang="zh-CN" altLang="en-US" sz="1600" dirty="0">
              <a:effectLst>
                <a:outerShdw blurRad="38100" dist="38100" dir="2700000" algn="tl">
                  <a:srgbClr val="000000">
                    <a:alpha val="43137"/>
                  </a:srgbClr>
                </a:outerShdw>
              </a:effectLst>
            </a:endParaRPr>
          </a:p>
          <a:p>
            <a:pPr marL="536575" lvl="2" indent="-268605" eaLnBrk="1" hangingPunct="1"/>
            <a:r>
              <a:rPr lang="zh-CN" altLang="en-US" sz="1200" dirty="0">
                <a:effectLst>
                  <a:outerShdw blurRad="38100" dist="38100" dir="2700000" algn="tl">
                    <a:srgbClr val="000000">
                      <a:alpha val="43137"/>
                    </a:srgbClr>
                  </a:outerShdw>
                </a:effectLst>
              </a:rPr>
              <a:t>“这不是我的责任”</a:t>
            </a:r>
            <a:r>
              <a:rPr lang="en-US" altLang="zh-CN" sz="1200" dirty="0">
                <a:effectLst>
                  <a:outerShdw blurRad="38100" dist="38100" dir="2700000" algn="tl">
                    <a:srgbClr val="000000">
                      <a:alpha val="43137"/>
                    </a:srgbClr>
                  </a:outerShdw>
                </a:effectLst>
              </a:rPr>
              <a:t>——</a:t>
            </a:r>
            <a:r>
              <a:rPr lang="zh-CN" altLang="en-US" sz="1200" dirty="0">
                <a:effectLst>
                  <a:outerShdw blurRad="38100" dist="38100" dir="2700000" algn="tl">
                    <a:srgbClr val="000000">
                      <a:alpha val="43137"/>
                    </a:srgbClr>
                  </a:outerShdw>
                </a:effectLst>
              </a:rPr>
              <a:t>永远不要出现</a:t>
            </a:r>
            <a:endParaRPr lang="zh-CN" altLang="en-US" sz="1200" dirty="0">
              <a:effectLst>
                <a:outerShdw blurRad="38100" dist="38100" dir="2700000" algn="tl">
                  <a:srgbClr val="000000">
                    <a:alpha val="43137"/>
                  </a:srgbClr>
                </a:outerShdw>
              </a:effectLst>
            </a:endParaRPr>
          </a:p>
          <a:p>
            <a:pPr eaLnBrk="1" hangingPunct="1"/>
            <a:r>
              <a:rPr lang="zh-CN" altLang="en-US" sz="1600" dirty="0">
                <a:effectLst>
                  <a:outerShdw blurRad="38100" dist="38100" dir="2700000" algn="tl">
                    <a:srgbClr val="000000">
                      <a:alpha val="43137"/>
                    </a:srgbClr>
                  </a:outerShdw>
                </a:effectLst>
              </a:rPr>
              <a:t>愿意互相信任和支持</a:t>
            </a:r>
            <a:endParaRPr lang="zh-CN" altLang="en-US" sz="1600" dirty="0">
              <a:effectLst>
                <a:outerShdw blurRad="38100" dist="38100" dir="2700000" algn="tl">
                  <a:srgbClr val="000000">
                    <a:alpha val="43137"/>
                  </a:srgbClr>
                </a:outerShdw>
              </a:effectLst>
            </a:endParaRPr>
          </a:p>
        </p:txBody>
      </p:sp>
    </p:spTree>
  </p:cSld>
  <p:clrMapOvr>
    <a:masterClrMapping/>
  </p:clrMapOvr>
  <p:transition/>
</p:sld>
</file>

<file path=ppt/slides/slide12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49897" name="Text Box 9"/>
          <p:cNvSpPr txBox="1">
            <a:spLocks noChangeArrowheads="1"/>
          </p:cNvSpPr>
          <p:nvPr/>
        </p:nvSpPr>
        <p:spPr bwMode="auto">
          <a:xfrm>
            <a:off x="4833938" y="1882775"/>
            <a:ext cx="4451350" cy="1917700"/>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r"/>
            <a:r>
              <a:rPr lang="zh-CN" altLang="en-US" b="1">
                <a:solidFill>
                  <a:srgbClr val="000000"/>
                </a:solidFill>
                <a:latin typeface="Futura Lt" pitchFamily="34" charset="0"/>
                <a:ea typeface="黑体" panose="02010609060101010101" pitchFamily="49" charset="-122"/>
              </a:rPr>
              <a:t>“战”前动员会</a:t>
            </a:r>
            <a:endParaRPr lang="zh-CN" altLang="en-US">
              <a:solidFill>
                <a:srgbClr val="000000"/>
              </a:solidFill>
              <a:latin typeface="Futura Lt" pitchFamily="34" charset="0"/>
              <a:ea typeface="黑体" panose="02010609060101010101" pitchFamily="49" charset="-122"/>
            </a:endParaRPr>
          </a:p>
          <a:p>
            <a:pPr algn="r"/>
            <a:r>
              <a:rPr lang="zh-CN" altLang="en-US">
                <a:solidFill>
                  <a:srgbClr val="000000"/>
                </a:solidFill>
                <a:latin typeface="Futura Lt" pitchFamily="34" charset="0"/>
                <a:ea typeface="黑体" panose="02010609060101010101" pitchFamily="49" charset="-122"/>
              </a:rPr>
              <a:t>明确项目目标</a:t>
            </a:r>
            <a:endParaRPr lang="zh-CN" altLang="en-US">
              <a:solidFill>
                <a:srgbClr val="000000"/>
              </a:solidFill>
              <a:latin typeface="Futura Lt" pitchFamily="34" charset="0"/>
              <a:ea typeface="黑体" panose="02010609060101010101" pitchFamily="49" charset="-122"/>
            </a:endParaRPr>
          </a:p>
          <a:p>
            <a:pPr algn="r"/>
            <a:r>
              <a:rPr lang="zh-CN" altLang="en-US">
                <a:solidFill>
                  <a:srgbClr val="000000"/>
                </a:solidFill>
                <a:latin typeface="Futura Lt" pitchFamily="34" charset="0"/>
                <a:ea typeface="黑体" panose="02010609060101010101" pitchFamily="49" charset="-122"/>
              </a:rPr>
              <a:t>建立工作合作的基本规则</a:t>
            </a:r>
            <a:endParaRPr lang="zh-CN" altLang="en-US">
              <a:solidFill>
                <a:srgbClr val="000000"/>
              </a:solidFill>
              <a:latin typeface="Futura Lt" pitchFamily="34" charset="0"/>
              <a:ea typeface="黑体" panose="02010609060101010101" pitchFamily="49" charset="-122"/>
            </a:endParaRPr>
          </a:p>
          <a:p>
            <a:pPr algn="r"/>
            <a:r>
              <a:rPr lang="zh-CN" altLang="en-US">
                <a:solidFill>
                  <a:srgbClr val="000000"/>
                </a:solidFill>
                <a:latin typeface="Futura Lt" pitchFamily="34" charset="0"/>
                <a:ea typeface="黑体" panose="02010609060101010101" pitchFamily="49" charset="-122"/>
              </a:rPr>
              <a:t>审阅项目任务分配</a:t>
            </a:r>
            <a:endParaRPr lang="zh-CN" altLang="en-US">
              <a:solidFill>
                <a:srgbClr val="000000"/>
              </a:solidFill>
              <a:latin typeface="Futura Lt" pitchFamily="34" charset="0"/>
              <a:ea typeface="黑体" panose="02010609060101010101" pitchFamily="49" charset="-122"/>
            </a:endParaRPr>
          </a:p>
          <a:p>
            <a:pPr algn="r"/>
            <a:r>
              <a:rPr lang="zh-CN" altLang="en-US">
                <a:solidFill>
                  <a:srgbClr val="000000"/>
                </a:solidFill>
                <a:latin typeface="Futura Lt" pitchFamily="34" charset="0"/>
                <a:ea typeface="黑体" panose="02010609060101010101" pitchFamily="49" charset="-122"/>
              </a:rPr>
              <a:t>重申行为期望和工作表现的要求</a:t>
            </a:r>
            <a:endParaRPr lang="zh-CN" altLang="en-US" sz="1800">
              <a:latin typeface="Futura Lt" pitchFamily="34" charset="0"/>
              <a:ea typeface="黑体" panose="02010609060101010101" pitchFamily="49" charset="-122"/>
            </a:endParaRPr>
          </a:p>
        </p:txBody>
      </p:sp>
      <p:sp>
        <p:nvSpPr>
          <p:cNvPr id="183300" name="Text Box 11"/>
          <p:cNvSpPr txBox="1">
            <a:spLocks noChangeArrowheads="1"/>
          </p:cNvSpPr>
          <p:nvPr/>
        </p:nvSpPr>
        <p:spPr bwMode="auto">
          <a:xfrm>
            <a:off x="3590925" y="4383088"/>
            <a:ext cx="3756025" cy="519112"/>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zh-CN" altLang="en-US" sz="2800" b="1">
                <a:solidFill>
                  <a:srgbClr val="000000"/>
                </a:solidFill>
                <a:latin typeface="Futura Lt" pitchFamily="34" charset="0"/>
                <a:ea typeface="黑体" panose="02010609060101010101" pitchFamily="49" charset="-122"/>
              </a:rPr>
              <a:t>好的开始是成功的一半</a:t>
            </a:r>
            <a:endParaRPr lang="zh-CN" altLang="en-US" sz="2800" b="1">
              <a:solidFill>
                <a:srgbClr val="000000"/>
              </a:solidFill>
              <a:latin typeface="Futura Lt" pitchFamily="34" charset="0"/>
              <a:ea typeface="黑体" panose="02010609060101010101" pitchFamily="49" charset="-122"/>
            </a:endParaRPr>
          </a:p>
        </p:txBody>
      </p:sp>
      <p:grpSp>
        <p:nvGrpSpPr>
          <p:cNvPr id="183301" name="Group 15"/>
          <p:cNvGrpSpPr/>
          <p:nvPr/>
        </p:nvGrpSpPr>
        <p:grpSpPr bwMode="auto">
          <a:xfrm>
            <a:off x="822325" y="1584325"/>
            <a:ext cx="2170113" cy="3303588"/>
            <a:chOff x="3750" y="1078"/>
            <a:chExt cx="1367" cy="2081"/>
          </a:xfrm>
        </p:grpSpPr>
        <p:sp>
          <p:nvSpPr>
            <p:cNvPr id="183303" name="Rectangle 16"/>
            <p:cNvSpPr>
              <a:spLocks noChangeArrowheads="1"/>
            </p:cNvSpPr>
            <p:nvPr/>
          </p:nvSpPr>
          <p:spPr bwMode="auto">
            <a:xfrm>
              <a:off x="3750" y="1078"/>
              <a:ext cx="1367" cy="2081"/>
            </a:xfrm>
            <a:prstGeom prst="rect">
              <a:avLst/>
            </a:prstGeom>
            <a:solidFill>
              <a:srgbClr val="339966"/>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183304" name="Text Box 17"/>
            <p:cNvSpPr txBox="1">
              <a:spLocks noChangeArrowheads="1"/>
            </p:cNvSpPr>
            <p:nvPr/>
          </p:nvSpPr>
          <p:spPr bwMode="auto">
            <a:xfrm>
              <a:off x="3983" y="1099"/>
              <a:ext cx="957" cy="28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r>
                <a:rPr lang="zh-CN" altLang="en-US" b="1" u="sng" dirty="0">
                  <a:solidFill>
                    <a:schemeClr val="tx2"/>
                  </a:solidFill>
                  <a:latin typeface="楷体" panose="02010609060101010101" pitchFamily="49" charset="-122"/>
                  <a:ea typeface="黑体" panose="02010609060101010101" pitchFamily="49" charset="-122"/>
                </a:rPr>
                <a:t>执行阶段</a:t>
              </a:r>
              <a:endParaRPr lang="zh-CN" altLang="en-US" b="1" dirty="0">
                <a:solidFill>
                  <a:schemeClr val="tx2"/>
                </a:solidFill>
                <a:latin typeface="楷体" panose="02010609060101010101" pitchFamily="49" charset="-122"/>
                <a:ea typeface="黑体" panose="02010609060101010101" pitchFamily="49" charset="-122"/>
              </a:endParaRPr>
            </a:p>
          </p:txBody>
        </p:sp>
        <p:sp>
          <p:nvSpPr>
            <p:cNvPr id="183305" name="Text Box 18"/>
            <p:cNvSpPr txBox="1">
              <a:spLocks noChangeArrowheads="1"/>
            </p:cNvSpPr>
            <p:nvPr/>
          </p:nvSpPr>
          <p:spPr bwMode="auto">
            <a:xfrm>
              <a:off x="3790" y="1368"/>
              <a:ext cx="1265" cy="174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lang="zh-CN" altLang="en-US" sz="2200" b="1">
                  <a:solidFill>
                    <a:schemeClr val="tx2"/>
                  </a:solidFill>
                  <a:latin typeface="楷体" panose="02010609060101010101" pitchFamily="49" charset="-122"/>
                  <a:ea typeface="黑体" panose="02010609060101010101" pitchFamily="49" charset="-122"/>
                </a:rPr>
                <a:t>建立和组织项目团队</a:t>
              </a:r>
              <a:endParaRPr lang="zh-CN" altLang="en-US" sz="2200" b="1">
                <a:solidFill>
                  <a:schemeClr val="tx2"/>
                </a:solidFill>
                <a:latin typeface="楷体" panose="02010609060101010101" pitchFamily="49" charset="-122"/>
                <a:ea typeface="黑体" panose="02010609060101010101" pitchFamily="49" charset="-122"/>
              </a:endParaRPr>
            </a:p>
            <a:p>
              <a:pPr algn="ctr" eaLnBrk="1" hangingPunct="1">
                <a:spcBef>
                  <a:spcPct val="50000"/>
                </a:spcBef>
              </a:pPr>
              <a:r>
                <a:rPr lang="zh-CN" altLang="en-US" sz="2200" b="1">
                  <a:solidFill>
                    <a:srgbClr val="000000"/>
                  </a:solidFill>
                  <a:latin typeface="楷体" panose="02010609060101010101" pitchFamily="49" charset="-122"/>
                  <a:ea typeface="黑体" panose="02010609060101010101" pitchFamily="49" charset="-122"/>
                </a:rPr>
                <a:t>开始实施</a:t>
              </a:r>
              <a:endParaRPr lang="zh-CN" altLang="en-US" sz="2200" b="1">
                <a:solidFill>
                  <a:srgbClr val="000000"/>
                </a:solidFill>
                <a:latin typeface="楷体" panose="02010609060101010101" pitchFamily="49" charset="-122"/>
                <a:ea typeface="黑体" panose="02010609060101010101" pitchFamily="49" charset="-122"/>
              </a:endParaRPr>
            </a:p>
            <a:p>
              <a:pPr algn="ctr" eaLnBrk="1" hangingPunct="1">
                <a:spcBef>
                  <a:spcPct val="50000"/>
                </a:spcBef>
              </a:pPr>
              <a:r>
                <a:rPr lang="zh-CN" altLang="en-US" sz="2200" b="1">
                  <a:solidFill>
                    <a:schemeClr val="tx2"/>
                  </a:solidFill>
                  <a:latin typeface="楷体" panose="02010609060101010101" pitchFamily="49" charset="-122"/>
                  <a:ea typeface="黑体" panose="02010609060101010101" pitchFamily="49" charset="-122"/>
                </a:rPr>
                <a:t>监督实施</a:t>
              </a:r>
              <a:endParaRPr lang="zh-CN" altLang="en-US" sz="2200" b="1">
                <a:solidFill>
                  <a:schemeClr val="tx2"/>
                </a:solidFill>
                <a:latin typeface="楷体" panose="02010609060101010101" pitchFamily="49" charset="-122"/>
                <a:ea typeface="黑体" panose="02010609060101010101" pitchFamily="49" charset="-122"/>
              </a:endParaRPr>
            </a:p>
            <a:p>
              <a:pPr algn="ctr" eaLnBrk="1" hangingPunct="1">
                <a:spcBef>
                  <a:spcPct val="50000"/>
                </a:spcBef>
              </a:pPr>
              <a:r>
                <a:rPr lang="zh-CN" altLang="en-US" sz="2200" b="1">
                  <a:solidFill>
                    <a:schemeClr val="tx2"/>
                  </a:solidFill>
                  <a:latin typeface="楷体" panose="02010609060101010101" pitchFamily="49" charset="-122"/>
                  <a:ea typeface="黑体" panose="02010609060101010101" pitchFamily="49" charset="-122"/>
                </a:rPr>
                <a:t>变更管理</a:t>
              </a:r>
              <a:endParaRPr lang="zh-CN" altLang="en-US" sz="2200" b="1">
                <a:solidFill>
                  <a:schemeClr val="tx2"/>
                </a:solidFill>
                <a:latin typeface="楷体" panose="02010609060101010101" pitchFamily="49" charset="-122"/>
                <a:ea typeface="黑体" panose="02010609060101010101" pitchFamily="49" charset="-122"/>
              </a:endParaRPr>
            </a:p>
            <a:p>
              <a:pPr algn="ctr" eaLnBrk="1" hangingPunct="1">
                <a:spcBef>
                  <a:spcPct val="50000"/>
                </a:spcBef>
              </a:pPr>
              <a:r>
                <a:rPr lang="zh-CN" altLang="en-US" sz="2200" b="1">
                  <a:solidFill>
                    <a:schemeClr val="tx2"/>
                  </a:solidFill>
                  <a:latin typeface="楷体" panose="02010609060101010101" pitchFamily="49" charset="-122"/>
                  <a:ea typeface="黑体" panose="02010609060101010101" pitchFamily="49" charset="-122"/>
                </a:rPr>
                <a:t>完工总结</a:t>
              </a:r>
              <a:endParaRPr lang="zh-CN" altLang="en-US" sz="2000" b="1">
                <a:solidFill>
                  <a:srgbClr val="000000"/>
                </a:solidFill>
                <a:latin typeface="楷体" panose="02010609060101010101" pitchFamily="49" charset="-122"/>
                <a:ea typeface="黑体" panose="02010609060101010101" pitchFamily="49" charset="-122"/>
              </a:endParaRPr>
            </a:p>
          </p:txBody>
        </p:sp>
      </p:grpSp>
      <p:sp>
        <p:nvSpPr>
          <p:cNvPr id="183302" name="Rectangle 20"/>
          <p:cNvSpPr>
            <a:spLocks noGrp="1" noChangeArrowheads="1"/>
          </p:cNvSpPr>
          <p:nvPr>
            <p:ph type="title"/>
          </p:nvPr>
        </p:nvSpPr>
        <p:spPr/>
        <p:txBody>
          <a:bodyPr/>
          <a:lstStyle/>
          <a:p>
            <a:pPr eaLnBrk="1" hangingPunct="1"/>
            <a:r>
              <a:rPr lang="zh-CN" altLang="en-US" sz="3200"/>
              <a:t>开始实施</a:t>
            </a:r>
            <a:br>
              <a:rPr lang="zh-CN" altLang="en-US" sz="3200"/>
            </a:br>
            <a:r>
              <a:rPr lang="en-US" altLang="zh-CN" sz="2400">
                <a:latin typeface="Arial" panose="020B0604020202020204" pitchFamily="34" charset="0"/>
              </a:rPr>
              <a:t>——</a:t>
            </a:r>
            <a:r>
              <a:rPr lang="zh-CN" altLang="en-US" sz="2400"/>
              <a:t>以明确的行为标准按时开工</a:t>
            </a:r>
            <a:endParaRPr lang="zh-CN" altLang="en-US" sz="2400"/>
          </a:p>
        </p:txBody>
      </p:sp>
      <p:sp>
        <p:nvSpPr>
          <p:cNvPr id="3" name="灯片编号占位符 2"/>
          <p:cNvSpPr>
            <a:spLocks noGrp="1"/>
          </p:cNvSpPr>
          <p:nvPr>
            <p:ph type="sldNum" sz="quarter" idx="10"/>
          </p:nvPr>
        </p:nvSpPr>
        <p:spPr/>
        <p:txBody>
          <a:bodyPr/>
          <a:lstStyle/>
          <a:p>
            <a:pPr>
              <a:defRPr/>
            </a:pPr>
            <a:fld id="{A6A0D67D-9B30-457F-9874-1F92730590A0}" type="slidenum">
              <a:rPr lang="en-US" altLang="zh-CN" smtClean="0"/>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49897"/>
                                        </p:tgtEl>
                                        <p:attrNameLst>
                                          <p:attrName>style.visibility</p:attrName>
                                        </p:attrNameLst>
                                      </p:cBhvr>
                                      <p:to>
                                        <p:strVal val="visible"/>
                                      </p:to>
                                    </p:set>
                                    <p:anim calcmode="lin" valueType="num">
                                      <p:cBhvr additive="base">
                                        <p:cTn id="7" dur="500" fill="hold"/>
                                        <p:tgtEl>
                                          <p:spTgt spid="549897"/>
                                        </p:tgtEl>
                                        <p:attrNameLst>
                                          <p:attrName>ppt_x</p:attrName>
                                        </p:attrNameLst>
                                      </p:cBhvr>
                                      <p:tavLst>
                                        <p:tav tm="0">
                                          <p:val>
                                            <p:strVal val="0-#ppt_w/2"/>
                                          </p:val>
                                        </p:tav>
                                        <p:tav tm="100000">
                                          <p:val>
                                            <p:strVal val="#ppt_x"/>
                                          </p:val>
                                        </p:tav>
                                      </p:tavLst>
                                    </p:anim>
                                    <p:anim calcmode="lin" valueType="num">
                                      <p:cBhvr additive="base">
                                        <p:cTn id="8" dur="500" fill="hold"/>
                                        <p:tgtEl>
                                          <p:spTgt spid="54989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9897" grpId="0" autoUpdateAnimBg="0"/>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7" name="Rectangle 2"/>
          <p:cNvSpPr>
            <a:spLocks noGrp="1" noChangeArrowheads="1"/>
          </p:cNvSpPr>
          <p:nvPr>
            <p:ph type="title"/>
          </p:nvPr>
        </p:nvSpPr>
        <p:spPr/>
        <p:txBody>
          <a:bodyPr/>
          <a:lstStyle/>
          <a:p>
            <a:pPr eaLnBrk="1" hangingPunct="1"/>
            <a:r>
              <a:rPr lang="zh-CN" altLang="en-US"/>
              <a:t>项目启动案例</a:t>
            </a:r>
            <a:endParaRPr lang="zh-CN" altLang="en-US"/>
          </a:p>
        </p:txBody>
      </p:sp>
      <p:sp>
        <p:nvSpPr>
          <p:cNvPr id="185348" name="Rectangle 3"/>
          <p:cNvSpPr>
            <a:spLocks noGrp="1" noChangeArrowheads="1"/>
          </p:cNvSpPr>
          <p:nvPr>
            <p:ph type="body" idx="1"/>
          </p:nvPr>
        </p:nvSpPr>
        <p:spPr>
          <a:xfrm>
            <a:off x="1966913" y="1273175"/>
            <a:ext cx="7491412" cy="5270500"/>
          </a:xfrm>
        </p:spPr>
        <p:txBody>
          <a:bodyPr/>
          <a:lstStyle/>
          <a:p>
            <a:pPr eaLnBrk="1" hangingPunct="1">
              <a:lnSpc>
                <a:spcPct val="100000"/>
              </a:lnSpc>
              <a:spcBef>
                <a:spcPct val="25000"/>
              </a:spcBef>
              <a:spcAft>
                <a:spcPct val="25000"/>
              </a:spcAft>
            </a:pPr>
            <a:r>
              <a:rPr lang="zh-CN" altLang="en-US" sz="2800" b="1" dirty="0"/>
              <a:t>项目经理做对了什么？如何做得更好？</a:t>
            </a:r>
            <a:endParaRPr lang="zh-CN" altLang="en-US" sz="2800" b="1" dirty="0"/>
          </a:p>
          <a:p>
            <a:pPr lvl="1" eaLnBrk="1" hangingPunct="1">
              <a:lnSpc>
                <a:spcPct val="100000"/>
              </a:lnSpc>
              <a:spcBef>
                <a:spcPct val="25000"/>
              </a:spcBef>
              <a:spcAft>
                <a:spcPct val="25000"/>
              </a:spcAft>
            </a:pPr>
            <a:r>
              <a:rPr lang="en-US" altLang="zh-CN" sz="2000" dirty="0"/>
              <a:t>XYZ</a:t>
            </a:r>
            <a:r>
              <a:rPr lang="zh-CN" altLang="en-US" sz="2000" dirty="0"/>
              <a:t>电信公司向科高公司发出中标通知书，希望科高公司能够马上开始项目工作。</a:t>
            </a:r>
            <a:endParaRPr lang="en-US" altLang="zh-CN" sz="2000" dirty="0"/>
          </a:p>
          <a:p>
            <a:pPr lvl="1" eaLnBrk="1" hangingPunct="1">
              <a:lnSpc>
                <a:spcPct val="100000"/>
              </a:lnSpc>
              <a:spcBef>
                <a:spcPct val="25000"/>
              </a:spcBef>
              <a:spcAft>
                <a:spcPct val="25000"/>
              </a:spcAft>
            </a:pPr>
            <a:r>
              <a:rPr lang="zh-CN" altLang="en-US" sz="2000" dirty="0"/>
              <a:t>科高公司刚刚被提升为项目经理的小赵成为了这个项目的项目经理，售前阶段的事情他并不清楚。</a:t>
            </a:r>
            <a:endParaRPr lang="en-US" altLang="zh-CN" sz="2000" dirty="0"/>
          </a:p>
          <a:p>
            <a:pPr lvl="1" eaLnBrk="1" hangingPunct="1">
              <a:lnSpc>
                <a:spcPct val="100000"/>
              </a:lnSpc>
              <a:spcBef>
                <a:spcPct val="25000"/>
              </a:spcBef>
              <a:spcAft>
                <a:spcPct val="25000"/>
              </a:spcAft>
            </a:pPr>
            <a:r>
              <a:rPr lang="zh-CN" altLang="en-US" sz="2000" dirty="0"/>
              <a:t>小赵花了两天时间来回顾项目方案书，然后和销售以及销售经理去</a:t>
            </a:r>
            <a:r>
              <a:rPr lang="en-US" altLang="zh-CN" sz="2000" dirty="0"/>
              <a:t>XYZ</a:t>
            </a:r>
            <a:r>
              <a:rPr lang="zh-CN" altLang="en-US" sz="2000" dirty="0"/>
              <a:t>电信公司参加项目启动会议。</a:t>
            </a:r>
            <a:endParaRPr lang="zh-CN" altLang="en-US" sz="2000" dirty="0"/>
          </a:p>
          <a:p>
            <a:pPr lvl="1" eaLnBrk="1" hangingPunct="1">
              <a:lnSpc>
                <a:spcPct val="100000"/>
              </a:lnSpc>
              <a:spcBef>
                <a:spcPct val="25000"/>
              </a:spcBef>
              <a:spcAft>
                <a:spcPct val="25000"/>
              </a:spcAft>
            </a:pPr>
            <a:r>
              <a:rPr lang="zh-CN" altLang="en-US" sz="2000" dirty="0"/>
              <a:t>项目启动会议总共进行了</a:t>
            </a:r>
            <a:r>
              <a:rPr lang="en-US" altLang="zh-CN" sz="2000" dirty="0"/>
              <a:t>30</a:t>
            </a:r>
            <a:r>
              <a:rPr lang="zh-CN" altLang="en-US" sz="2000" dirty="0"/>
              <a:t>分钟，大家相互握手并合影留念。</a:t>
            </a:r>
            <a:endParaRPr lang="en-US" altLang="zh-CN" sz="2000" dirty="0"/>
          </a:p>
          <a:p>
            <a:pPr lvl="1" eaLnBrk="1" hangingPunct="1">
              <a:lnSpc>
                <a:spcPct val="100000"/>
              </a:lnSpc>
              <a:spcBef>
                <a:spcPct val="25000"/>
              </a:spcBef>
              <a:spcAft>
                <a:spcPct val="25000"/>
              </a:spcAft>
            </a:pPr>
            <a:r>
              <a:rPr lang="zh-CN" altLang="en-US" sz="2000" dirty="0"/>
              <a:t>第二天，小赵去见</a:t>
            </a:r>
            <a:r>
              <a:rPr lang="en-US" altLang="zh-CN" sz="2000" dirty="0"/>
              <a:t>XYZ</a:t>
            </a:r>
            <a:r>
              <a:rPr lang="zh-CN" altLang="en-US" sz="2000" dirty="0"/>
              <a:t>电信公司的项目经理，小赵被要求立刻提交项目计划，同时</a:t>
            </a:r>
            <a:r>
              <a:rPr lang="en-US" altLang="zh-CN" sz="2000" dirty="0"/>
              <a:t>15</a:t>
            </a:r>
            <a:r>
              <a:rPr lang="zh-CN" altLang="en-US" sz="2000" dirty="0"/>
              <a:t>人的项目团队要在</a:t>
            </a:r>
            <a:r>
              <a:rPr lang="en-US" altLang="zh-CN" sz="2000" dirty="0"/>
              <a:t>1</a:t>
            </a:r>
            <a:r>
              <a:rPr lang="zh-CN" altLang="en-US" sz="2000" dirty="0"/>
              <a:t>天后入场。</a:t>
            </a:r>
            <a:endParaRPr lang="en-US" altLang="zh-CN" sz="2000" dirty="0"/>
          </a:p>
        </p:txBody>
      </p:sp>
      <p:graphicFrame>
        <p:nvGraphicFramePr>
          <p:cNvPr id="950276" name="Object 4"/>
          <p:cNvGraphicFramePr>
            <a:graphicFrameLocks noChangeAspect="1"/>
          </p:cNvGraphicFramePr>
          <p:nvPr/>
        </p:nvGraphicFramePr>
        <p:xfrm>
          <a:off x="206375" y="1603375"/>
          <a:ext cx="1512888" cy="1636713"/>
        </p:xfrm>
        <a:graphic>
          <a:graphicData uri="http://schemas.openxmlformats.org/presentationml/2006/ole">
            <mc:AlternateContent xmlns:mc="http://schemas.openxmlformats.org/markup-compatibility/2006">
              <mc:Choice xmlns:v="urn:schemas-microsoft-com:vml" Requires="v">
                <p:oleObj spid="_x0000_s0" name="Clip" r:id="rId1" imgW="1884680" imgH="1851025" progId="MS_ClipArt_Gallery.2">
                  <p:embed/>
                </p:oleObj>
              </mc:Choice>
              <mc:Fallback>
                <p:oleObj name="Clip" r:id="rId1" imgW="1884680" imgH="1851025" progId="MS_ClipArt_Gallery.2">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375" y="1603375"/>
                        <a:ext cx="1512888" cy="163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0277" name="Object 5"/>
          <p:cNvGraphicFramePr>
            <a:graphicFrameLocks noChangeAspect="1"/>
          </p:cNvGraphicFramePr>
          <p:nvPr/>
        </p:nvGraphicFramePr>
        <p:xfrm>
          <a:off x="127000" y="4889500"/>
          <a:ext cx="1757363" cy="1154113"/>
        </p:xfrm>
        <a:graphic>
          <a:graphicData uri="http://schemas.openxmlformats.org/presentationml/2006/ole">
            <mc:AlternateContent xmlns:mc="http://schemas.openxmlformats.org/markup-compatibility/2006">
              <mc:Choice xmlns:v="urn:schemas-microsoft-com:vml" Requires="v">
                <p:oleObj spid="_x0000_s0" name="Clip" r:id="rId3" imgW="4867275" imgH="4057650" progId="MS_ClipArt_Gallery.2">
                  <p:embed/>
                </p:oleObj>
              </mc:Choice>
              <mc:Fallback>
                <p:oleObj name="Clip" r:id="rId3" imgW="4867275" imgH="4057650" progId="MS_ClipArt_Gallery.2">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000" y="4889500"/>
                        <a:ext cx="1757363" cy="1154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 name="灯片编号占位符 2"/>
          <p:cNvSpPr>
            <a:spLocks noGrp="1"/>
          </p:cNvSpPr>
          <p:nvPr>
            <p:ph type="sldNum" sz="quarter" idx="10"/>
          </p:nvPr>
        </p:nvSpPr>
        <p:spPr/>
        <p:txBody>
          <a:bodyPr/>
          <a:lstStyle/>
          <a:p>
            <a:pPr>
              <a:defRPr/>
            </a:pPr>
            <a:fld id="{6D9D2222-8541-46EA-AD3B-36A5E091B774}" type="slidenum">
              <a:rPr lang="en-US" altLang="zh-CN" smtClean="0"/>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950276"/>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5" name="APPLAUSE.WAV"/>
                                        </p:tgtEl>
                                      </p:cMediaNode>
                                    </p:audio>
                                  </p:subTnLst>
                                </p:cTn>
                              </p:par>
                            </p:childTnLst>
                          </p:cTn>
                        </p:par>
                      </p:childTnLst>
                    </p:cTn>
                  </p:par>
                  <p:par>
                    <p:cTn id="7" fill="hold">
                      <p:stCondLst>
                        <p:cond delay="indefinite"/>
                      </p:stCondLst>
                      <p:childTnLst>
                        <p:par>
                          <p:cTn id="8" fill="hold">
                            <p:stCondLst>
                              <p:cond delay="0"/>
                            </p:stCondLst>
                            <p:childTnLst>
                              <p:par>
                                <p:cTn id="9" presetID="2" presetClass="entr" presetSubtype="1" fill="hold" nodeType="clickEffect">
                                  <p:stCondLst>
                                    <p:cond delay="0"/>
                                  </p:stCondLst>
                                  <p:childTnLst>
                                    <p:set>
                                      <p:cBhvr>
                                        <p:cTn id="10" dur="1" fill="hold">
                                          <p:stCondLst>
                                            <p:cond delay="0"/>
                                          </p:stCondLst>
                                        </p:cTn>
                                        <p:tgtEl>
                                          <p:spTgt spid="950277"/>
                                        </p:tgtEl>
                                        <p:attrNameLst>
                                          <p:attrName>style.visibility</p:attrName>
                                        </p:attrNameLst>
                                      </p:cBhvr>
                                      <p:to>
                                        <p:strVal val="visible"/>
                                      </p:to>
                                    </p:set>
                                    <p:anim calcmode="lin" valueType="num">
                                      <p:cBhvr additive="base">
                                        <p:cTn id="11" dur="500" fill="hold"/>
                                        <p:tgtEl>
                                          <p:spTgt spid="950277"/>
                                        </p:tgtEl>
                                        <p:attrNameLst>
                                          <p:attrName>ppt_x</p:attrName>
                                        </p:attrNameLst>
                                      </p:cBhvr>
                                      <p:tavLst>
                                        <p:tav tm="0">
                                          <p:val>
                                            <p:strVal val="#ppt_x"/>
                                          </p:val>
                                        </p:tav>
                                        <p:tav tm="100000">
                                          <p:val>
                                            <p:strVal val="#ppt_x"/>
                                          </p:val>
                                        </p:tav>
                                      </p:tavLst>
                                    </p:anim>
                                    <p:anim calcmode="lin" valueType="num">
                                      <p:cBhvr additive="base">
                                        <p:cTn id="12" dur="500" fill="hold"/>
                                        <p:tgtEl>
                                          <p:spTgt spid="950277"/>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6" name="GLAS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5" name="Rectangle 2"/>
          <p:cNvSpPr>
            <a:spLocks noGrp="1" noChangeArrowheads="1"/>
          </p:cNvSpPr>
          <p:nvPr>
            <p:ph type="title"/>
          </p:nvPr>
        </p:nvSpPr>
        <p:spPr/>
        <p:txBody>
          <a:bodyPr/>
          <a:lstStyle/>
          <a:p>
            <a:pPr eaLnBrk="1" hangingPunct="1"/>
            <a:r>
              <a:rPr lang="zh-CN" altLang="en-US"/>
              <a:t>准备项目启动会议</a:t>
            </a:r>
            <a:endParaRPr lang="zh-CN" altLang="en-US"/>
          </a:p>
        </p:txBody>
      </p:sp>
      <p:sp>
        <p:nvSpPr>
          <p:cNvPr id="187396" name="Rectangle 3"/>
          <p:cNvSpPr>
            <a:spLocks noGrp="1" noChangeArrowheads="1"/>
          </p:cNvSpPr>
          <p:nvPr>
            <p:ph type="body" idx="1"/>
          </p:nvPr>
        </p:nvSpPr>
        <p:spPr/>
        <p:txBody>
          <a:bodyPr/>
          <a:lstStyle/>
          <a:p>
            <a:pPr eaLnBrk="1" hangingPunct="1"/>
            <a:r>
              <a:rPr lang="zh-CN" altLang="en-US"/>
              <a:t>准备你所定义的项目的启动会议</a:t>
            </a:r>
            <a:endParaRPr lang="zh-CN" altLang="en-US"/>
          </a:p>
          <a:p>
            <a:pPr eaLnBrk="1" hangingPunct="1"/>
            <a:r>
              <a:rPr lang="zh-CN" altLang="en-US"/>
              <a:t>要求有比较充分的内容</a:t>
            </a:r>
            <a:endParaRPr lang="zh-CN" altLang="en-US"/>
          </a:p>
          <a:p>
            <a:pPr eaLnBrk="1" hangingPunct="1"/>
            <a:r>
              <a:rPr lang="zh-CN" altLang="en-US"/>
              <a:t>团队工作，充分发挥各个成员的能力</a:t>
            </a:r>
            <a:endParaRPr lang="zh-CN" altLang="en-US"/>
          </a:p>
          <a:p>
            <a:pPr eaLnBrk="1" hangingPunct="1"/>
            <a:r>
              <a:rPr lang="zh-CN" altLang="en-US"/>
              <a:t>推选项目经理或演讲团队，到前台主讲</a:t>
            </a:r>
            <a:endParaRPr lang="zh-CN" altLang="en-US"/>
          </a:p>
        </p:txBody>
      </p:sp>
      <p:pic>
        <p:nvPicPr>
          <p:cNvPr id="187397" name="Picture 4" descr="j025234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627938" y="5184775"/>
            <a:ext cx="2265362" cy="137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灯片编号占位符 2"/>
          <p:cNvSpPr>
            <a:spLocks noGrp="1"/>
          </p:cNvSpPr>
          <p:nvPr>
            <p:ph type="sldNum" sz="quarter" idx="10"/>
          </p:nvPr>
        </p:nvSpPr>
        <p:spPr/>
        <p:txBody>
          <a:bodyPr/>
          <a:lstStyle/>
          <a:p>
            <a:pPr>
              <a:defRPr/>
            </a:pPr>
            <a:fld id="{6D9D2222-8541-46EA-AD3B-36A5E091B774}" type="slidenum">
              <a:rPr lang="en-US" altLang="zh-CN" smtClean="0"/>
            </a:fld>
            <a:endParaRPr lang="en-US" altLang="zh-CN"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51945" name="Text Box 9"/>
          <p:cNvSpPr txBox="1">
            <a:spLocks noChangeArrowheads="1"/>
          </p:cNvSpPr>
          <p:nvPr/>
        </p:nvSpPr>
        <p:spPr bwMode="auto">
          <a:xfrm>
            <a:off x="6650038" y="2003425"/>
            <a:ext cx="2635250" cy="1917700"/>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r"/>
            <a:r>
              <a:rPr lang="zh-CN" altLang="en-US" b="1">
                <a:solidFill>
                  <a:srgbClr val="000000"/>
                </a:solidFill>
                <a:latin typeface="Futura Lt" pitchFamily="34" charset="0"/>
                <a:ea typeface="黑体" panose="02010609060101010101" pitchFamily="49" charset="-122"/>
              </a:rPr>
              <a:t>监督下列方面进展</a:t>
            </a:r>
            <a:endParaRPr lang="zh-CN" altLang="en-US">
              <a:solidFill>
                <a:srgbClr val="000000"/>
              </a:solidFill>
              <a:latin typeface="Futura Lt" pitchFamily="34" charset="0"/>
              <a:ea typeface="黑体" panose="02010609060101010101" pitchFamily="49" charset="-122"/>
            </a:endParaRPr>
          </a:p>
          <a:p>
            <a:pPr algn="r"/>
            <a:r>
              <a:rPr lang="zh-CN" altLang="en-US">
                <a:solidFill>
                  <a:srgbClr val="000000"/>
                </a:solidFill>
                <a:latin typeface="Futura Lt" pitchFamily="34" charset="0"/>
                <a:ea typeface="黑体" panose="02010609060101010101" pitchFamily="49" charset="-122"/>
              </a:rPr>
              <a:t>目标</a:t>
            </a:r>
            <a:endParaRPr lang="zh-CN" altLang="en-US">
              <a:solidFill>
                <a:srgbClr val="000000"/>
              </a:solidFill>
              <a:latin typeface="Futura Lt" pitchFamily="34" charset="0"/>
              <a:ea typeface="黑体" panose="02010609060101010101" pitchFamily="49" charset="-122"/>
            </a:endParaRPr>
          </a:p>
          <a:p>
            <a:pPr algn="r"/>
            <a:r>
              <a:rPr lang="zh-CN" altLang="en-US">
                <a:solidFill>
                  <a:srgbClr val="000000"/>
                </a:solidFill>
                <a:latin typeface="Futura Lt" pitchFamily="34" charset="0"/>
                <a:ea typeface="黑体" panose="02010609060101010101" pitchFamily="49" charset="-122"/>
              </a:rPr>
              <a:t>工作进展</a:t>
            </a:r>
            <a:endParaRPr lang="zh-CN" altLang="en-US">
              <a:solidFill>
                <a:srgbClr val="000000"/>
              </a:solidFill>
              <a:latin typeface="Futura Lt" pitchFamily="34" charset="0"/>
              <a:ea typeface="黑体" panose="02010609060101010101" pitchFamily="49" charset="-122"/>
            </a:endParaRPr>
          </a:p>
          <a:p>
            <a:pPr algn="r"/>
            <a:r>
              <a:rPr lang="zh-CN" altLang="en-US">
                <a:solidFill>
                  <a:srgbClr val="000000"/>
                </a:solidFill>
                <a:latin typeface="Futura Lt" pitchFamily="34" charset="0"/>
                <a:ea typeface="黑体" panose="02010609060101010101" pitchFamily="49" charset="-122"/>
              </a:rPr>
              <a:t>资源利用和费用</a:t>
            </a:r>
            <a:endParaRPr lang="zh-CN" altLang="en-US">
              <a:solidFill>
                <a:srgbClr val="000000"/>
              </a:solidFill>
              <a:latin typeface="Futura Lt" pitchFamily="34" charset="0"/>
              <a:ea typeface="黑体" panose="02010609060101010101" pitchFamily="49" charset="-122"/>
            </a:endParaRPr>
          </a:p>
          <a:p>
            <a:pPr algn="r"/>
            <a:r>
              <a:rPr lang="zh-CN" altLang="en-US">
                <a:solidFill>
                  <a:srgbClr val="000000"/>
                </a:solidFill>
                <a:latin typeface="Futura Lt" pitchFamily="34" charset="0"/>
                <a:ea typeface="黑体" panose="02010609060101010101" pitchFamily="49" charset="-122"/>
              </a:rPr>
              <a:t>人员工作表现</a:t>
            </a:r>
            <a:endParaRPr lang="zh-CN" altLang="en-US" sz="1800">
              <a:latin typeface="Futura Lt" pitchFamily="34" charset="0"/>
              <a:ea typeface="黑体" panose="02010609060101010101" pitchFamily="49" charset="-122"/>
            </a:endParaRPr>
          </a:p>
        </p:txBody>
      </p:sp>
      <p:sp>
        <p:nvSpPr>
          <p:cNvPr id="551947" name="Rectangle 11"/>
          <p:cNvSpPr>
            <a:spLocks noChangeArrowheads="1"/>
          </p:cNvSpPr>
          <p:nvPr/>
        </p:nvSpPr>
        <p:spPr bwMode="auto">
          <a:xfrm>
            <a:off x="3556000" y="4441825"/>
            <a:ext cx="5716588" cy="946150"/>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r>
              <a:rPr lang="zh-CN" altLang="en-US" sz="2800" b="1">
                <a:solidFill>
                  <a:srgbClr val="000000"/>
                </a:solidFill>
                <a:latin typeface="Futura Lt" pitchFamily="34" charset="0"/>
                <a:ea typeface="黑体" panose="02010609060101010101" pitchFamily="49" charset="-122"/>
              </a:rPr>
              <a:t>提前</a:t>
            </a:r>
            <a:r>
              <a:rPr lang="zh-CN" altLang="en-US" sz="2800" b="1">
                <a:solidFill>
                  <a:srgbClr val="000000"/>
                </a:solidFill>
                <a:latin typeface="Comic Sans MS" panose="030F0702030302020204" pitchFamily="66" charset="0"/>
                <a:ea typeface="黑体" panose="02010609060101010101" pitchFamily="49" charset="-122"/>
              </a:rPr>
              <a:t>明确检查的形式，内容，时间及人员</a:t>
            </a:r>
            <a:endParaRPr lang="zh-CN" altLang="en-US" sz="2800">
              <a:solidFill>
                <a:srgbClr val="000000"/>
              </a:solidFill>
              <a:latin typeface="Futura Lt" pitchFamily="34" charset="0"/>
              <a:ea typeface="黑体" panose="02010609060101010101" pitchFamily="49" charset="-122"/>
            </a:endParaRPr>
          </a:p>
        </p:txBody>
      </p:sp>
      <p:grpSp>
        <p:nvGrpSpPr>
          <p:cNvPr id="189445" name="Group 17"/>
          <p:cNvGrpSpPr/>
          <p:nvPr/>
        </p:nvGrpSpPr>
        <p:grpSpPr bwMode="auto">
          <a:xfrm>
            <a:off x="809625" y="1584325"/>
            <a:ext cx="2170113" cy="3303588"/>
            <a:chOff x="3750" y="1078"/>
            <a:chExt cx="1367" cy="2081"/>
          </a:xfrm>
        </p:grpSpPr>
        <p:sp>
          <p:nvSpPr>
            <p:cNvPr id="189447" name="Rectangle 18"/>
            <p:cNvSpPr>
              <a:spLocks noChangeArrowheads="1"/>
            </p:cNvSpPr>
            <p:nvPr/>
          </p:nvSpPr>
          <p:spPr bwMode="auto">
            <a:xfrm>
              <a:off x="3750" y="1078"/>
              <a:ext cx="1367" cy="2081"/>
            </a:xfrm>
            <a:prstGeom prst="rect">
              <a:avLst/>
            </a:prstGeom>
            <a:solidFill>
              <a:srgbClr val="339966"/>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189448" name="Text Box 19"/>
            <p:cNvSpPr txBox="1">
              <a:spLocks noChangeArrowheads="1"/>
            </p:cNvSpPr>
            <p:nvPr/>
          </p:nvSpPr>
          <p:spPr bwMode="auto">
            <a:xfrm>
              <a:off x="3983" y="1099"/>
              <a:ext cx="957" cy="28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r>
                <a:rPr lang="zh-CN" altLang="en-US" b="1" u="sng" dirty="0">
                  <a:solidFill>
                    <a:schemeClr val="tx2"/>
                  </a:solidFill>
                  <a:latin typeface="楷体" panose="02010609060101010101" pitchFamily="49" charset="-122"/>
                  <a:ea typeface="黑体" panose="02010609060101010101" pitchFamily="49" charset="-122"/>
                </a:rPr>
                <a:t>执行阶段</a:t>
              </a:r>
              <a:endParaRPr lang="zh-CN" altLang="en-US" b="1" dirty="0">
                <a:solidFill>
                  <a:schemeClr val="tx2"/>
                </a:solidFill>
                <a:latin typeface="楷体" panose="02010609060101010101" pitchFamily="49" charset="-122"/>
                <a:ea typeface="黑体" panose="02010609060101010101" pitchFamily="49" charset="-122"/>
              </a:endParaRPr>
            </a:p>
          </p:txBody>
        </p:sp>
        <p:sp>
          <p:nvSpPr>
            <p:cNvPr id="189449" name="Text Box 20"/>
            <p:cNvSpPr txBox="1">
              <a:spLocks noChangeArrowheads="1"/>
            </p:cNvSpPr>
            <p:nvPr/>
          </p:nvSpPr>
          <p:spPr bwMode="auto">
            <a:xfrm>
              <a:off x="3790" y="1368"/>
              <a:ext cx="1265" cy="174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lang="zh-CN" altLang="en-US" sz="2200" b="1">
                  <a:solidFill>
                    <a:schemeClr val="tx2"/>
                  </a:solidFill>
                  <a:latin typeface="楷体" panose="02010609060101010101" pitchFamily="49" charset="-122"/>
                  <a:ea typeface="黑体" panose="02010609060101010101" pitchFamily="49" charset="-122"/>
                </a:rPr>
                <a:t>建立和组织项目团队</a:t>
              </a:r>
              <a:endParaRPr lang="zh-CN" altLang="en-US" sz="2200" b="1">
                <a:solidFill>
                  <a:schemeClr val="tx2"/>
                </a:solidFill>
                <a:latin typeface="楷体" panose="02010609060101010101" pitchFamily="49" charset="-122"/>
                <a:ea typeface="黑体" panose="02010609060101010101" pitchFamily="49" charset="-122"/>
              </a:endParaRPr>
            </a:p>
            <a:p>
              <a:pPr algn="ctr" eaLnBrk="1" hangingPunct="1">
                <a:spcBef>
                  <a:spcPct val="50000"/>
                </a:spcBef>
              </a:pPr>
              <a:r>
                <a:rPr lang="zh-CN" altLang="en-US" sz="2200" b="1">
                  <a:solidFill>
                    <a:schemeClr val="tx2"/>
                  </a:solidFill>
                  <a:latin typeface="楷体" panose="02010609060101010101" pitchFamily="49" charset="-122"/>
                  <a:ea typeface="黑体" panose="02010609060101010101" pitchFamily="49" charset="-122"/>
                </a:rPr>
                <a:t>开始实施</a:t>
              </a:r>
              <a:endParaRPr lang="zh-CN" altLang="en-US" sz="2200" b="1">
                <a:solidFill>
                  <a:schemeClr val="tx2"/>
                </a:solidFill>
                <a:latin typeface="楷体" panose="02010609060101010101" pitchFamily="49" charset="-122"/>
                <a:ea typeface="黑体" panose="02010609060101010101" pitchFamily="49" charset="-122"/>
              </a:endParaRPr>
            </a:p>
            <a:p>
              <a:pPr algn="ctr" eaLnBrk="1" hangingPunct="1">
                <a:spcBef>
                  <a:spcPct val="50000"/>
                </a:spcBef>
              </a:pPr>
              <a:r>
                <a:rPr lang="zh-CN" altLang="en-US" sz="2200" b="1">
                  <a:solidFill>
                    <a:srgbClr val="000000"/>
                  </a:solidFill>
                  <a:latin typeface="楷体" panose="02010609060101010101" pitchFamily="49" charset="-122"/>
                  <a:ea typeface="黑体" panose="02010609060101010101" pitchFamily="49" charset="-122"/>
                </a:rPr>
                <a:t>监督实施</a:t>
              </a:r>
              <a:endParaRPr lang="zh-CN" altLang="en-US" sz="2200" b="1">
                <a:solidFill>
                  <a:srgbClr val="000000"/>
                </a:solidFill>
                <a:latin typeface="楷体" panose="02010609060101010101" pitchFamily="49" charset="-122"/>
                <a:ea typeface="黑体" panose="02010609060101010101" pitchFamily="49" charset="-122"/>
              </a:endParaRPr>
            </a:p>
            <a:p>
              <a:pPr algn="ctr" eaLnBrk="1" hangingPunct="1">
                <a:spcBef>
                  <a:spcPct val="50000"/>
                </a:spcBef>
              </a:pPr>
              <a:r>
                <a:rPr lang="zh-CN" altLang="en-US" sz="2200" b="1">
                  <a:solidFill>
                    <a:schemeClr val="tx2"/>
                  </a:solidFill>
                  <a:latin typeface="楷体" panose="02010609060101010101" pitchFamily="49" charset="-122"/>
                  <a:ea typeface="黑体" panose="02010609060101010101" pitchFamily="49" charset="-122"/>
                </a:rPr>
                <a:t>变更管理</a:t>
              </a:r>
              <a:endParaRPr lang="zh-CN" altLang="en-US" sz="2200" b="1">
                <a:solidFill>
                  <a:schemeClr val="tx2"/>
                </a:solidFill>
                <a:latin typeface="楷体" panose="02010609060101010101" pitchFamily="49" charset="-122"/>
                <a:ea typeface="黑体" panose="02010609060101010101" pitchFamily="49" charset="-122"/>
              </a:endParaRPr>
            </a:p>
            <a:p>
              <a:pPr algn="ctr" eaLnBrk="1" hangingPunct="1">
                <a:spcBef>
                  <a:spcPct val="50000"/>
                </a:spcBef>
              </a:pPr>
              <a:r>
                <a:rPr lang="zh-CN" altLang="en-US" sz="2200" b="1">
                  <a:solidFill>
                    <a:schemeClr val="tx2"/>
                  </a:solidFill>
                  <a:latin typeface="楷体" panose="02010609060101010101" pitchFamily="49" charset="-122"/>
                  <a:ea typeface="黑体" panose="02010609060101010101" pitchFamily="49" charset="-122"/>
                </a:rPr>
                <a:t>完工总结</a:t>
              </a:r>
              <a:endParaRPr lang="zh-CN" altLang="en-US" sz="2000" b="1">
                <a:solidFill>
                  <a:srgbClr val="000000"/>
                </a:solidFill>
                <a:latin typeface="楷体" panose="02010609060101010101" pitchFamily="49" charset="-122"/>
                <a:ea typeface="黑体" panose="02010609060101010101" pitchFamily="49" charset="-122"/>
              </a:endParaRPr>
            </a:p>
          </p:txBody>
        </p:sp>
      </p:grpSp>
      <p:sp>
        <p:nvSpPr>
          <p:cNvPr id="189446" name="Rectangle 22"/>
          <p:cNvSpPr>
            <a:spLocks noGrp="1" noChangeArrowheads="1"/>
          </p:cNvSpPr>
          <p:nvPr>
            <p:ph type="title"/>
          </p:nvPr>
        </p:nvSpPr>
        <p:spPr/>
        <p:txBody>
          <a:bodyPr/>
          <a:lstStyle/>
          <a:p>
            <a:pPr eaLnBrk="1" hangingPunct="1"/>
            <a:r>
              <a:rPr lang="zh-CN" altLang="en-US" sz="3200"/>
              <a:t>监督项目</a:t>
            </a:r>
            <a:br>
              <a:rPr lang="zh-CN" altLang="en-US" sz="3200"/>
            </a:br>
            <a:r>
              <a:rPr lang="en-US" altLang="zh-CN" sz="2400">
                <a:latin typeface="Arial" panose="020B0604020202020204" pitchFamily="34" charset="0"/>
              </a:rPr>
              <a:t>——</a:t>
            </a:r>
            <a:r>
              <a:rPr lang="zh-CN" altLang="en-US" sz="2400"/>
              <a:t>保证项目在正常轨道上进行</a:t>
            </a:r>
            <a:endParaRPr lang="zh-CN" altLang="en-US" sz="2400"/>
          </a:p>
        </p:txBody>
      </p:sp>
      <p:sp>
        <p:nvSpPr>
          <p:cNvPr id="3" name="灯片编号占位符 2"/>
          <p:cNvSpPr>
            <a:spLocks noGrp="1"/>
          </p:cNvSpPr>
          <p:nvPr>
            <p:ph type="sldNum" sz="quarter" idx="10"/>
          </p:nvPr>
        </p:nvSpPr>
        <p:spPr/>
        <p:txBody>
          <a:bodyPr/>
          <a:lstStyle/>
          <a:p>
            <a:pPr>
              <a:defRPr/>
            </a:pPr>
            <a:fld id="{A6A0D67D-9B30-457F-9874-1F92730590A0}" type="slidenum">
              <a:rPr lang="en-US" altLang="zh-CN" smtClean="0"/>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51945"/>
                                        </p:tgtEl>
                                        <p:attrNameLst>
                                          <p:attrName>style.visibility</p:attrName>
                                        </p:attrNameLst>
                                      </p:cBhvr>
                                      <p:to>
                                        <p:strVal val="visible"/>
                                      </p:to>
                                    </p:set>
                                    <p:anim calcmode="lin" valueType="num">
                                      <p:cBhvr additive="base">
                                        <p:cTn id="7" dur="500" fill="hold"/>
                                        <p:tgtEl>
                                          <p:spTgt spid="551945"/>
                                        </p:tgtEl>
                                        <p:attrNameLst>
                                          <p:attrName>ppt_x</p:attrName>
                                        </p:attrNameLst>
                                      </p:cBhvr>
                                      <p:tavLst>
                                        <p:tav tm="0">
                                          <p:val>
                                            <p:strVal val="0-#ppt_w/2"/>
                                          </p:val>
                                        </p:tav>
                                        <p:tav tm="100000">
                                          <p:val>
                                            <p:strVal val="#ppt_x"/>
                                          </p:val>
                                        </p:tav>
                                      </p:tavLst>
                                    </p:anim>
                                    <p:anim calcmode="lin" valueType="num">
                                      <p:cBhvr additive="base">
                                        <p:cTn id="8" dur="500" fill="hold"/>
                                        <p:tgtEl>
                                          <p:spTgt spid="55194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51947"/>
                                        </p:tgtEl>
                                        <p:attrNameLst>
                                          <p:attrName>style.visibility</p:attrName>
                                        </p:attrNameLst>
                                      </p:cBhvr>
                                      <p:to>
                                        <p:strVal val="visible"/>
                                      </p:to>
                                    </p:set>
                                    <p:anim calcmode="lin" valueType="num">
                                      <p:cBhvr additive="base">
                                        <p:cTn id="13" dur="500" fill="hold"/>
                                        <p:tgtEl>
                                          <p:spTgt spid="551947"/>
                                        </p:tgtEl>
                                        <p:attrNameLst>
                                          <p:attrName>ppt_x</p:attrName>
                                        </p:attrNameLst>
                                      </p:cBhvr>
                                      <p:tavLst>
                                        <p:tav tm="0">
                                          <p:val>
                                            <p:strVal val="0-#ppt_w/2"/>
                                          </p:val>
                                        </p:tav>
                                        <p:tav tm="100000">
                                          <p:val>
                                            <p:strVal val="#ppt_x"/>
                                          </p:val>
                                        </p:tav>
                                      </p:tavLst>
                                    </p:anim>
                                    <p:anim calcmode="lin" valueType="num">
                                      <p:cBhvr additive="base">
                                        <p:cTn id="14" dur="500" fill="hold"/>
                                        <p:tgtEl>
                                          <p:spTgt spid="55194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1945" grpId="0" autoUpdateAnimBg="0"/>
      <p:bldP spid="551947" grpId="0" autoUpdateAnimBg="0"/>
    </p:bldLst>
  </p:timing>
</p:sld>
</file>

<file path=ppt/slides/slide13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53993" name="Text Box 9"/>
          <p:cNvSpPr txBox="1">
            <a:spLocks noChangeArrowheads="1"/>
          </p:cNvSpPr>
          <p:nvPr/>
        </p:nvSpPr>
        <p:spPr bwMode="auto">
          <a:xfrm>
            <a:off x="5748338" y="1841500"/>
            <a:ext cx="3536950" cy="1552575"/>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r"/>
            <a:r>
              <a:rPr lang="zh-CN" altLang="en-US" b="1">
                <a:solidFill>
                  <a:srgbClr val="000000"/>
                </a:solidFill>
                <a:latin typeface="Futura Lt" pitchFamily="34" charset="0"/>
                <a:ea typeface="黑体" panose="02010609060101010101" pitchFamily="49" charset="-122"/>
              </a:rPr>
              <a:t>里程碑表明</a:t>
            </a:r>
            <a:endParaRPr lang="zh-CN" altLang="en-US" b="1">
              <a:solidFill>
                <a:srgbClr val="000000"/>
              </a:solidFill>
              <a:latin typeface="Futura Lt" pitchFamily="34" charset="0"/>
              <a:ea typeface="黑体" panose="02010609060101010101" pitchFamily="49" charset="-122"/>
            </a:endParaRPr>
          </a:p>
          <a:p>
            <a:pPr algn="r"/>
            <a:endParaRPr lang="zh-CN" altLang="en-US">
              <a:solidFill>
                <a:srgbClr val="000000"/>
              </a:solidFill>
              <a:latin typeface="Futura Lt" pitchFamily="34" charset="0"/>
              <a:ea typeface="黑体" panose="02010609060101010101" pitchFamily="49" charset="-122"/>
            </a:endParaRPr>
          </a:p>
          <a:p>
            <a:pPr algn="r"/>
            <a:r>
              <a:rPr lang="zh-CN" altLang="en-US">
                <a:solidFill>
                  <a:srgbClr val="000000"/>
                </a:solidFill>
                <a:latin typeface="Futura Lt" pitchFamily="34" charset="0"/>
                <a:ea typeface="黑体" panose="02010609060101010101" pitchFamily="49" charset="-122"/>
              </a:rPr>
              <a:t>一项主要工作的完成</a:t>
            </a:r>
            <a:endParaRPr lang="zh-CN" altLang="en-US">
              <a:solidFill>
                <a:srgbClr val="000000"/>
              </a:solidFill>
              <a:latin typeface="Futura Lt" pitchFamily="34" charset="0"/>
              <a:ea typeface="黑体" panose="02010609060101010101" pitchFamily="49" charset="-122"/>
            </a:endParaRPr>
          </a:p>
          <a:p>
            <a:pPr algn="r"/>
            <a:r>
              <a:rPr lang="zh-CN" altLang="en-US">
                <a:solidFill>
                  <a:srgbClr val="000000"/>
                </a:solidFill>
                <a:latin typeface="Futura Lt" pitchFamily="34" charset="0"/>
                <a:ea typeface="黑体" panose="02010609060101010101" pitchFamily="49" charset="-122"/>
              </a:rPr>
              <a:t>一个子项目的开始或结束</a:t>
            </a:r>
            <a:endParaRPr lang="zh-CN" altLang="en-US" sz="1800">
              <a:latin typeface="Futura Lt" pitchFamily="34" charset="0"/>
              <a:ea typeface="黑体" panose="02010609060101010101" pitchFamily="49" charset="-122"/>
            </a:endParaRPr>
          </a:p>
        </p:txBody>
      </p:sp>
      <p:grpSp>
        <p:nvGrpSpPr>
          <p:cNvPr id="191492" name="Group 12"/>
          <p:cNvGrpSpPr/>
          <p:nvPr/>
        </p:nvGrpSpPr>
        <p:grpSpPr bwMode="auto">
          <a:xfrm>
            <a:off x="836613" y="1584325"/>
            <a:ext cx="2168525" cy="3303588"/>
            <a:chOff x="3750" y="1078"/>
            <a:chExt cx="1367" cy="2081"/>
          </a:xfrm>
        </p:grpSpPr>
        <p:sp>
          <p:nvSpPr>
            <p:cNvPr id="191494" name="Rectangle 13"/>
            <p:cNvSpPr>
              <a:spLocks noChangeArrowheads="1"/>
            </p:cNvSpPr>
            <p:nvPr/>
          </p:nvSpPr>
          <p:spPr bwMode="auto">
            <a:xfrm>
              <a:off x="3750" y="1078"/>
              <a:ext cx="1367" cy="2081"/>
            </a:xfrm>
            <a:prstGeom prst="rect">
              <a:avLst/>
            </a:prstGeom>
            <a:solidFill>
              <a:srgbClr val="339966"/>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191495" name="Text Box 14"/>
            <p:cNvSpPr txBox="1">
              <a:spLocks noChangeArrowheads="1"/>
            </p:cNvSpPr>
            <p:nvPr/>
          </p:nvSpPr>
          <p:spPr bwMode="auto">
            <a:xfrm>
              <a:off x="3983" y="1099"/>
              <a:ext cx="957" cy="28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r>
                <a:rPr lang="zh-CN" altLang="en-US" b="1" u="sng" dirty="0">
                  <a:solidFill>
                    <a:schemeClr val="tx2"/>
                  </a:solidFill>
                  <a:latin typeface="楷体" panose="02010609060101010101" pitchFamily="49" charset="-122"/>
                  <a:ea typeface="黑体" panose="02010609060101010101" pitchFamily="49" charset="-122"/>
                </a:rPr>
                <a:t>执行阶段</a:t>
              </a:r>
              <a:endParaRPr lang="zh-CN" altLang="en-US" b="1" dirty="0">
                <a:solidFill>
                  <a:schemeClr val="tx2"/>
                </a:solidFill>
                <a:latin typeface="楷体" panose="02010609060101010101" pitchFamily="49" charset="-122"/>
                <a:ea typeface="黑体" panose="02010609060101010101" pitchFamily="49" charset="-122"/>
              </a:endParaRPr>
            </a:p>
          </p:txBody>
        </p:sp>
        <p:sp>
          <p:nvSpPr>
            <p:cNvPr id="191496" name="Text Box 15"/>
            <p:cNvSpPr txBox="1">
              <a:spLocks noChangeArrowheads="1"/>
            </p:cNvSpPr>
            <p:nvPr/>
          </p:nvSpPr>
          <p:spPr bwMode="auto">
            <a:xfrm>
              <a:off x="3790" y="1368"/>
              <a:ext cx="1265" cy="174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lang="zh-CN" altLang="en-US" sz="2200" b="1">
                  <a:solidFill>
                    <a:schemeClr val="tx2"/>
                  </a:solidFill>
                  <a:latin typeface="楷体" panose="02010609060101010101" pitchFamily="49" charset="-122"/>
                  <a:ea typeface="黑体" panose="02010609060101010101" pitchFamily="49" charset="-122"/>
                </a:rPr>
                <a:t>建立和组织项目团队</a:t>
              </a:r>
              <a:endParaRPr lang="zh-CN" altLang="en-US" sz="2200" b="1">
                <a:solidFill>
                  <a:schemeClr val="tx2"/>
                </a:solidFill>
                <a:latin typeface="楷体" panose="02010609060101010101" pitchFamily="49" charset="-122"/>
                <a:ea typeface="黑体" panose="02010609060101010101" pitchFamily="49" charset="-122"/>
              </a:endParaRPr>
            </a:p>
            <a:p>
              <a:pPr algn="ctr" eaLnBrk="1" hangingPunct="1">
                <a:spcBef>
                  <a:spcPct val="50000"/>
                </a:spcBef>
              </a:pPr>
              <a:r>
                <a:rPr lang="zh-CN" altLang="en-US" sz="2200" b="1">
                  <a:solidFill>
                    <a:schemeClr val="tx2"/>
                  </a:solidFill>
                  <a:latin typeface="楷体" panose="02010609060101010101" pitchFamily="49" charset="-122"/>
                  <a:ea typeface="黑体" panose="02010609060101010101" pitchFamily="49" charset="-122"/>
                </a:rPr>
                <a:t>开始实施</a:t>
              </a:r>
              <a:endParaRPr lang="zh-CN" altLang="en-US" sz="2200" b="1">
                <a:solidFill>
                  <a:schemeClr val="tx2"/>
                </a:solidFill>
                <a:latin typeface="楷体" panose="02010609060101010101" pitchFamily="49" charset="-122"/>
                <a:ea typeface="黑体" panose="02010609060101010101" pitchFamily="49" charset="-122"/>
              </a:endParaRPr>
            </a:p>
            <a:p>
              <a:pPr algn="ctr" eaLnBrk="1" hangingPunct="1">
                <a:spcBef>
                  <a:spcPct val="50000"/>
                </a:spcBef>
              </a:pPr>
              <a:r>
                <a:rPr lang="zh-CN" altLang="en-US" sz="2200" b="1">
                  <a:solidFill>
                    <a:srgbClr val="000000"/>
                  </a:solidFill>
                  <a:latin typeface="楷体" panose="02010609060101010101" pitchFamily="49" charset="-122"/>
                  <a:ea typeface="黑体" panose="02010609060101010101" pitchFamily="49" charset="-122"/>
                </a:rPr>
                <a:t>监督实施</a:t>
              </a:r>
              <a:endParaRPr lang="zh-CN" altLang="en-US" sz="2200" b="1">
                <a:solidFill>
                  <a:srgbClr val="000000"/>
                </a:solidFill>
                <a:latin typeface="楷体" panose="02010609060101010101" pitchFamily="49" charset="-122"/>
                <a:ea typeface="黑体" panose="02010609060101010101" pitchFamily="49" charset="-122"/>
              </a:endParaRPr>
            </a:p>
            <a:p>
              <a:pPr algn="ctr" eaLnBrk="1" hangingPunct="1">
                <a:spcBef>
                  <a:spcPct val="50000"/>
                </a:spcBef>
              </a:pPr>
              <a:r>
                <a:rPr lang="zh-CN" altLang="en-US" sz="2200" b="1">
                  <a:solidFill>
                    <a:schemeClr val="tx2"/>
                  </a:solidFill>
                  <a:latin typeface="楷体" panose="02010609060101010101" pitchFamily="49" charset="-122"/>
                  <a:ea typeface="黑体" panose="02010609060101010101" pitchFamily="49" charset="-122"/>
                </a:rPr>
                <a:t>变更管理</a:t>
              </a:r>
              <a:endParaRPr lang="zh-CN" altLang="en-US" sz="2200" b="1">
                <a:solidFill>
                  <a:schemeClr val="tx2"/>
                </a:solidFill>
                <a:latin typeface="楷体" panose="02010609060101010101" pitchFamily="49" charset="-122"/>
                <a:ea typeface="黑体" panose="02010609060101010101" pitchFamily="49" charset="-122"/>
              </a:endParaRPr>
            </a:p>
            <a:p>
              <a:pPr algn="ctr" eaLnBrk="1" hangingPunct="1">
                <a:spcBef>
                  <a:spcPct val="50000"/>
                </a:spcBef>
              </a:pPr>
              <a:r>
                <a:rPr lang="zh-CN" altLang="en-US" sz="2200" b="1">
                  <a:solidFill>
                    <a:schemeClr val="tx2"/>
                  </a:solidFill>
                  <a:latin typeface="楷体" panose="02010609060101010101" pitchFamily="49" charset="-122"/>
                  <a:ea typeface="黑体" panose="02010609060101010101" pitchFamily="49" charset="-122"/>
                </a:rPr>
                <a:t>完工总结</a:t>
              </a:r>
              <a:endParaRPr lang="zh-CN" altLang="en-US" sz="2000" b="1">
                <a:solidFill>
                  <a:srgbClr val="000000"/>
                </a:solidFill>
                <a:latin typeface="楷体" panose="02010609060101010101" pitchFamily="49" charset="-122"/>
                <a:ea typeface="黑体" panose="02010609060101010101" pitchFamily="49" charset="-122"/>
              </a:endParaRPr>
            </a:p>
          </p:txBody>
        </p:sp>
      </p:grpSp>
      <p:sp>
        <p:nvSpPr>
          <p:cNvPr id="191493" name="Rectangle 17"/>
          <p:cNvSpPr>
            <a:spLocks noGrp="1" noChangeArrowheads="1"/>
          </p:cNvSpPr>
          <p:nvPr>
            <p:ph type="title"/>
          </p:nvPr>
        </p:nvSpPr>
        <p:spPr/>
        <p:txBody>
          <a:bodyPr/>
          <a:lstStyle/>
          <a:p>
            <a:pPr eaLnBrk="1" hangingPunct="1"/>
            <a:r>
              <a:rPr lang="zh-CN" altLang="en-US" sz="3200"/>
              <a:t>里程碑</a:t>
            </a:r>
            <a:br>
              <a:rPr lang="zh-CN" altLang="en-US" sz="3200"/>
            </a:br>
            <a:r>
              <a:rPr lang="en-US" altLang="zh-CN" sz="2400">
                <a:latin typeface="Arial" panose="020B0604020202020204" pitchFamily="34" charset="0"/>
              </a:rPr>
              <a:t>——</a:t>
            </a:r>
            <a:r>
              <a:rPr lang="zh-CN" altLang="en-US" sz="2400"/>
              <a:t>在此处检查工作进展</a:t>
            </a:r>
            <a:endParaRPr lang="zh-CN" altLang="en-US" sz="2400"/>
          </a:p>
        </p:txBody>
      </p:sp>
      <p:sp>
        <p:nvSpPr>
          <p:cNvPr id="3" name="灯片编号占位符 2"/>
          <p:cNvSpPr>
            <a:spLocks noGrp="1"/>
          </p:cNvSpPr>
          <p:nvPr>
            <p:ph type="sldNum" sz="quarter" idx="10"/>
          </p:nvPr>
        </p:nvSpPr>
        <p:spPr/>
        <p:txBody>
          <a:bodyPr/>
          <a:lstStyle/>
          <a:p>
            <a:pPr>
              <a:defRPr/>
            </a:pPr>
            <a:fld id="{A6A0D67D-9B30-457F-9874-1F92730590A0}" type="slidenum">
              <a:rPr lang="en-US" altLang="zh-CN" smtClean="0"/>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53993"/>
                                        </p:tgtEl>
                                        <p:attrNameLst>
                                          <p:attrName>style.visibility</p:attrName>
                                        </p:attrNameLst>
                                      </p:cBhvr>
                                      <p:to>
                                        <p:strVal val="visible"/>
                                      </p:to>
                                    </p:set>
                                    <p:anim calcmode="lin" valueType="num">
                                      <p:cBhvr additive="base">
                                        <p:cTn id="7" dur="500" fill="hold"/>
                                        <p:tgtEl>
                                          <p:spTgt spid="553993"/>
                                        </p:tgtEl>
                                        <p:attrNameLst>
                                          <p:attrName>ppt_x</p:attrName>
                                        </p:attrNameLst>
                                      </p:cBhvr>
                                      <p:tavLst>
                                        <p:tav tm="0">
                                          <p:val>
                                            <p:strVal val="0-#ppt_w/2"/>
                                          </p:val>
                                        </p:tav>
                                        <p:tav tm="100000">
                                          <p:val>
                                            <p:strVal val="#ppt_x"/>
                                          </p:val>
                                        </p:tav>
                                      </p:tavLst>
                                    </p:anim>
                                    <p:anim calcmode="lin" valueType="num">
                                      <p:cBhvr additive="base">
                                        <p:cTn id="8" dur="500" fill="hold"/>
                                        <p:tgtEl>
                                          <p:spTgt spid="55399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993" grpId="0" autoUpdateAnimBg="0"/>
    </p:bldLst>
  </p:timing>
</p:sld>
</file>

<file path=ppt/slides/slide13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56041" name="Text Box 9"/>
          <p:cNvSpPr txBox="1">
            <a:spLocks noChangeArrowheads="1"/>
          </p:cNvSpPr>
          <p:nvPr/>
        </p:nvSpPr>
        <p:spPr bwMode="auto">
          <a:xfrm>
            <a:off x="6577013" y="1976438"/>
            <a:ext cx="2708275" cy="1552575"/>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r"/>
            <a:r>
              <a:rPr lang="zh-CN" altLang="en-US" b="1">
                <a:solidFill>
                  <a:srgbClr val="000000"/>
                </a:solidFill>
                <a:latin typeface="黑体" panose="02010609060101010101" pitchFamily="49" charset="-122"/>
                <a:ea typeface="黑体" panose="02010609060101010101" pitchFamily="49" charset="-122"/>
              </a:rPr>
              <a:t>变化是 </a:t>
            </a:r>
            <a:r>
              <a:rPr lang="zh-CN" altLang="en-US" b="1">
                <a:solidFill>
                  <a:srgbClr val="000000"/>
                </a:solidFill>
                <a:latin typeface="Futura Lt" pitchFamily="34" charset="0"/>
                <a:ea typeface="黑体" panose="02010609060101010101" pitchFamily="49" charset="-122"/>
              </a:rPr>
              <a:t>“</a:t>
            </a:r>
            <a:r>
              <a:rPr lang="zh-CN" altLang="en-US" b="1">
                <a:solidFill>
                  <a:srgbClr val="000000"/>
                </a:solidFill>
                <a:latin typeface="黑体" panose="02010609060101010101" pitchFamily="49" charset="-122"/>
                <a:ea typeface="黑体" panose="02010609060101010101" pitchFamily="49" charset="-122"/>
              </a:rPr>
              <a:t>硬</a:t>
            </a:r>
            <a:r>
              <a:rPr lang="zh-CN" altLang="en-US" b="1">
                <a:solidFill>
                  <a:srgbClr val="000000"/>
                </a:solidFill>
                <a:latin typeface="Futura Lt" pitchFamily="34" charset="0"/>
                <a:ea typeface="黑体" panose="02010609060101010101" pitchFamily="49" charset="-122"/>
              </a:rPr>
              <a:t>”</a:t>
            </a:r>
            <a:r>
              <a:rPr lang="zh-CN" altLang="en-US" b="1">
                <a:solidFill>
                  <a:srgbClr val="000000"/>
                </a:solidFill>
                <a:latin typeface="黑体" panose="02010609060101010101" pitchFamily="49" charset="-122"/>
                <a:ea typeface="黑体" panose="02010609060101010101" pitchFamily="49" charset="-122"/>
              </a:rPr>
              <a:t>道理</a:t>
            </a:r>
            <a:endParaRPr lang="zh-CN" altLang="en-US">
              <a:solidFill>
                <a:srgbClr val="000000"/>
              </a:solidFill>
              <a:latin typeface="黑体" panose="02010609060101010101" pitchFamily="49" charset="-122"/>
              <a:ea typeface="黑体" panose="02010609060101010101" pitchFamily="49" charset="-122"/>
            </a:endParaRPr>
          </a:p>
          <a:p>
            <a:pPr algn="r"/>
            <a:r>
              <a:rPr lang="zh-CN" altLang="en-US">
                <a:solidFill>
                  <a:srgbClr val="000000"/>
                </a:solidFill>
                <a:latin typeface="黑体" panose="02010609060101010101" pitchFamily="49" charset="-122"/>
                <a:ea typeface="黑体" panose="02010609060101010101" pitchFamily="49" charset="-122"/>
              </a:rPr>
              <a:t>冷静对待 </a:t>
            </a:r>
            <a:r>
              <a:rPr lang="zh-CN" altLang="en-US">
                <a:solidFill>
                  <a:srgbClr val="000000"/>
                </a:solidFill>
                <a:latin typeface="Futura Lt" pitchFamily="34" charset="0"/>
                <a:ea typeface="黑体" panose="02010609060101010101" pitchFamily="49" charset="-122"/>
              </a:rPr>
              <a:t>“</a:t>
            </a:r>
            <a:r>
              <a:rPr lang="zh-CN" altLang="en-US">
                <a:solidFill>
                  <a:srgbClr val="000000"/>
                </a:solidFill>
                <a:latin typeface="黑体" panose="02010609060101010101" pitchFamily="49" charset="-122"/>
                <a:ea typeface="黑体" panose="02010609060101010101" pitchFamily="49" charset="-122"/>
              </a:rPr>
              <a:t>变化</a:t>
            </a:r>
            <a:r>
              <a:rPr lang="zh-CN" altLang="en-US">
                <a:solidFill>
                  <a:srgbClr val="000000"/>
                </a:solidFill>
                <a:latin typeface="Futura Lt" pitchFamily="34" charset="0"/>
                <a:ea typeface="黑体" panose="02010609060101010101" pitchFamily="49" charset="-122"/>
              </a:rPr>
              <a:t>”</a:t>
            </a:r>
            <a:endParaRPr lang="zh-CN" altLang="en-US">
              <a:solidFill>
                <a:srgbClr val="000000"/>
              </a:solidFill>
              <a:latin typeface="黑体" panose="02010609060101010101" pitchFamily="49" charset="-122"/>
              <a:ea typeface="黑体" panose="02010609060101010101" pitchFamily="49" charset="-122"/>
            </a:endParaRPr>
          </a:p>
          <a:p>
            <a:pPr algn="r"/>
            <a:r>
              <a:rPr lang="zh-CN" altLang="en-US">
                <a:solidFill>
                  <a:srgbClr val="000000"/>
                </a:solidFill>
                <a:latin typeface="黑体" panose="02010609060101010101" pitchFamily="49" charset="-122"/>
                <a:ea typeface="黑体" panose="02010609060101010101" pitchFamily="49" charset="-122"/>
              </a:rPr>
              <a:t>分析和确认 </a:t>
            </a:r>
            <a:r>
              <a:rPr lang="zh-CN" altLang="en-US">
                <a:solidFill>
                  <a:srgbClr val="000000"/>
                </a:solidFill>
                <a:latin typeface="Futura Lt" pitchFamily="34" charset="0"/>
                <a:ea typeface="黑体" panose="02010609060101010101" pitchFamily="49" charset="-122"/>
              </a:rPr>
              <a:t>“</a:t>
            </a:r>
            <a:r>
              <a:rPr lang="zh-CN" altLang="en-US">
                <a:solidFill>
                  <a:srgbClr val="000000"/>
                </a:solidFill>
                <a:latin typeface="黑体" panose="02010609060101010101" pitchFamily="49" charset="-122"/>
                <a:ea typeface="黑体" panose="02010609060101010101" pitchFamily="49" charset="-122"/>
              </a:rPr>
              <a:t>影响</a:t>
            </a:r>
            <a:r>
              <a:rPr lang="zh-CN" altLang="en-US">
                <a:solidFill>
                  <a:srgbClr val="000000"/>
                </a:solidFill>
                <a:latin typeface="Futura Lt" pitchFamily="34" charset="0"/>
                <a:ea typeface="黑体" panose="02010609060101010101" pitchFamily="49" charset="-122"/>
              </a:rPr>
              <a:t>”</a:t>
            </a:r>
            <a:endParaRPr lang="zh-CN" altLang="en-US">
              <a:solidFill>
                <a:srgbClr val="000000"/>
              </a:solidFill>
              <a:latin typeface="黑体" panose="02010609060101010101" pitchFamily="49" charset="-122"/>
              <a:ea typeface="黑体" panose="02010609060101010101" pitchFamily="49" charset="-122"/>
            </a:endParaRPr>
          </a:p>
          <a:p>
            <a:pPr algn="r"/>
            <a:r>
              <a:rPr lang="zh-CN" altLang="en-US">
                <a:solidFill>
                  <a:srgbClr val="000000"/>
                </a:solidFill>
                <a:latin typeface="黑体" panose="02010609060101010101" pitchFamily="49" charset="-122"/>
                <a:ea typeface="黑体" panose="02010609060101010101" pitchFamily="49" charset="-122"/>
              </a:rPr>
              <a:t>申报并批准 </a:t>
            </a:r>
            <a:r>
              <a:rPr lang="zh-CN" altLang="en-US">
                <a:solidFill>
                  <a:srgbClr val="000000"/>
                </a:solidFill>
                <a:latin typeface="Futura Lt" pitchFamily="34" charset="0"/>
                <a:ea typeface="黑体" panose="02010609060101010101" pitchFamily="49" charset="-122"/>
              </a:rPr>
              <a:t>“</a:t>
            </a:r>
            <a:r>
              <a:rPr lang="zh-CN" altLang="en-US">
                <a:solidFill>
                  <a:srgbClr val="000000"/>
                </a:solidFill>
                <a:latin typeface="黑体" panose="02010609060101010101" pitchFamily="49" charset="-122"/>
                <a:ea typeface="黑体" panose="02010609060101010101" pitchFamily="49" charset="-122"/>
              </a:rPr>
              <a:t>应变</a:t>
            </a:r>
            <a:r>
              <a:rPr lang="zh-CN" altLang="en-US">
                <a:solidFill>
                  <a:srgbClr val="000000"/>
                </a:solidFill>
                <a:latin typeface="Futura Lt" pitchFamily="34" charset="0"/>
                <a:ea typeface="黑体" panose="02010609060101010101" pitchFamily="49" charset="-122"/>
              </a:rPr>
              <a:t>”</a:t>
            </a:r>
            <a:endParaRPr lang="zh-CN" altLang="en-US" sz="1800">
              <a:latin typeface="黑体" panose="02010609060101010101" pitchFamily="49" charset="-122"/>
              <a:ea typeface="黑体" panose="02010609060101010101" pitchFamily="49" charset="-122"/>
            </a:endParaRPr>
          </a:p>
        </p:txBody>
      </p:sp>
      <p:sp>
        <p:nvSpPr>
          <p:cNvPr id="556042" name="Rectangle 10"/>
          <p:cNvSpPr>
            <a:spLocks noChangeArrowheads="1"/>
          </p:cNvSpPr>
          <p:nvPr/>
        </p:nvSpPr>
        <p:spPr bwMode="auto">
          <a:xfrm>
            <a:off x="3482975" y="3984625"/>
            <a:ext cx="4749800" cy="946150"/>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r>
              <a:rPr lang="zh-CN" altLang="en-US" sz="2800" b="1">
                <a:solidFill>
                  <a:srgbClr val="000000"/>
                </a:solidFill>
                <a:latin typeface="黑体" panose="02010609060101010101" pitchFamily="49" charset="-122"/>
                <a:ea typeface="黑体" panose="02010609060101010101" pitchFamily="49" charset="-122"/>
              </a:rPr>
              <a:t>找到</a:t>
            </a:r>
            <a:r>
              <a:rPr lang="zh-CN" altLang="en-US" sz="2800" b="1">
                <a:solidFill>
                  <a:srgbClr val="000000"/>
                </a:solidFill>
                <a:latin typeface="Futura Lt" pitchFamily="34" charset="0"/>
                <a:ea typeface="黑体" panose="02010609060101010101" pitchFamily="49" charset="-122"/>
              </a:rPr>
              <a:t>“</a:t>
            </a:r>
            <a:r>
              <a:rPr lang="zh-CN" altLang="en-US" sz="2800" b="1">
                <a:solidFill>
                  <a:srgbClr val="000000"/>
                </a:solidFill>
                <a:latin typeface="黑体" panose="02010609060101010101" pitchFamily="49" charset="-122"/>
                <a:ea typeface="黑体" panose="02010609060101010101" pitchFamily="49" charset="-122"/>
              </a:rPr>
              <a:t>变化</a:t>
            </a:r>
            <a:r>
              <a:rPr lang="zh-CN" altLang="en-US" sz="2800" b="1">
                <a:solidFill>
                  <a:srgbClr val="000000"/>
                </a:solidFill>
                <a:latin typeface="Futura Lt" pitchFamily="34" charset="0"/>
                <a:ea typeface="黑体" panose="02010609060101010101" pitchFamily="49" charset="-122"/>
              </a:rPr>
              <a:t>”</a:t>
            </a:r>
            <a:r>
              <a:rPr lang="zh-CN" altLang="en-US" sz="2800" b="1">
                <a:solidFill>
                  <a:srgbClr val="000000"/>
                </a:solidFill>
                <a:latin typeface="黑体" panose="02010609060101010101" pitchFamily="49" charset="-122"/>
                <a:ea typeface="黑体" panose="02010609060101010101" pitchFamily="49" charset="-122"/>
              </a:rPr>
              <a:t>会影响到的项目中</a:t>
            </a:r>
            <a:endParaRPr lang="zh-CN" altLang="en-US" sz="2800" b="1">
              <a:solidFill>
                <a:srgbClr val="000000"/>
              </a:solidFill>
              <a:latin typeface="黑体" panose="02010609060101010101" pitchFamily="49" charset="-122"/>
              <a:ea typeface="黑体" panose="02010609060101010101" pitchFamily="49" charset="-122"/>
            </a:endParaRPr>
          </a:p>
          <a:p>
            <a:r>
              <a:rPr lang="zh-CN" altLang="en-US" sz="2800" b="1">
                <a:solidFill>
                  <a:srgbClr val="000000"/>
                </a:solidFill>
                <a:latin typeface="黑体" panose="02010609060101010101" pitchFamily="49" charset="-122"/>
                <a:ea typeface="黑体" panose="02010609060101010101" pitchFamily="49" charset="-122"/>
              </a:rPr>
              <a:t>最早的步骤</a:t>
            </a:r>
            <a:endParaRPr lang="zh-CN" altLang="en-US" sz="2800" b="1">
              <a:solidFill>
                <a:srgbClr val="000000"/>
              </a:solidFill>
              <a:latin typeface="黑体" panose="02010609060101010101" pitchFamily="49" charset="-122"/>
              <a:ea typeface="黑体" panose="02010609060101010101" pitchFamily="49" charset="-122"/>
            </a:endParaRPr>
          </a:p>
        </p:txBody>
      </p:sp>
      <p:sp>
        <p:nvSpPr>
          <p:cNvPr id="556043" name="Text Box 11"/>
          <p:cNvSpPr txBox="1">
            <a:spLocks noChangeArrowheads="1"/>
          </p:cNvSpPr>
          <p:nvPr/>
        </p:nvSpPr>
        <p:spPr bwMode="auto">
          <a:xfrm>
            <a:off x="3457575" y="4960938"/>
            <a:ext cx="2684463" cy="519112"/>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zh-CN" altLang="en-US" sz="2800" b="1">
                <a:solidFill>
                  <a:srgbClr val="000000"/>
                </a:solidFill>
                <a:latin typeface="黑体" panose="02010609060101010101" pitchFamily="49" charset="-122"/>
                <a:ea typeface="黑体" panose="02010609060101010101" pitchFamily="49" charset="-122"/>
              </a:rPr>
              <a:t>调整并修改计划</a:t>
            </a:r>
            <a:endParaRPr lang="zh-CN" altLang="en-US" sz="1800">
              <a:latin typeface="黑体" panose="02010609060101010101" pitchFamily="49" charset="-122"/>
              <a:ea typeface="黑体" panose="02010609060101010101" pitchFamily="49" charset="-122"/>
            </a:endParaRPr>
          </a:p>
        </p:txBody>
      </p:sp>
      <p:grpSp>
        <p:nvGrpSpPr>
          <p:cNvPr id="193542" name="Group 13"/>
          <p:cNvGrpSpPr/>
          <p:nvPr/>
        </p:nvGrpSpPr>
        <p:grpSpPr bwMode="auto">
          <a:xfrm>
            <a:off x="822325" y="1584325"/>
            <a:ext cx="2170113" cy="3303588"/>
            <a:chOff x="3750" y="1078"/>
            <a:chExt cx="1367" cy="2081"/>
          </a:xfrm>
        </p:grpSpPr>
        <p:sp>
          <p:nvSpPr>
            <p:cNvPr id="193544" name="Rectangle 14"/>
            <p:cNvSpPr>
              <a:spLocks noChangeArrowheads="1"/>
            </p:cNvSpPr>
            <p:nvPr/>
          </p:nvSpPr>
          <p:spPr bwMode="auto">
            <a:xfrm>
              <a:off x="3750" y="1078"/>
              <a:ext cx="1367" cy="2081"/>
            </a:xfrm>
            <a:prstGeom prst="rect">
              <a:avLst/>
            </a:prstGeom>
            <a:solidFill>
              <a:srgbClr val="339966"/>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193545" name="Text Box 15"/>
            <p:cNvSpPr txBox="1">
              <a:spLocks noChangeArrowheads="1"/>
            </p:cNvSpPr>
            <p:nvPr/>
          </p:nvSpPr>
          <p:spPr bwMode="auto">
            <a:xfrm>
              <a:off x="3983" y="1099"/>
              <a:ext cx="957" cy="28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r>
                <a:rPr lang="zh-CN" altLang="en-US" b="1" u="sng" dirty="0">
                  <a:solidFill>
                    <a:schemeClr val="tx2"/>
                  </a:solidFill>
                  <a:latin typeface="黑体" panose="02010609060101010101" pitchFamily="49" charset="-122"/>
                  <a:ea typeface="黑体" panose="02010609060101010101" pitchFamily="49" charset="-122"/>
                </a:rPr>
                <a:t>执行阶段</a:t>
              </a:r>
              <a:endParaRPr lang="zh-CN" altLang="en-US" b="1" dirty="0">
                <a:solidFill>
                  <a:schemeClr val="tx2"/>
                </a:solidFill>
                <a:latin typeface="黑体" panose="02010609060101010101" pitchFamily="49" charset="-122"/>
                <a:ea typeface="黑体" panose="02010609060101010101" pitchFamily="49" charset="-122"/>
              </a:endParaRPr>
            </a:p>
          </p:txBody>
        </p:sp>
        <p:sp>
          <p:nvSpPr>
            <p:cNvPr id="193546" name="Text Box 16"/>
            <p:cNvSpPr txBox="1">
              <a:spLocks noChangeArrowheads="1"/>
            </p:cNvSpPr>
            <p:nvPr/>
          </p:nvSpPr>
          <p:spPr bwMode="auto">
            <a:xfrm>
              <a:off x="3790" y="1368"/>
              <a:ext cx="1265" cy="174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lang="zh-CN" altLang="en-US" sz="2200" b="1">
                  <a:solidFill>
                    <a:schemeClr val="tx2"/>
                  </a:solidFill>
                  <a:latin typeface="黑体" panose="02010609060101010101" pitchFamily="49" charset="-122"/>
                  <a:ea typeface="黑体" panose="02010609060101010101" pitchFamily="49" charset="-122"/>
                </a:rPr>
                <a:t>建立和组织项目团队</a:t>
              </a:r>
              <a:endParaRPr lang="zh-CN" altLang="en-US" sz="2200" b="1">
                <a:solidFill>
                  <a:schemeClr val="tx2"/>
                </a:solidFill>
                <a:latin typeface="黑体" panose="02010609060101010101" pitchFamily="49" charset="-122"/>
                <a:ea typeface="黑体" panose="02010609060101010101" pitchFamily="49" charset="-122"/>
              </a:endParaRPr>
            </a:p>
            <a:p>
              <a:pPr algn="ctr" eaLnBrk="1" hangingPunct="1">
                <a:spcBef>
                  <a:spcPct val="50000"/>
                </a:spcBef>
              </a:pPr>
              <a:r>
                <a:rPr lang="zh-CN" altLang="en-US" sz="2200" b="1">
                  <a:solidFill>
                    <a:schemeClr val="tx2"/>
                  </a:solidFill>
                  <a:latin typeface="黑体" panose="02010609060101010101" pitchFamily="49" charset="-122"/>
                  <a:ea typeface="黑体" panose="02010609060101010101" pitchFamily="49" charset="-122"/>
                </a:rPr>
                <a:t>开始实施</a:t>
              </a:r>
              <a:endParaRPr lang="zh-CN" altLang="en-US" sz="2200" b="1">
                <a:solidFill>
                  <a:schemeClr val="tx2"/>
                </a:solidFill>
                <a:latin typeface="黑体" panose="02010609060101010101" pitchFamily="49" charset="-122"/>
                <a:ea typeface="黑体" panose="02010609060101010101" pitchFamily="49" charset="-122"/>
              </a:endParaRPr>
            </a:p>
            <a:p>
              <a:pPr algn="ctr" eaLnBrk="1" hangingPunct="1">
                <a:spcBef>
                  <a:spcPct val="50000"/>
                </a:spcBef>
              </a:pPr>
              <a:r>
                <a:rPr lang="zh-CN" altLang="en-US" sz="2200" b="1">
                  <a:solidFill>
                    <a:schemeClr val="tx2"/>
                  </a:solidFill>
                  <a:latin typeface="黑体" panose="02010609060101010101" pitchFamily="49" charset="-122"/>
                  <a:ea typeface="黑体" panose="02010609060101010101" pitchFamily="49" charset="-122"/>
                </a:rPr>
                <a:t>监督实施</a:t>
              </a:r>
              <a:endParaRPr lang="zh-CN" altLang="en-US" sz="2200" b="1">
                <a:solidFill>
                  <a:schemeClr val="tx2"/>
                </a:solidFill>
                <a:latin typeface="黑体" panose="02010609060101010101" pitchFamily="49" charset="-122"/>
                <a:ea typeface="黑体" panose="02010609060101010101" pitchFamily="49" charset="-122"/>
              </a:endParaRPr>
            </a:p>
            <a:p>
              <a:pPr algn="ctr" eaLnBrk="1" hangingPunct="1">
                <a:spcBef>
                  <a:spcPct val="50000"/>
                </a:spcBef>
              </a:pPr>
              <a:r>
                <a:rPr lang="zh-CN" altLang="en-US" sz="2200" b="1">
                  <a:solidFill>
                    <a:srgbClr val="000000"/>
                  </a:solidFill>
                  <a:latin typeface="黑体" panose="02010609060101010101" pitchFamily="49" charset="-122"/>
                  <a:ea typeface="黑体" panose="02010609060101010101" pitchFamily="49" charset="-122"/>
                </a:rPr>
                <a:t>变更管理</a:t>
              </a:r>
              <a:endParaRPr lang="zh-CN" altLang="en-US" sz="2200" b="1">
                <a:solidFill>
                  <a:srgbClr val="000000"/>
                </a:solidFill>
                <a:latin typeface="黑体" panose="02010609060101010101" pitchFamily="49" charset="-122"/>
                <a:ea typeface="黑体" panose="02010609060101010101" pitchFamily="49" charset="-122"/>
              </a:endParaRPr>
            </a:p>
            <a:p>
              <a:pPr algn="ctr" eaLnBrk="1" hangingPunct="1">
                <a:spcBef>
                  <a:spcPct val="50000"/>
                </a:spcBef>
              </a:pPr>
              <a:r>
                <a:rPr lang="zh-CN" altLang="en-US" sz="2200" b="1">
                  <a:solidFill>
                    <a:schemeClr val="tx2"/>
                  </a:solidFill>
                  <a:latin typeface="黑体" panose="02010609060101010101" pitchFamily="49" charset="-122"/>
                  <a:ea typeface="黑体" panose="02010609060101010101" pitchFamily="49" charset="-122"/>
                </a:rPr>
                <a:t>完工总结</a:t>
              </a:r>
              <a:endParaRPr lang="zh-CN" altLang="en-US" sz="2000" b="1">
                <a:solidFill>
                  <a:srgbClr val="000000"/>
                </a:solidFill>
                <a:latin typeface="黑体" panose="02010609060101010101" pitchFamily="49" charset="-122"/>
                <a:ea typeface="黑体" panose="02010609060101010101" pitchFamily="49" charset="-122"/>
              </a:endParaRPr>
            </a:p>
          </p:txBody>
        </p:sp>
      </p:grpSp>
      <p:sp>
        <p:nvSpPr>
          <p:cNvPr id="193543" name="Rectangle 18"/>
          <p:cNvSpPr>
            <a:spLocks noGrp="1" noChangeArrowheads="1"/>
          </p:cNvSpPr>
          <p:nvPr>
            <p:ph type="title"/>
          </p:nvPr>
        </p:nvSpPr>
        <p:spPr/>
        <p:txBody>
          <a:bodyPr/>
          <a:lstStyle/>
          <a:p>
            <a:pPr eaLnBrk="1" hangingPunct="1"/>
            <a:r>
              <a:rPr lang="zh-CN" altLang="en-US" sz="3200"/>
              <a:t>变更管理</a:t>
            </a:r>
            <a:br>
              <a:rPr lang="zh-CN" altLang="en-US" sz="3200"/>
            </a:br>
            <a:r>
              <a:rPr lang="en-US" altLang="zh-CN" sz="2400">
                <a:latin typeface="Arial" panose="020B0604020202020204" pitchFamily="34" charset="0"/>
              </a:rPr>
              <a:t>——</a:t>
            </a:r>
            <a:r>
              <a:rPr lang="zh-CN" altLang="en-US" sz="2400"/>
              <a:t>对风险、机会或目标的变化作出反映</a:t>
            </a:r>
            <a:endParaRPr lang="zh-CN" altLang="en-US" sz="2400"/>
          </a:p>
        </p:txBody>
      </p:sp>
      <p:sp>
        <p:nvSpPr>
          <p:cNvPr id="3" name="灯片编号占位符 2"/>
          <p:cNvSpPr>
            <a:spLocks noGrp="1"/>
          </p:cNvSpPr>
          <p:nvPr>
            <p:ph type="sldNum" sz="quarter" idx="10"/>
          </p:nvPr>
        </p:nvSpPr>
        <p:spPr/>
        <p:txBody>
          <a:bodyPr/>
          <a:lstStyle/>
          <a:p>
            <a:pPr>
              <a:defRPr/>
            </a:pPr>
            <a:fld id="{A6A0D67D-9B30-457F-9874-1F92730590A0}" type="slidenum">
              <a:rPr lang="en-US" altLang="zh-CN" smtClean="0"/>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56041"/>
                                        </p:tgtEl>
                                        <p:attrNameLst>
                                          <p:attrName>style.visibility</p:attrName>
                                        </p:attrNameLst>
                                      </p:cBhvr>
                                      <p:to>
                                        <p:strVal val="visible"/>
                                      </p:to>
                                    </p:set>
                                    <p:anim calcmode="lin" valueType="num">
                                      <p:cBhvr additive="base">
                                        <p:cTn id="7" dur="500" fill="hold"/>
                                        <p:tgtEl>
                                          <p:spTgt spid="556041"/>
                                        </p:tgtEl>
                                        <p:attrNameLst>
                                          <p:attrName>ppt_x</p:attrName>
                                        </p:attrNameLst>
                                      </p:cBhvr>
                                      <p:tavLst>
                                        <p:tav tm="0">
                                          <p:val>
                                            <p:strVal val="0-#ppt_w/2"/>
                                          </p:val>
                                        </p:tav>
                                        <p:tav tm="100000">
                                          <p:val>
                                            <p:strVal val="#ppt_x"/>
                                          </p:val>
                                        </p:tav>
                                      </p:tavLst>
                                    </p:anim>
                                    <p:anim calcmode="lin" valueType="num">
                                      <p:cBhvr additive="base">
                                        <p:cTn id="8" dur="500" fill="hold"/>
                                        <p:tgtEl>
                                          <p:spTgt spid="55604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56042"/>
                                        </p:tgtEl>
                                        <p:attrNameLst>
                                          <p:attrName>style.visibility</p:attrName>
                                        </p:attrNameLst>
                                      </p:cBhvr>
                                      <p:to>
                                        <p:strVal val="visible"/>
                                      </p:to>
                                    </p:set>
                                    <p:anim calcmode="lin" valueType="num">
                                      <p:cBhvr additive="base">
                                        <p:cTn id="13" dur="500" fill="hold"/>
                                        <p:tgtEl>
                                          <p:spTgt spid="556042"/>
                                        </p:tgtEl>
                                        <p:attrNameLst>
                                          <p:attrName>ppt_x</p:attrName>
                                        </p:attrNameLst>
                                      </p:cBhvr>
                                      <p:tavLst>
                                        <p:tav tm="0">
                                          <p:val>
                                            <p:strVal val="0-#ppt_w/2"/>
                                          </p:val>
                                        </p:tav>
                                        <p:tav tm="100000">
                                          <p:val>
                                            <p:strVal val="#ppt_x"/>
                                          </p:val>
                                        </p:tav>
                                      </p:tavLst>
                                    </p:anim>
                                    <p:anim calcmode="lin" valueType="num">
                                      <p:cBhvr additive="base">
                                        <p:cTn id="14" dur="500" fill="hold"/>
                                        <p:tgtEl>
                                          <p:spTgt spid="55604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556043"/>
                                        </p:tgtEl>
                                        <p:attrNameLst>
                                          <p:attrName>style.visibility</p:attrName>
                                        </p:attrNameLst>
                                      </p:cBhvr>
                                      <p:to>
                                        <p:strVal val="visible"/>
                                      </p:to>
                                    </p:set>
                                    <p:anim calcmode="lin" valueType="num">
                                      <p:cBhvr additive="base">
                                        <p:cTn id="19" dur="500" fill="hold"/>
                                        <p:tgtEl>
                                          <p:spTgt spid="556043"/>
                                        </p:tgtEl>
                                        <p:attrNameLst>
                                          <p:attrName>ppt_x</p:attrName>
                                        </p:attrNameLst>
                                      </p:cBhvr>
                                      <p:tavLst>
                                        <p:tav tm="0">
                                          <p:val>
                                            <p:strVal val="0-#ppt_w/2"/>
                                          </p:val>
                                        </p:tav>
                                        <p:tav tm="100000">
                                          <p:val>
                                            <p:strVal val="#ppt_x"/>
                                          </p:val>
                                        </p:tav>
                                      </p:tavLst>
                                    </p:anim>
                                    <p:anim calcmode="lin" valueType="num">
                                      <p:cBhvr additive="base">
                                        <p:cTn id="20" dur="500" fill="hold"/>
                                        <p:tgtEl>
                                          <p:spTgt spid="55604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6041" grpId="0" autoUpdateAnimBg="0"/>
      <p:bldP spid="556042" grpId="0" autoUpdateAnimBg="0"/>
      <p:bldP spid="556043" grpId="0" autoUpdateAnimBg="0"/>
    </p:bldLst>
  </p:timing>
</p:sld>
</file>

<file path=ppt/slides/slide13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58089" name="Text Box 9"/>
          <p:cNvSpPr txBox="1">
            <a:spLocks noChangeArrowheads="1"/>
          </p:cNvSpPr>
          <p:nvPr/>
        </p:nvSpPr>
        <p:spPr bwMode="auto">
          <a:xfrm>
            <a:off x="6053138" y="1901825"/>
            <a:ext cx="3232150" cy="1552575"/>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r"/>
            <a:r>
              <a:rPr lang="zh-CN" altLang="en-US">
                <a:solidFill>
                  <a:srgbClr val="000000"/>
                </a:solidFill>
                <a:latin typeface="Futura Hv" pitchFamily="34" charset="0"/>
                <a:ea typeface="黑体" panose="02010609060101010101" pitchFamily="49" charset="-122"/>
              </a:rPr>
              <a:t>核查项目目标实现状况</a:t>
            </a:r>
            <a:endParaRPr lang="zh-CN" altLang="en-US">
              <a:solidFill>
                <a:srgbClr val="000000"/>
              </a:solidFill>
              <a:latin typeface="Futura Hv" pitchFamily="34" charset="0"/>
              <a:ea typeface="黑体" panose="02010609060101010101" pitchFamily="49" charset="-122"/>
            </a:endParaRPr>
          </a:p>
          <a:p>
            <a:pPr algn="r"/>
            <a:r>
              <a:rPr lang="zh-CN" altLang="en-US">
                <a:solidFill>
                  <a:srgbClr val="000000"/>
                </a:solidFill>
                <a:latin typeface="Futura Hv" pitchFamily="34" charset="0"/>
                <a:ea typeface="黑体" panose="02010609060101010101" pitchFamily="49" charset="-122"/>
              </a:rPr>
              <a:t>通知相关部门和人员</a:t>
            </a:r>
            <a:endParaRPr lang="zh-CN" altLang="en-US">
              <a:solidFill>
                <a:srgbClr val="000000"/>
              </a:solidFill>
              <a:latin typeface="Futura Hv" pitchFamily="34" charset="0"/>
              <a:ea typeface="黑体" panose="02010609060101010101" pitchFamily="49" charset="-122"/>
            </a:endParaRPr>
          </a:p>
          <a:p>
            <a:pPr algn="r"/>
            <a:r>
              <a:rPr lang="zh-CN" altLang="en-US">
                <a:solidFill>
                  <a:srgbClr val="000000"/>
                </a:solidFill>
                <a:latin typeface="Futura Hv" pitchFamily="34" charset="0"/>
                <a:ea typeface="黑体" panose="02010609060101010101" pitchFamily="49" charset="-122"/>
              </a:rPr>
              <a:t>总结经验教训</a:t>
            </a:r>
            <a:endParaRPr lang="zh-CN" altLang="en-US">
              <a:solidFill>
                <a:srgbClr val="000000"/>
              </a:solidFill>
              <a:latin typeface="Futura Hv" pitchFamily="34" charset="0"/>
              <a:ea typeface="黑体" panose="02010609060101010101" pitchFamily="49" charset="-122"/>
            </a:endParaRPr>
          </a:p>
          <a:p>
            <a:pPr algn="r"/>
            <a:r>
              <a:rPr lang="zh-CN" altLang="en-US">
                <a:solidFill>
                  <a:srgbClr val="000000"/>
                </a:solidFill>
                <a:latin typeface="Futura Hv" pitchFamily="34" charset="0"/>
                <a:ea typeface="黑体" panose="02010609060101010101" pitchFamily="49" charset="-122"/>
              </a:rPr>
              <a:t>解散项目小组</a:t>
            </a:r>
            <a:endParaRPr lang="zh-CN" altLang="en-US" sz="1800">
              <a:latin typeface="Futura Hv" pitchFamily="34" charset="0"/>
              <a:ea typeface="黑体" panose="02010609060101010101" pitchFamily="49" charset="-122"/>
            </a:endParaRPr>
          </a:p>
        </p:txBody>
      </p:sp>
      <p:sp>
        <p:nvSpPr>
          <p:cNvPr id="558091" name="Text Box 11"/>
          <p:cNvSpPr txBox="1">
            <a:spLocks noChangeArrowheads="1"/>
          </p:cNvSpPr>
          <p:nvPr/>
        </p:nvSpPr>
        <p:spPr bwMode="auto">
          <a:xfrm>
            <a:off x="3865563" y="4364038"/>
            <a:ext cx="4452937" cy="519112"/>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en-US" altLang="zh-CN" sz="2800">
                <a:solidFill>
                  <a:srgbClr val="000000"/>
                </a:solidFill>
                <a:latin typeface="Futura Hv" pitchFamily="34" charset="0"/>
                <a:ea typeface="黑体" panose="02010609060101010101" pitchFamily="49" charset="-122"/>
              </a:rPr>
              <a:t>Don’t  re-invent  the  wheel </a:t>
            </a:r>
            <a:endParaRPr lang="en-US" altLang="zh-CN" sz="1800">
              <a:latin typeface="Futura Hv" pitchFamily="34" charset="0"/>
              <a:ea typeface="黑体" panose="02010609060101010101" pitchFamily="49" charset="-122"/>
            </a:endParaRPr>
          </a:p>
        </p:txBody>
      </p:sp>
      <p:grpSp>
        <p:nvGrpSpPr>
          <p:cNvPr id="195589" name="Group 13"/>
          <p:cNvGrpSpPr/>
          <p:nvPr/>
        </p:nvGrpSpPr>
        <p:grpSpPr bwMode="auto">
          <a:xfrm>
            <a:off x="822325" y="1584325"/>
            <a:ext cx="2170113" cy="3303588"/>
            <a:chOff x="3750" y="1078"/>
            <a:chExt cx="1367" cy="2081"/>
          </a:xfrm>
        </p:grpSpPr>
        <p:sp>
          <p:nvSpPr>
            <p:cNvPr id="195591" name="Rectangle 14"/>
            <p:cNvSpPr>
              <a:spLocks noChangeArrowheads="1"/>
            </p:cNvSpPr>
            <p:nvPr/>
          </p:nvSpPr>
          <p:spPr bwMode="auto">
            <a:xfrm>
              <a:off x="3750" y="1078"/>
              <a:ext cx="1367" cy="2081"/>
            </a:xfrm>
            <a:prstGeom prst="rect">
              <a:avLst/>
            </a:prstGeom>
            <a:solidFill>
              <a:srgbClr val="339966"/>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eaLnBrk="1" hangingPunct="1">
                <a:spcBef>
                  <a:spcPct val="50000"/>
                </a:spcBef>
              </a:pPr>
              <a:endParaRPr lang="zh-CN" altLang="en-US"/>
            </a:p>
          </p:txBody>
        </p:sp>
        <p:sp>
          <p:nvSpPr>
            <p:cNvPr id="195592" name="Text Box 15"/>
            <p:cNvSpPr txBox="1">
              <a:spLocks noChangeArrowheads="1"/>
            </p:cNvSpPr>
            <p:nvPr/>
          </p:nvSpPr>
          <p:spPr bwMode="auto">
            <a:xfrm>
              <a:off x="3983" y="1099"/>
              <a:ext cx="957" cy="28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r>
                <a:rPr lang="zh-CN" altLang="en-US" u="sng" dirty="0">
                  <a:solidFill>
                    <a:schemeClr val="tx2"/>
                  </a:solidFill>
                  <a:latin typeface="Futura Hv" pitchFamily="34" charset="0"/>
                  <a:ea typeface="黑体" panose="02010609060101010101" pitchFamily="49" charset="-122"/>
                </a:rPr>
                <a:t>执行阶段</a:t>
              </a:r>
              <a:endParaRPr lang="zh-CN" altLang="en-US" dirty="0">
                <a:solidFill>
                  <a:schemeClr val="tx2"/>
                </a:solidFill>
                <a:latin typeface="Futura Hv" pitchFamily="34" charset="0"/>
                <a:ea typeface="黑体" panose="02010609060101010101" pitchFamily="49" charset="-122"/>
              </a:endParaRPr>
            </a:p>
          </p:txBody>
        </p:sp>
        <p:sp>
          <p:nvSpPr>
            <p:cNvPr id="195593" name="Text Box 16"/>
            <p:cNvSpPr txBox="1">
              <a:spLocks noChangeArrowheads="1"/>
            </p:cNvSpPr>
            <p:nvPr/>
          </p:nvSpPr>
          <p:spPr bwMode="auto">
            <a:xfrm>
              <a:off x="3790" y="1368"/>
              <a:ext cx="1265" cy="174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eaLnBrk="1" hangingPunct="1">
                <a:spcBef>
                  <a:spcPct val="50000"/>
                </a:spcBef>
              </a:pPr>
              <a:r>
                <a:rPr lang="zh-CN" altLang="en-US" sz="2200">
                  <a:solidFill>
                    <a:schemeClr val="tx2"/>
                  </a:solidFill>
                  <a:latin typeface="Futura Hv" pitchFamily="34" charset="0"/>
                  <a:ea typeface="黑体" panose="02010609060101010101" pitchFamily="49" charset="-122"/>
                </a:rPr>
                <a:t>建立和组织项目团队</a:t>
              </a:r>
              <a:endParaRPr lang="zh-CN" altLang="en-US" sz="2200">
                <a:solidFill>
                  <a:schemeClr val="tx2"/>
                </a:solidFill>
                <a:latin typeface="Futura Hv" pitchFamily="34" charset="0"/>
                <a:ea typeface="黑体" panose="02010609060101010101" pitchFamily="49" charset="-122"/>
              </a:endParaRPr>
            </a:p>
            <a:p>
              <a:pPr algn="ctr" eaLnBrk="1" hangingPunct="1">
                <a:spcBef>
                  <a:spcPct val="50000"/>
                </a:spcBef>
              </a:pPr>
              <a:r>
                <a:rPr lang="zh-CN" altLang="en-US" sz="2200">
                  <a:solidFill>
                    <a:schemeClr val="tx2"/>
                  </a:solidFill>
                  <a:latin typeface="Futura Hv" pitchFamily="34" charset="0"/>
                  <a:ea typeface="黑体" panose="02010609060101010101" pitchFamily="49" charset="-122"/>
                </a:rPr>
                <a:t>开始实施</a:t>
              </a:r>
              <a:endParaRPr lang="zh-CN" altLang="en-US" sz="2200">
                <a:solidFill>
                  <a:schemeClr val="tx2"/>
                </a:solidFill>
                <a:latin typeface="Futura Hv" pitchFamily="34" charset="0"/>
                <a:ea typeface="黑体" panose="02010609060101010101" pitchFamily="49" charset="-122"/>
              </a:endParaRPr>
            </a:p>
            <a:p>
              <a:pPr algn="ctr" eaLnBrk="1" hangingPunct="1">
                <a:spcBef>
                  <a:spcPct val="50000"/>
                </a:spcBef>
              </a:pPr>
              <a:r>
                <a:rPr lang="zh-CN" altLang="en-US" sz="2200">
                  <a:solidFill>
                    <a:schemeClr val="tx2"/>
                  </a:solidFill>
                  <a:latin typeface="Futura Hv" pitchFamily="34" charset="0"/>
                  <a:ea typeface="黑体" panose="02010609060101010101" pitchFamily="49" charset="-122"/>
                </a:rPr>
                <a:t>监督实施</a:t>
              </a:r>
              <a:endParaRPr lang="zh-CN" altLang="en-US" sz="2200">
                <a:solidFill>
                  <a:schemeClr val="tx2"/>
                </a:solidFill>
                <a:latin typeface="Futura Hv" pitchFamily="34" charset="0"/>
                <a:ea typeface="黑体" panose="02010609060101010101" pitchFamily="49" charset="-122"/>
              </a:endParaRPr>
            </a:p>
            <a:p>
              <a:pPr algn="ctr" eaLnBrk="1" hangingPunct="1">
                <a:spcBef>
                  <a:spcPct val="50000"/>
                </a:spcBef>
              </a:pPr>
              <a:r>
                <a:rPr lang="zh-CN" altLang="en-US" sz="2200">
                  <a:solidFill>
                    <a:schemeClr val="tx2"/>
                  </a:solidFill>
                  <a:latin typeface="Futura Hv" pitchFamily="34" charset="0"/>
                  <a:ea typeface="黑体" panose="02010609060101010101" pitchFamily="49" charset="-122"/>
                </a:rPr>
                <a:t>变更管理</a:t>
              </a:r>
              <a:endParaRPr lang="zh-CN" altLang="en-US" sz="2200">
                <a:solidFill>
                  <a:schemeClr val="tx2"/>
                </a:solidFill>
                <a:latin typeface="Futura Hv" pitchFamily="34" charset="0"/>
                <a:ea typeface="黑体" panose="02010609060101010101" pitchFamily="49" charset="-122"/>
              </a:endParaRPr>
            </a:p>
            <a:p>
              <a:pPr algn="ctr" eaLnBrk="1" hangingPunct="1">
                <a:spcBef>
                  <a:spcPct val="50000"/>
                </a:spcBef>
              </a:pPr>
              <a:r>
                <a:rPr lang="zh-CN" altLang="en-US" sz="2200">
                  <a:solidFill>
                    <a:srgbClr val="000000"/>
                  </a:solidFill>
                  <a:latin typeface="Futura Hv" pitchFamily="34" charset="0"/>
                  <a:ea typeface="黑体" panose="02010609060101010101" pitchFamily="49" charset="-122"/>
                </a:rPr>
                <a:t>完工总结</a:t>
              </a:r>
              <a:endParaRPr lang="zh-CN" altLang="en-US" sz="2000">
                <a:solidFill>
                  <a:srgbClr val="000000"/>
                </a:solidFill>
                <a:latin typeface="Futura Hv" pitchFamily="34" charset="0"/>
                <a:ea typeface="黑体" panose="02010609060101010101" pitchFamily="49" charset="-122"/>
              </a:endParaRPr>
            </a:p>
          </p:txBody>
        </p:sp>
      </p:grpSp>
      <p:sp>
        <p:nvSpPr>
          <p:cNvPr id="195590" name="Rectangle 19"/>
          <p:cNvSpPr>
            <a:spLocks noGrp="1" noChangeArrowheads="1"/>
          </p:cNvSpPr>
          <p:nvPr>
            <p:ph type="title"/>
          </p:nvPr>
        </p:nvSpPr>
        <p:spPr/>
        <p:txBody>
          <a:bodyPr/>
          <a:lstStyle/>
          <a:p>
            <a:pPr eaLnBrk="1" hangingPunct="1"/>
            <a:r>
              <a:rPr lang="zh-CN" altLang="en-US" sz="3200"/>
              <a:t>完工总结</a:t>
            </a:r>
            <a:br>
              <a:rPr lang="zh-CN" altLang="en-US" sz="3200"/>
            </a:br>
            <a:r>
              <a:rPr lang="en-US" altLang="zh-CN" sz="2400">
                <a:latin typeface="Arial" panose="020B0604020202020204" pitchFamily="34" charset="0"/>
              </a:rPr>
              <a:t>——</a:t>
            </a:r>
            <a:r>
              <a:rPr lang="zh-CN" altLang="en-US" sz="2400"/>
              <a:t>项目验收，总结经验教训</a:t>
            </a:r>
            <a:endParaRPr lang="zh-CN" altLang="en-US" sz="2400"/>
          </a:p>
        </p:txBody>
      </p:sp>
      <p:sp>
        <p:nvSpPr>
          <p:cNvPr id="3" name="灯片编号占位符 2"/>
          <p:cNvSpPr>
            <a:spLocks noGrp="1"/>
          </p:cNvSpPr>
          <p:nvPr>
            <p:ph type="sldNum" sz="quarter" idx="10"/>
          </p:nvPr>
        </p:nvSpPr>
        <p:spPr/>
        <p:txBody>
          <a:bodyPr/>
          <a:lstStyle/>
          <a:p>
            <a:pPr>
              <a:defRPr/>
            </a:pPr>
            <a:fld id="{A6A0D67D-9B30-457F-9874-1F92730590A0}" type="slidenum">
              <a:rPr lang="en-US" altLang="zh-CN" smtClean="0"/>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58089"/>
                                        </p:tgtEl>
                                        <p:attrNameLst>
                                          <p:attrName>style.visibility</p:attrName>
                                        </p:attrNameLst>
                                      </p:cBhvr>
                                      <p:to>
                                        <p:strVal val="visible"/>
                                      </p:to>
                                    </p:set>
                                    <p:anim calcmode="lin" valueType="num">
                                      <p:cBhvr additive="base">
                                        <p:cTn id="7" dur="500" fill="hold"/>
                                        <p:tgtEl>
                                          <p:spTgt spid="558089"/>
                                        </p:tgtEl>
                                        <p:attrNameLst>
                                          <p:attrName>ppt_x</p:attrName>
                                        </p:attrNameLst>
                                      </p:cBhvr>
                                      <p:tavLst>
                                        <p:tav tm="0">
                                          <p:val>
                                            <p:strVal val="0-#ppt_w/2"/>
                                          </p:val>
                                        </p:tav>
                                        <p:tav tm="100000">
                                          <p:val>
                                            <p:strVal val="#ppt_x"/>
                                          </p:val>
                                        </p:tav>
                                      </p:tavLst>
                                    </p:anim>
                                    <p:anim calcmode="lin" valueType="num">
                                      <p:cBhvr additive="base">
                                        <p:cTn id="8" dur="500" fill="hold"/>
                                        <p:tgtEl>
                                          <p:spTgt spid="55808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58091"/>
                                        </p:tgtEl>
                                        <p:attrNameLst>
                                          <p:attrName>style.visibility</p:attrName>
                                        </p:attrNameLst>
                                      </p:cBhvr>
                                      <p:to>
                                        <p:strVal val="visible"/>
                                      </p:to>
                                    </p:set>
                                    <p:anim calcmode="lin" valueType="num">
                                      <p:cBhvr additive="base">
                                        <p:cTn id="13" dur="500" fill="hold"/>
                                        <p:tgtEl>
                                          <p:spTgt spid="558091"/>
                                        </p:tgtEl>
                                        <p:attrNameLst>
                                          <p:attrName>ppt_x</p:attrName>
                                        </p:attrNameLst>
                                      </p:cBhvr>
                                      <p:tavLst>
                                        <p:tav tm="0">
                                          <p:val>
                                            <p:strVal val="0-#ppt_w/2"/>
                                          </p:val>
                                        </p:tav>
                                        <p:tav tm="100000">
                                          <p:val>
                                            <p:strVal val="#ppt_x"/>
                                          </p:val>
                                        </p:tav>
                                      </p:tavLst>
                                    </p:anim>
                                    <p:anim calcmode="lin" valueType="num">
                                      <p:cBhvr additive="base">
                                        <p:cTn id="14" dur="500" fill="hold"/>
                                        <p:tgtEl>
                                          <p:spTgt spid="55809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8089" grpId="0" autoUpdateAnimBg="0"/>
      <p:bldP spid="558091" grpId="0" autoUpdateAnimBg="0"/>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endParaRPr lang="zh-CN" altLang="en-US"/>
          </a:p>
        </p:txBody>
      </p:sp>
      <p:sp>
        <p:nvSpPr>
          <p:cNvPr id="5" name="内容占位符 4"/>
          <p:cNvSpPr>
            <a:spLocks noGrp="1"/>
          </p:cNvSpPr>
          <p:nvPr>
            <p:ph idx="1"/>
          </p:nvPr>
        </p:nvSpPr>
        <p:spPr/>
        <p:txBody>
          <a:bodyPr/>
          <a:lstStyle/>
          <a:p>
            <a:endParaRPr lang="zh-CN" altLang="en-US"/>
          </a:p>
        </p:txBody>
      </p:sp>
      <p:sp>
        <p:nvSpPr>
          <p:cNvPr id="3" name="灯片编号占位符 2"/>
          <p:cNvSpPr>
            <a:spLocks noGrp="1"/>
          </p:cNvSpPr>
          <p:nvPr>
            <p:ph type="sldNum" sz="quarter" idx="10"/>
          </p:nvPr>
        </p:nvSpPr>
        <p:spPr/>
        <p:txBody>
          <a:bodyPr/>
          <a:lstStyle/>
          <a:p>
            <a:pPr>
              <a:defRPr/>
            </a:pPr>
            <a:fld id="{A6A0D67D-9B30-457F-9874-1F92730590A0}" type="slidenum">
              <a:rPr lang="en-US" altLang="zh-CN" smtClean="0"/>
            </a:fld>
            <a:endParaRPr lang="en-US" altLang="zh-CN"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课程内容</a:t>
            </a:r>
            <a:endParaRPr lang="zh-CN" altLang="en-US" dirty="0"/>
          </a:p>
        </p:txBody>
      </p:sp>
      <p:graphicFrame>
        <p:nvGraphicFramePr>
          <p:cNvPr id="5" name="内容占位符 4"/>
          <p:cNvGraphicFramePr>
            <a:graphicFrameLocks noGrp="1"/>
          </p:cNvGraphicFramePr>
          <p:nvPr>
            <p:ph sz="half" idx="1"/>
          </p:nvPr>
        </p:nvGraphicFramePr>
        <p:xfrm>
          <a:off x="365125" y="1273175"/>
          <a:ext cx="4470400" cy="52705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graphicFrame>
        <p:nvGraphicFramePr>
          <p:cNvPr id="8" name="内容占位符 7"/>
          <p:cNvGraphicFramePr>
            <a:graphicFrameLocks noGrp="1"/>
          </p:cNvGraphicFramePr>
          <p:nvPr>
            <p:ph sz="half" idx="2"/>
          </p:nvPr>
        </p:nvGraphicFramePr>
        <p:xfrm>
          <a:off x="4987925" y="1273175"/>
          <a:ext cx="4470400" cy="527050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3" name="灯片编号占位符 2"/>
          <p:cNvSpPr>
            <a:spLocks noGrp="1"/>
          </p:cNvSpPr>
          <p:nvPr>
            <p:ph type="sldNum" sz="quarter" idx="10"/>
          </p:nvPr>
        </p:nvSpPr>
        <p:spPr/>
        <p:txBody>
          <a:bodyPr/>
          <a:lstStyle/>
          <a:p>
            <a:pPr>
              <a:defRPr/>
            </a:pPr>
            <a:fld id="{ADA0D315-17C2-4F0F-B1C6-8BF8415BD984}" type="slidenum">
              <a:rPr lang="en-US" altLang="zh-CN" smtClean="0"/>
            </a:fld>
            <a:endParaRPr lang="en-US" altLang="zh-CN" dirty="0"/>
          </a:p>
        </p:txBody>
      </p:sp>
      <p:sp>
        <p:nvSpPr>
          <p:cNvPr id="2" name="文本框 1"/>
          <p:cNvSpPr txBox="1"/>
          <p:nvPr/>
        </p:nvSpPr>
        <p:spPr>
          <a:xfrm>
            <a:off x="8644255" y="4957867"/>
            <a:ext cx="814070" cy="646331"/>
          </a:xfrm>
          <a:prstGeom prst="rect">
            <a:avLst/>
          </a:prstGeom>
          <a:noFill/>
        </p:spPr>
        <p:txBody>
          <a:bodyPr wrap="square" rtlCol="0">
            <a:spAutoFit/>
          </a:bodyPr>
          <a:lstStyle/>
          <a:p>
            <a:r>
              <a:rPr lang="zh-CN" altLang="en-US" sz="3600" dirty="0"/>
              <a:t>👈</a:t>
            </a:r>
            <a:endParaRPr lang="zh-CN" altLang="en-US" sz="360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5" name="Rectangle 4"/>
          <p:cNvSpPr>
            <a:spLocks noGrp="1" noChangeArrowheads="1"/>
          </p:cNvSpPr>
          <p:nvPr>
            <p:ph type="title"/>
          </p:nvPr>
        </p:nvSpPr>
        <p:spPr/>
        <p:txBody>
          <a:bodyPr/>
          <a:lstStyle/>
          <a:p>
            <a:pPr eaLnBrk="1" hangingPunct="1"/>
            <a:r>
              <a:rPr lang="zh-CN" altLang="en-US"/>
              <a:t>案例分析（</a:t>
            </a:r>
            <a:r>
              <a:rPr lang="en-US" altLang="zh-CN"/>
              <a:t>1</a:t>
            </a:r>
            <a:r>
              <a:rPr lang="zh-CN" altLang="en-US"/>
              <a:t>）</a:t>
            </a:r>
            <a:endParaRPr lang="zh-CN" altLang="en-US"/>
          </a:p>
        </p:txBody>
      </p:sp>
      <p:sp>
        <p:nvSpPr>
          <p:cNvPr id="197636" name="Rectangle 5"/>
          <p:cNvSpPr>
            <a:spLocks noGrp="1" noChangeArrowheads="1"/>
          </p:cNvSpPr>
          <p:nvPr>
            <p:ph type="body" idx="1"/>
          </p:nvPr>
        </p:nvSpPr>
        <p:spPr/>
        <p:txBody>
          <a:bodyPr/>
          <a:lstStyle/>
          <a:p>
            <a:pPr eaLnBrk="1" hangingPunct="1"/>
            <a:r>
              <a:rPr lang="en-US" altLang="zh-CN" sz="2800"/>
              <a:t>2003</a:t>
            </a:r>
            <a:r>
              <a:rPr lang="zh-CN" altLang="en-US" sz="2800"/>
              <a:t>年，咨询部与软件开发部合作，为某客户实施</a:t>
            </a:r>
            <a:r>
              <a:rPr lang="en-US" altLang="zh-CN" sz="2800"/>
              <a:t>e</a:t>
            </a:r>
            <a:r>
              <a:rPr lang="zh-CN" altLang="en-US" sz="2800"/>
              <a:t>系统。该</a:t>
            </a:r>
            <a:r>
              <a:rPr lang="en-US" altLang="zh-CN" sz="2800"/>
              <a:t>e</a:t>
            </a:r>
            <a:r>
              <a:rPr lang="zh-CN" altLang="en-US" sz="2800"/>
              <a:t>系统建立于“飞达”专用软件上。对于该专用软件，软件部曾有工程师参与过在香港的客户化工作和实施工作，决定由软件部承担本次客户化和实施工作，软件供应商“飞达”承担指导工作。</a:t>
            </a:r>
            <a:endParaRPr lang="zh-CN" altLang="en-US" sz="2800"/>
          </a:p>
          <a:p>
            <a:pPr eaLnBrk="1" hangingPunct="1"/>
            <a:r>
              <a:rPr lang="zh-CN" altLang="en-US" sz="2800"/>
              <a:t>咨询部经理指定小罗为项目经理。项目组成员有软件部</a:t>
            </a:r>
            <a:r>
              <a:rPr lang="en-US" altLang="zh-CN" sz="2800"/>
              <a:t>5-8</a:t>
            </a:r>
            <a:r>
              <a:rPr lang="zh-CN" altLang="en-US" sz="2800"/>
              <a:t>人，有经验的咨询部香港分部的高级工程师和</a:t>
            </a:r>
            <a:r>
              <a:rPr lang="en-US" altLang="zh-CN" sz="2800"/>
              <a:t>“</a:t>
            </a:r>
            <a:r>
              <a:rPr lang="zh-CN" altLang="en-US" sz="2800"/>
              <a:t>飞达”公司的工程师参与指导，用户有项目经理</a:t>
            </a:r>
            <a:r>
              <a:rPr lang="en-US" altLang="zh-CN" sz="2800"/>
              <a:t>1</a:t>
            </a:r>
            <a:r>
              <a:rPr lang="zh-CN" altLang="en-US" sz="2800"/>
              <a:t>人，成员若干。</a:t>
            </a:r>
            <a:endParaRPr lang="zh-CN" altLang="en-US" sz="2800"/>
          </a:p>
        </p:txBody>
      </p:sp>
      <p:sp>
        <p:nvSpPr>
          <p:cNvPr id="3" name="灯片编号占位符 2"/>
          <p:cNvSpPr>
            <a:spLocks noGrp="1"/>
          </p:cNvSpPr>
          <p:nvPr>
            <p:ph type="sldNum" sz="quarter" idx="10"/>
          </p:nvPr>
        </p:nvSpPr>
        <p:spPr/>
        <p:txBody>
          <a:bodyPr/>
          <a:lstStyle/>
          <a:p>
            <a:pPr>
              <a:defRPr/>
            </a:pPr>
            <a:fld id="{6D9D2222-8541-46EA-AD3B-36A5E091B774}" type="slidenum">
              <a:rPr lang="en-US" altLang="zh-CN" smtClean="0"/>
            </a:fld>
            <a:endParaRPr lang="en-US" altLang="zh-CN" dirty="0"/>
          </a:p>
        </p:txBody>
      </p:sp>
    </p:spTree>
  </p:cSld>
  <p:clrMapOvr>
    <a:masterClrMapping/>
  </p:clrMapOvr>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3" name="Rectangle 4"/>
          <p:cNvSpPr>
            <a:spLocks noGrp="1" noChangeArrowheads="1"/>
          </p:cNvSpPr>
          <p:nvPr>
            <p:ph type="title"/>
          </p:nvPr>
        </p:nvSpPr>
        <p:spPr/>
        <p:txBody>
          <a:bodyPr/>
          <a:lstStyle/>
          <a:p>
            <a:pPr eaLnBrk="1" hangingPunct="1"/>
            <a:r>
              <a:rPr lang="zh-CN" altLang="en-US"/>
              <a:t>案例分析（</a:t>
            </a:r>
            <a:r>
              <a:rPr lang="en-US" altLang="zh-CN"/>
              <a:t>2</a:t>
            </a:r>
            <a:r>
              <a:rPr lang="zh-CN" altLang="en-US"/>
              <a:t>）</a:t>
            </a:r>
            <a:endParaRPr lang="zh-CN" altLang="en-US"/>
          </a:p>
        </p:txBody>
      </p:sp>
      <p:sp>
        <p:nvSpPr>
          <p:cNvPr id="199684" name="Rectangle 5"/>
          <p:cNvSpPr>
            <a:spLocks noGrp="1" noChangeArrowheads="1"/>
          </p:cNvSpPr>
          <p:nvPr>
            <p:ph type="body" idx="1"/>
          </p:nvPr>
        </p:nvSpPr>
        <p:spPr/>
        <p:txBody>
          <a:bodyPr/>
          <a:lstStyle/>
          <a:p>
            <a:pPr eaLnBrk="1" hangingPunct="1"/>
            <a:r>
              <a:rPr lang="zh-CN" altLang="en-US"/>
              <a:t>项目启动时间：</a:t>
            </a:r>
            <a:r>
              <a:rPr lang="en-US" altLang="zh-CN"/>
              <a:t>2003</a:t>
            </a:r>
            <a:r>
              <a:rPr lang="zh-CN" altLang="en-US"/>
              <a:t>年</a:t>
            </a:r>
            <a:r>
              <a:rPr lang="en-US" altLang="zh-CN"/>
              <a:t>2</a:t>
            </a:r>
            <a:r>
              <a:rPr lang="zh-CN" altLang="en-US"/>
              <a:t>月</a:t>
            </a:r>
            <a:endParaRPr lang="zh-CN" altLang="en-US"/>
          </a:p>
          <a:p>
            <a:pPr eaLnBrk="1" hangingPunct="1"/>
            <a:r>
              <a:rPr lang="zh-CN" altLang="en-US"/>
              <a:t>项目目标：到</a:t>
            </a:r>
            <a:r>
              <a:rPr lang="en-US" altLang="zh-CN"/>
              <a:t>2003</a:t>
            </a:r>
            <a:r>
              <a:rPr lang="zh-CN" altLang="en-US"/>
              <a:t>年</a:t>
            </a:r>
            <a:r>
              <a:rPr lang="en-US" altLang="zh-CN"/>
              <a:t>12</a:t>
            </a:r>
            <a:r>
              <a:rPr lang="zh-CN" altLang="en-US"/>
              <a:t>月底之前，在全国的</a:t>
            </a:r>
            <a:r>
              <a:rPr lang="en-US" altLang="zh-CN"/>
              <a:t>20</a:t>
            </a:r>
            <a:r>
              <a:rPr lang="zh-CN" altLang="en-US"/>
              <a:t>家分公司实现</a:t>
            </a:r>
            <a:r>
              <a:rPr lang="en-US" altLang="zh-CN"/>
              <a:t>e</a:t>
            </a:r>
            <a:r>
              <a:rPr lang="zh-CN" altLang="en-US"/>
              <a:t>系统上线运行。</a:t>
            </a:r>
            <a:endParaRPr lang="zh-CN" altLang="en-US"/>
          </a:p>
          <a:p>
            <a:pPr eaLnBrk="1" hangingPunct="1"/>
            <a:r>
              <a:rPr lang="zh-CN" altLang="en-US"/>
              <a:t>主要里程碑：</a:t>
            </a:r>
            <a:endParaRPr lang="zh-CN" altLang="en-US"/>
          </a:p>
          <a:p>
            <a:pPr lvl="2" eaLnBrk="1" hangingPunct="1"/>
            <a:r>
              <a:rPr lang="en-US" altLang="zh-CN"/>
              <a:t>2003</a:t>
            </a:r>
            <a:r>
              <a:rPr lang="zh-CN" altLang="en-US"/>
              <a:t>年</a:t>
            </a:r>
            <a:r>
              <a:rPr lang="en-US" altLang="zh-CN"/>
              <a:t>4</a:t>
            </a:r>
            <a:r>
              <a:rPr lang="zh-CN" altLang="en-US"/>
              <a:t>月，实现北京分公司上线；</a:t>
            </a:r>
            <a:endParaRPr lang="zh-CN" altLang="en-US"/>
          </a:p>
          <a:p>
            <a:pPr lvl="2" eaLnBrk="1" hangingPunct="1"/>
            <a:r>
              <a:rPr lang="en-US" altLang="zh-CN"/>
              <a:t>2003</a:t>
            </a:r>
            <a:r>
              <a:rPr lang="zh-CN" altLang="en-US"/>
              <a:t>年</a:t>
            </a:r>
            <a:r>
              <a:rPr lang="en-US" altLang="zh-CN"/>
              <a:t>6</a:t>
            </a:r>
            <a:r>
              <a:rPr lang="zh-CN" altLang="en-US"/>
              <a:t>月，实现上海分公司上线。</a:t>
            </a:r>
            <a:endParaRPr lang="zh-CN" altLang="en-US"/>
          </a:p>
          <a:p>
            <a:pPr lvl="2" eaLnBrk="1" hangingPunct="1"/>
            <a:r>
              <a:rPr lang="en-US" altLang="zh-CN"/>
              <a:t>2003</a:t>
            </a:r>
            <a:r>
              <a:rPr lang="zh-CN" altLang="en-US"/>
              <a:t>年</a:t>
            </a:r>
            <a:r>
              <a:rPr lang="en-US" altLang="zh-CN"/>
              <a:t>12</a:t>
            </a:r>
            <a:r>
              <a:rPr lang="zh-CN" altLang="en-US"/>
              <a:t>月，实现全国</a:t>
            </a:r>
            <a:r>
              <a:rPr lang="en-US" altLang="zh-CN"/>
              <a:t>20</a:t>
            </a:r>
            <a:r>
              <a:rPr lang="zh-CN" altLang="en-US"/>
              <a:t>家分公司上线。</a:t>
            </a:r>
            <a:endParaRPr lang="zh-CN" altLang="en-US"/>
          </a:p>
        </p:txBody>
      </p:sp>
      <p:sp>
        <p:nvSpPr>
          <p:cNvPr id="3" name="灯片编号占位符 2"/>
          <p:cNvSpPr>
            <a:spLocks noGrp="1"/>
          </p:cNvSpPr>
          <p:nvPr>
            <p:ph type="sldNum" sz="quarter" idx="10"/>
          </p:nvPr>
        </p:nvSpPr>
        <p:spPr/>
        <p:txBody>
          <a:bodyPr/>
          <a:lstStyle/>
          <a:p>
            <a:pPr>
              <a:defRPr/>
            </a:pPr>
            <a:fld id="{6D9D2222-8541-46EA-AD3B-36A5E091B774}" type="slidenum">
              <a:rPr lang="en-US" altLang="zh-CN" smtClean="0"/>
            </a:fld>
            <a:endParaRPr lang="en-US" altLang="zh-CN"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1" name="Rectangle 4"/>
          <p:cNvSpPr>
            <a:spLocks noGrp="1" noChangeArrowheads="1"/>
          </p:cNvSpPr>
          <p:nvPr>
            <p:ph type="title"/>
          </p:nvPr>
        </p:nvSpPr>
        <p:spPr/>
        <p:txBody>
          <a:bodyPr/>
          <a:lstStyle/>
          <a:p>
            <a:pPr eaLnBrk="1" hangingPunct="1"/>
            <a:r>
              <a:rPr lang="zh-CN" altLang="en-US"/>
              <a:t>案例分析（</a:t>
            </a:r>
            <a:r>
              <a:rPr lang="en-US" altLang="zh-CN"/>
              <a:t>3</a:t>
            </a:r>
            <a:r>
              <a:rPr lang="zh-CN" altLang="en-US"/>
              <a:t>）</a:t>
            </a:r>
            <a:endParaRPr lang="zh-CN" altLang="en-US"/>
          </a:p>
        </p:txBody>
      </p:sp>
      <p:sp>
        <p:nvSpPr>
          <p:cNvPr id="201732" name="Rectangle 5"/>
          <p:cNvSpPr>
            <a:spLocks noGrp="1" noChangeArrowheads="1"/>
          </p:cNvSpPr>
          <p:nvPr>
            <p:ph type="body" idx="1"/>
          </p:nvPr>
        </p:nvSpPr>
        <p:spPr/>
        <p:txBody>
          <a:bodyPr/>
          <a:lstStyle/>
          <a:p>
            <a:pPr eaLnBrk="1" hangingPunct="1"/>
            <a:r>
              <a:rPr lang="zh-CN" altLang="en-US" dirty="0"/>
              <a:t>到了</a:t>
            </a:r>
            <a:r>
              <a:rPr lang="en-US" altLang="zh-CN" dirty="0"/>
              <a:t>4</a:t>
            </a:r>
            <a:r>
              <a:rPr lang="zh-CN" altLang="en-US" dirty="0"/>
              <a:t>月</a:t>
            </a:r>
            <a:r>
              <a:rPr lang="en-US" altLang="zh-CN" dirty="0"/>
              <a:t>18</a:t>
            </a:r>
            <a:r>
              <a:rPr lang="zh-CN" altLang="en-US" dirty="0"/>
              <a:t>日，小罗发了电子邮件给项目相关方：</a:t>
            </a:r>
            <a:endParaRPr lang="zh-CN" altLang="en-US" dirty="0"/>
          </a:p>
          <a:p>
            <a:pPr eaLnBrk="1" hangingPunct="1"/>
            <a:r>
              <a:rPr lang="zh-CN" altLang="en-US" dirty="0"/>
              <a:t>“各位： </a:t>
            </a:r>
            <a:endParaRPr lang="zh-CN" altLang="en-US" dirty="0"/>
          </a:p>
          <a:p>
            <a:pPr lvl="1" eaLnBrk="1" hangingPunct="1"/>
            <a:r>
              <a:rPr lang="en-US" altLang="zh-CN" dirty="0"/>
              <a:t>e</a:t>
            </a:r>
            <a:r>
              <a:rPr lang="zh-CN" altLang="en-US" dirty="0"/>
              <a:t>系统第一阶段在各级领导的大力关怀下，经过项目组全体成员的艰苦努力，完成了一个非常重要的里程碑。项目已于今天（</a:t>
            </a:r>
            <a:r>
              <a:rPr lang="en-US" altLang="zh-CN" dirty="0"/>
              <a:t>2003</a:t>
            </a:r>
            <a:r>
              <a:rPr lang="zh-CN" altLang="en-US" dirty="0"/>
              <a:t>年</a:t>
            </a:r>
            <a:r>
              <a:rPr lang="en-US" altLang="zh-CN" dirty="0"/>
              <a:t>4</a:t>
            </a:r>
            <a:r>
              <a:rPr lang="zh-CN" altLang="en-US" dirty="0"/>
              <a:t>月</a:t>
            </a:r>
            <a:r>
              <a:rPr lang="en-US" altLang="zh-CN" dirty="0"/>
              <a:t>18</a:t>
            </a:r>
            <a:r>
              <a:rPr lang="zh-CN" altLang="en-US" dirty="0"/>
              <a:t>日）成功上线。”</a:t>
            </a:r>
            <a:endParaRPr lang="zh-CN" altLang="en-US" dirty="0"/>
          </a:p>
        </p:txBody>
      </p:sp>
      <p:sp>
        <p:nvSpPr>
          <p:cNvPr id="3" name="灯片编号占位符 2"/>
          <p:cNvSpPr>
            <a:spLocks noGrp="1"/>
          </p:cNvSpPr>
          <p:nvPr>
            <p:ph type="sldNum" sz="quarter" idx="10"/>
          </p:nvPr>
        </p:nvSpPr>
        <p:spPr/>
        <p:txBody>
          <a:bodyPr/>
          <a:lstStyle/>
          <a:p>
            <a:pPr>
              <a:defRPr/>
            </a:pPr>
            <a:fld id="{6D9D2222-8541-46EA-AD3B-36A5E091B774}" type="slidenum">
              <a:rPr lang="en-US" altLang="zh-CN" smtClean="0"/>
            </a:fld>
            <a:endParaRPr lang="en-US" altLang="zh-CN" dirty="0"/>
          </a:p>
        </p:txBody>
      </p:sp>
    </p:spTree>
  </p:cSld>
  <p:clrMapOvr>
    <a:masterClrMapping/>
  </p:clrMapOvr>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9" name="Rectangle 4"/>
          <p:cNvSpPr>
            <a:spLocks noGrp="1" noChangeArrowheads="1"/>
          </p:cNvSpPr>
          <p:nvPr>
            <p:ph type="title"/>
          </p:nvPr>
        </p:nvSpPr>
        <p:spPr/>
        <p:txBody>
          <a:bodyPr/>
          <a:lstStyle/>
          <a:p>
            <a:pPr eaLnBrk="1" hangingPunct="1"/>
            <a:r>
              <a:rPr lang="zh-CN" altLang="en-US"/>
              <a:t>案例分析（</a:t>
            </a:r>
            <a:r>
              <a:rPr lang="en-US" altLang="zh-CN"/>
              <a:t>4</a:t>
            </a:r>
            <a:r>
              <a:rPr lang="zh-CN" altLang="en-US"/>
              <a:t>）：问题分析</a:t>
            </a:r>
            <a:endParaRPr lang="en-US" altLang="zh-CN"/>
          </a:p>
        </p:txBody>
      </p:sp>
      <p:sp>
        <p:nvSpPr>
          <p:cNvPr id="818181" name="Rectangle 5"/>
          <p:cNvSpPr>
            <a:spLocks noGrp="1" noChangeArrowheads="1"/>
          </p:cNvSpPr>
          <p:nvPr>
            <p:ph type="body" idx="1"/>
          </p:nvPr>
        </p:nvSpPr>
        <p:spPr/>
        <p:txBody>
          <a:bodyPr/>
          <a:lstStyle/>
          <a:p>
            <a:pPr eaLnBrk="1" hangingPunct="1"/>
            <a:r>
              <a:rPr lang="en-US" altLang="zh-CN"/>
              <a:t>2003</a:t>
            </a:r>
            <a:r>
              <a:rPr lang="zh-CN" altLang="en-US"/>
              <a:t>年</a:t>
            </a:r>
            <a:r>
              <a:rPr lang="en-US" altLang="zh-CN"/>
              <a:t>5</a:t>
            </a:r>
            <a:r>
              <a:rPr lang="zh-CN" altLang="en-US"/>
              <a:t>月</a:t>
            </a:r>
            <a:r>
              <a:rPr lang="en-US" altLang="zh-CN"/>
              <a:t>30</a:t>
            </a:r>
            <a:r>
              <a:rPr lang="zh-CN" altLang="en-US"/>
              <a:t>日，在做项目审核时，发现用户没有对北京分公司上线签字确认。</a:t>
            </a:r>
            <a:endParaRPr lang="zh-CN" altLang="en-US"/>
          </a:p>
          <a:p>
            <a:pPr eaLnBrk="1" hangingPunct="1"/>
            <a:r>
              <a:rPr lang="zh-CN" altLang="en-US"/>
              <a:t>用户开始抱怨，原认为北京上线系统所要完成的功能到现在还未全部实现；系统的性能很差。</a:t>
            </a:r>
            <a:endParaRPr lang="zh-CN" altLang="en-US"/>
          </a:p>
          <a:p>
            <a:pPr eaLnBrk="1" hangingPunct="1"/>
            <a:endParaRPr lang="zh-CN" altLang="en-US"/>
          </a:p>
          <a:p>
            <a:pPr eaLnBrk="1" hangingPunct="1"/>
            <a:r>
              <a:rPr lang="zh-CN" altLang="en-US"/>
              <a:t>原因：</a:t>
            </a:r>
            <a:r>
              <a:rPr lang="zh-CN" altLang="en-US">
                <a:solidFill>
                  <a:srgbClr val="FF9900"/>
                </a:solidFill>
              </a:rPr>
              <a:t>项目目标和验收标准未定义清楚。</a:t>
            </a:r>
            <a:endParaRPr lang="zh-CN" altLang="en-US">
              <a:solidFill>
                <a:srgbClr val="FF9900"/>
              </a:solidFill>
            </a:endParaRPr>
          </a:p>
          <a:p>
            <a:pPr lvl="2" eaLnBrk="1" hangingPunct="1"/>
            <a:r>
              <a:rPr lang="zh-CN" altLang="en-US"/>
              <a:t>“北京上线”明确地是指哪些功能完成？并达到怎样的性能？ </a:t>
            </a:r>
            <a:endParaRPr lang="zh-CN" altLang="en-US"/>
          </a:p>
        </p:txBody>
      </p:sp>
      <p:sp>
        <p:nvSpPr>
          <p:cNvPr id="3" name="灯片编号占位符 2"/>
          <p:cNvSpPr>
            <a:spLocks noGrp="1"/>
          </p:cNvSpPr>
          <p:nvPr>
            <p:ph type="sldNum" sz="quarter" idx="10"/>
          </p:nvPr>
        </p:nvSpPr>
        <p:spPr/>
        <p:txBody>
          <a:bodyPr/>
          <a:lstStyle/>
          <a:p>
            <a:pPr>
              <a:defRPr/>
            </a:pPr>
            <a:fld id="{6D9D2222-8541-46EA-AD3B-36A5E091B774}" type="slidenum">
              <a:rPr lang="en-US" altLang="zh-CN" smtClean="0"/>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18181">
                                            <p:txEl>
                                              <p:pRg st="3" end="3"/>
                                            </p:txEl>
                                          </p:spTgt>
                                        </p:tgtEl>
                                        <p:attrNameLst>
                                          <p:attrName>style.visibility</p:attrName>
                                        </p:attrNameLst>
                                      </p:cBhvr>
                                      <p:to>
                                        <p:strVal val="visible"/>
                                      </p:to>
                                    </p:set>
                                    <p:anim calcmode="lin" valueType="num">
                                      <p:cBhvr additive="base">
                                        <p:cTn id="7" dur="500" fill="hold"/>
                                        <p:tgtEl>
                                          <p:spTgt spid="818181">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1818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18181">
                                            <p:txEl>
                                              <p:pRg st="4" end="4"/>
                                            </p:txEl>
                                          </p:spTgt>
                                        </p:tgtEl>
                                        <p:attrNameLst>
                                          <p:attrName>style.visibility</p:attrName>
                                        </p:attrNameLst>
                                      </p:cBhvr>
                                      <p:to>
                                        <p:strVal val="visible"/>
                                      </p:to>
                                    </p:set>
                                    <p:anim calcmode="lin" valueType="num">
                                      <p:cBhvr additive="base">
                                        <p:cTn id="13" dur="500" fill="hold"/>
                                        <p:tgtEl>
                                          <p:spTgt spid="818181">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18181">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7" name="Rectangle 6"/>
          <p:cNvSpPr>
            <a:spLocks noGrp="1" noChangeArrowheads="1"/>
          </p:cNvSpPr>
          <p:nvPr>
            <p:ph type="title"/>
          </p:nvPr>
        </p:nvSpPr>
        <p:spPr/>
        <p:txBody>
          <a:bodyPr/>
          <a:lstStyle/>
          <a:p>
            <a:pPr eaLnBrk="1" hangingPunct="1"/>
            <a:r>
              <a:rPr lang="zh-CN" altLang="en-US"/>
              <a:t>案例分析（</a:t>
            </a:r>
            <a:r>
              <a:rPr lang="en-US" altLang="zh-CN"/>
              <a:t>5</a:t>
            </a:r>
            <a:r>
              <a:rPr lang="zh-CN" altLang="en-US"/>
              <a:t>）：问题分析</a:t>
            </a:r>
            <a:endParaRPr lang="en-US" altLang="zh-CN"/>
          </a:p>
        </p:txBody>
      </p:sp>
      <p:sp>
        <p:nvSpPr>
          <p:cNvPr id="819207" name="Rectangle 7"/>
          <p:cNvSpPr>
            <a:spLocks noGrp="1" noChangeArrowheads="1"/>
          </p:cNvSpPr>
          <p:nvPr>
            <p:ph type="body" idx="1"/>
          </p:nvPr>
        </p:nvSpPr>
        <p:spPr/>
        <p:txBody>
          <a:bodyPr/>
          <a:lstStyle/>
          <a:p>
            <a:pPr eaLnBrk="1" hangingPunct="1"/>
            <a:r>
              <a:rPr lang="zh-CN" altLang="en-US" sz="2800"/>
              <a:t>进度延迟，用户满意度下降。</a:t>
            </a:r>
            <a:endParaRPr lang="zh-CN" altLang="en-US" sz="2800"/>
          </a:p>
          <a:p>
            <a:pPr eaLnBrk="1" hangingPunct="1"/>
            <a:r>
              <a:rPr lang="zh-CN" altLang="en-US" sz="2800"/>
              <a:t>未征得项目经理同意，软件部把关键项目人员撤走，参与其他项目开发工作</a:t>
            </a:r>
            <a:endParaRPr lang="zh-CN" altLang="en-US" sz="2800"/>
          </a:p>
          <a:p>
            <a:pPr eaLnBrk="1" hangingPunct="1"/>
            <a:r>
              <a:rPr lang="zh-CN" altLang="en-US" sz="2800"/>
              <a:t>实施过程中遇到技术难点，项目组内部迟迟不能解决</a:t>
            </a:r>
            <a:endParaRPr lang="zh-CN" altLang="en-US" sz="2800"/>
          </a:p>
          <a:p>
            <a:pPr eaLnBrk="1" hangingPunct="1"/>
            <a:r>
              <a:rPr lang="zh-CN" altLang="en-US" sz="2800"/>
              <a:t>原因：</a:t>
            </a:r>
            <a:r>
              <a:rPr lang="zh-CN" altLang="en-US" sz="2800">
                <a:solidFill>
                  <a:srgbClr val="FF9900"/>
                </a:solidFill>
              </a:rPr>
              <a:t>项目流程（计划）未定义清楚</a:t>
            </a:r>
            <a:endParaRPr lang="zh-CN" altLang="en-US" sz="2800">
              <a:solidFill>
                <a:srgbClr val="FF9900"/>
              </a:solidFill>
            </a:endParaRPr>
          </a:p>
          <a:p>
            <a:pPr lvl="2" eaLnBrk="1" hangingPunct="1"/>
            <a:r>
              <a:rPr lang="zh-CN" altLang="en-US" sz="2000"/>
              <a:t>项目组成员的调动必须征得项目经理同意；预先定义明确的问题升级流程 ；</a:t>
            </a:r>
            <a:endParaRPr lang="zh-CN" altLang="en-US" sz="2000"/>
          </a:p>
          <a:p>
            <a:pPr eaLnBrk="1" hangingPunct="1"/>
            <a:r>
              <a:rPr lang="zh-CN" altLang="en-US" sz="2800"/>
              <a:t>原因：</a:t>
            </a:r>
            <a:r>
              <a:rPr lang="zh-CN" altLang="en-US" sz="2800">
                <a:solidFill>
                  <a:srgbClr val="FF9900"/>
                </a:solidFill>
              </a:rPr>
              <a:t>缺乏风险分析</a:t>
            </a:r>
            <a:endParaRPr lang="zh-CN" altLang="en-US" sz="2800">
              <a:solidFill>
                <a:srgbClr val="FF9900"/>
              </a:solidFill>
            </a:endParaRPr>
          </a:p>
          <a:p>
            <a:pPr lvl="2" eaLnBrk="1" hangingPunct="1"/>
            <a:r>
              <a:rPr lang="zh-CN" altLang="en-US" sz="2000"/>
              <a:t>软件部工程师不能按时完成设计工作（可能性中、严重性高）－对专用软件缺乏深入了解－提前获得专用软件的厂家的技术支持承诺</a:t>
            </a:r>
            <a:endParaRPr lang="zh-CN" altLang="en-US" sz="2000"/>
          </a:p>
        </p:txBody>
      </p:sp>
      <p:sp>
        <p:nvSpPr>
          <p:cNvPr id="3" name="灯片编号占位符 2"/>
          <p:cNvSpPr>
            <a:spLocks noGrp="1"/>
          </p:cNvSpPr>
          <p:nvPr>
            <p:ph type="sldNum" sz="quarter" idx="10"/>
          </p:nvPr>
        </p:nvSpPr>
        <p:spPr/>
        <p:txBody>
          <a:bodyPr/>
          <a:lstStyle/>
          <a:p>
            <a:pPr>
              <a:defRPr/>
            </a:pPr>
            <a:fld id="{6D9D2222-8541-46EA-AD3B-36A5E091B774}" type="slidenum">
              <a:rPr lang="en-US" altLang="zh-CN" smtClean="0"/>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19207">
                                            <p:txEl>
                                              <p:pRg st="3" end="3"/>
                                            </p:txEl>
                                          </p:spTgt>
                                        </p:tgtEl>
                                        <p:attrNameLst>
                                          <p:attrName>style.visibility</p:attrName>
                                        </p:attrNameLst>
                                      </p:cBhvr>
                                      <p:to>
                                        <p:strVal val="visible"/>
                                      </p:to>
                                    </p:set>
                                    <p:anim calcmode="lin" valueType="num">
                                      <p:cBhvr additive="base">
                                        <p:cTn id="7" dur="500" fill="hold"/>
                                        <p:tgtEl>
                                          <p:spTgt spid="819207">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1920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19207">
                                            <p:txEl>
                                              <p:pRg st="4" end="4"/>
                                            </p:txEl>
                                          </p:spTgt>
                                        </p:tgtEl>
                                        <p:attrNameLst>
                                          <p:attrName>style.visibility</p:attrName>
                                        </p:attrNameLst>
                                      </p:cBhvr>
                                      <p:to>
                                        <p:strVal val="visible"/>
                                      </p:to>
                                    </p:set>
                                    <p:anim calcmode="lin" valueType="num">
                                      <p:cBhvr additive="base">
                                        <p:cTn id="13" dur="500" fill="hold"/>
                                        <p:tgtEl>
                                          <p:spTgt spid="819207">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1920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19207">
                                            <p:txEl>
                                              <p:pRg st="5" end="5"/>
                                            </p:txEl>
                                          </p:spTgt>
                                        </p:tgtEl>
                                        <p:attrNameLst>
                                          <p:attrName>style.visibility</p:attrName>
                                        </p:attrNameLst>
                                      </p:cBhvr>
                                      <p:to>
                                        <p:strVal val="visible"/>
                                      </p:to>
                                    </p:set>
                                    <p:anim calcmode="lin" valueType="num">
                                      <p:cBhvr additive="base">
                                        <p:cTn id="19" dur="500" fill="hold"/>
                                        <p:tgtEl>
                                          <p:spTgt spid="819207">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1920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19207">
                                            <p:txEl>
                                              <p:pRg st="6" end="6"/>
                                            </p:txEl>
                                          </p:spTgt>
                                        </p:tgtEl>
                                        <p:attrNameLst>
                                          <p:attrName>style.visibility</p:attrName>
                                        </p:attrNameLst>
                                      </p:cBhvr>
                                      <p:to>
                                        <p:strVal val="visible"/>
                                      </p:to>
                                    </p:set>
                                    <p:anim calcmode="lin" valueType="num">
                                      <p:cBhvr additive="base">
                                        <p:cTn id="25" dur="500" fill="hold"/>
                                        <p:tgtEl>
                                          <p:spTgt spid="819207">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1920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5" name="Rectangle 4"/>
          <p:cNvSpPr>
            <a:spLocks noGrp="1" noChangeArrowheads="1"/>
          </p:cNvSpPr>
          <p:nvPr>
            <p:ph type="title"/>
          </p:nvPr>
        </p:nvSpPr>
        <p:spPr/>
        <p:txBody>
          <a:bodyPr/>
          <a:lstStyle/>
          <a:p>
            <a:pPr eaLnBrk="1" hangingPunct="1"/>
            <a:r>
              <a:rPr lang="zh-CN" altLang="en-US"/>
              <a:t>案例分析（</a:t>
            </a:r>
            <a:r>
              <a:rPr lang="en-US" altLang="zh-CN"/>
              <a:t>6</a:t>
            </a:r>
            <a:r>
              <a:rPr lang="zh-CN" altLang="en-US"/>
              <a:t>）：问题分析</a:t>
            </a:r>
            <a:endParaRPr lang="en-US" altLang="zh-CN"/>
          </a:p>
        </p:txBody>
      </p:sp>
      <p:sp>
        <p:nvSpPr>
          <p:cNvPr id="821253" name="Rectangle 5"/>
          <p:cNvSpPr>
            <a:spLocks noGrp="1" noChangeArrowheads="1"/>
          </p:cNvSpPr>
          <p:nvPr>
            <p:ph type="body" idx="1"/>
          </p:nvPr>
        </p:nvSpPr>
        <p:spPr/>
        <p:txBody>
          <a:bodyPr/>
          <a:lstStyle/>
          <a:p>
            <a:pPr eaLnBrk="1" hangingPunct="1"/>
            <a:r>
              <a:rPr lang="zh-CN" altLang="en-US" sz="2800"/>
              <a:t>项目经理面临四面楚歌</a:t>
            </a:r>
            <a:endParaRPr lang="zh-CN" altLang="en-US" sz="2800"/>
          </a:p>
          <a:p>
            <a:pPr lvl="2" eaLnBrk="1" hangingPunct="1"/>
            <a:r>
              <a:rPr lang="zh-CN" altLang="en-US" sz="2000"/>
              <a:t>用户不满意</a:t>
            </a:r>
            <a:endParaRPr lang="zh-CN" altLang="en-US" sz="2000"/>
          </a:p>
          <a:p>
            <a:pPr lvl="2" eaLnBrk="1" hangingPunct="1"/>
            <a:r>
              <a:rPr lang="zh-CN" altLang="en-US" sz="2000"/>
              <a:t>软件部成员工作积极性不高</a:t>
            </a:r>
            <a:endParaRPr lang="zh-CN" altLang="en-US" sz="2000"/>
          </a:p>
          <a:p>
            <a:pPr lvl="2" eaLnBrk="1" hangingPunct="1"/>
            <a:r>
              <a:rPr lang="zh-CN" altLang="en-US" sz="2000"/>
              <a:t>合作伙伴“飞达”公司由于没能按时收到货款，强烈抗议并停止技术支持</a:t>
            </a:r>
            <a:endParaRPr lang="zh-CN" altLang="en-US" sz="2000"/>
          </a:p>
          <a:p>
            <a:pPr lvl="2" eaLnBrk="1" hangingPunct="1"/>
            <a:r>
              <a:rPr lang="zh-CN" altLang="en-US" sz="2000"/>
              <a:t>公司审核，由于没有按时拿到用户的签字确认，受到公司内部责问</a:t>
            </a:r>
            <a:endParaRPr lang="zh-CN" altLang="en-US" sz="2000"/>
          </a:p>
          <a:p>
            <a:pPr eaLnBrk="1" hangingPunct="1"/>
            <a:r>
              <a:rPr lang="zh-CN" altLang="en-US" sz="2800"/>
              <a:t>原因：</a:t>
            </a:r>
            <a:r>
              <a:rPr lang="zh-CN" altLang="en-US" sz="2800">
                <a:solidFill>
                  <a:srgbClr val="FF9900"/>
                </a:solidFill>
              </a:rPr>
              <a:t>分配职责，没有获得成员的承诺；项目经理的沟通能力欠缺</a:t>
            </a:r>
            <a:endParaRPr lang="zh-CN" altLang="en-US" sz="2800">
              <a:solidFill>
                <a:srgbClr val="FF9900"/>
              </a:solidFill>
            </a:endParaRPr>
          </a:p>
          <a:p>
            <a:pPr lvl="2" eaLnBrk="1" hangingPunct="1"/>
            <a:r>
              <a:rPr lang="zh-CN" altLang="en-US" sz="2000"/>
              <a:t>喜欢用电子邮件的方式沟通，不擅长面对面的沟通；</a:t>
            </a:r>
            <a:endParaRPr lang="zh-CN" altLang="en-US" sz="2000"/>
          </a:p>
          <a:p>
            <a:pPr lvl="2" eaLnBrk="1" hangingPunct="1"/>
            <a:r>
              <a:rPr lang="zh-CN" altLang="en-US" sz="2000"/>
              <a:t>必须与客户的决策者建立起顺畅的沟通；</a:t>
            </a:r>
            <a:endParaRPr lang="zh-CN" altLang="en-US" sz="2000"/>
          </a:p>
          <a:p>
            <a:pPr lvl="2" eaLnBrk="1" hangingPunct="1"/>
            <a:r>
              <a:rPr lang="zh-CN" altLang="en-US" sz="2000"/>
              <a:t>加强与软件部的沟通（没有上下级关系，如何与其沟通，使其领导承诺保障项目人员配备，提供成员的积极性）；</a:t>
            </a:r>
            <a:endParaRPr lang="zh-CN" altLang="en-US" sz="2000"/>
          </a:p>
          <a:p>
            <a:pPr lvl="2" eaLnBrk="1" hangingPunct="1"/>
            <a:r>
              <a:rPr lang="zh-CN" altLang="en-US" sz="2000"/>
              <a:t>加强与合作伙伴的沟通（拿不到用户确认，他们应该承担的责任，督促其尽快完成）。</a:t>
            </a:r>
            <a:endParaRPr lang="zh-CN" altLang="en-US" sz="2000"/>
          </a:p>
        </p:txBody>
      </p:sp>
      <p:sp>
        <p:nvSpPr>
          <p:cNvPr id="3" name="灯片编号占位符 2"/>
          <p:cNvSpPr>
            <a:spLocks noGrp="1"/>
          </p:cNvSpPr>
          <p:nvPr>
            <p:ph type="sldNum" sz="quarter" idx="10"/>
          </p:nvPr>
        </p:nvSpPr>
        <p:spPr/>
        <p:txBody>
          <a:bodyPr/>
          <a:lstStyle/>
          <a:p>
            <a:pPr>
              <a:defRPr/>
            </a:pPr>
            <a:fld id="{6D9D2222-8541-46EA-AD3B-36A5E091B774}" type="slidenum">
              <a:rPr lang="en-US" altLang="zh-CN" smtClean="0"/>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21253">
                                            <p:txEl>
                                              <p:pRg st="5" end="5"/>
                                            </p:txEl>
                                          </p:spTgt>
                                        </p:tgtEl>
                                        <p:attrNameLst>
                                          <p:attrName>style.visibility</p:attrName>
                                        </p:attrNameLst>
                                      </p:cBhvr>
                                      <p:to>
                                        <p:strVal val="visible"/>
                                      </p:to>
                                    </p:set>
                                    <p:anim calcmode="lin" valueType="num">
                                      <p:cBhvr additive="base">
                                        <p:cTn id="7" dur="500" fill="hold"/>
                                        <p:tgtEl>
                                          <p:spTgt spid="821253">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2125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21253">
                                            <p:txEl>
                                              <p:pRg st="6" end="6"/>
                                            </p:txEl>
                                          </p:spTgt>
                                        </p:tgtEl>
                                        <p:attrNameLst>
                                          <p:attrName>style.visibility</p:attrName>
                                        </p:attrNameLst>
                                      </p:cBhvr>
                                      <p:to>
                                        <p:strVal val="visible"/>
                                      </p:to>
                                    </p:set>
                                    <p:anim calcmode="lin" valueType="num">
                                      <p:cBhvr additive="base">
                                        <p:cTn id="13" dur="500" fill="hold"/>
                                        <p:tgtEl>
                                          <p:spTgt spid="821253">
                                            <p:txEl>
                                              <p:pRg st="6" end="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2125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21253">
                                            <p:txEl>
                                              <p:pRg st="7" end="7"/>
                                            </p:txEl>
                                          </p:spTgt>
                                        </p:tgtEl>
                                        <p:attrNameLst>
                                          <p:attrName>style.visibility</p:attrName>
                                        </p:attrNameLst>
                                      </p:cBhvr>
                                      <p:to>
                                        <p:strVal val="visible"/>
                                      </p:to>
                                    </p:set>
                                    <p:anim calcmode="lin" valueType="num">
                                      <p:cBhvr additive="base">
                                        <p:cTn id="19" dur="500" fill="hold"/>
                                        <p:tgtEl>
                                          <p:spTgt spid="82125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2125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21253">
                                            <p:txEl>
                                              <p:pRg st="8" end="8"/>
                                            </p:txEl>
                                          </p:spTgt>
                                        </p:tgtEl>
                                        <p:attrNameLst>
                                          <p:attrName>style.visibility</p:attrName>
                                        </p:attrNameLst>
                                      </p:cBhvr>
                                      <p:to>
                                        <p:strVal val="visible"/>
                                      </p:to>
                                    </p:set>
                                    <p:anim calcmode="lin" valueType="num">
                                      <p:cBhvr additive="base">
                                        <p:cTn id="25" dur="500" fill="hold"/>
                                        <p:tgtEl>
                                          <p:spTgt spid="821253">
                                            <p:txEl>
                                              <p:pRg st="8" end="8"/>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2125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21253">
                                            <p:txEl>
                                              <p:pRg st="9" end="9"/>
                                            </p:txEl>
                                          </p:spTgt>
                                        </p:tgtEl>
                                        <p:attrNameLst>
                                          <p:attrName>style.visibility</p:attrName>
                                        </p:attrNameLst>
                                      </p:cBhvr>
                                      <p:to>
                                        <p:strVal val="visible"/>
                                      </p:to>
                                    </p:set>
                                    <p:anim calcmode="lin" valueType="num">
                                      <p:cBhvr additive="base">
                                        <p:cTn id="31" dur="500" fill="hold"/>
                                        <p:tgtEl>
                                          <p:spTgt spid="821253">
                                            <p:txEl>
                                              <p:pRg st="9" end="9"/>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2125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课程内容</a:t>
            </a:r>
            <a:endParaRPr lang="zh-CN" altLang="en-US" dirty="0"/>
          </a:p>
        </p:txBody>
      </p:sp>
      <p:graphicFrame>
        <p:nvGraphicFramePr>
          <p:cNvPr id="5" name="内容占位符 4"/>
          <p:cNvGraphicFramePr>
            <a:graphicFrameLocks noGrp="1"/>
          </p:cNvGraphicFramePr>
          <p:nvPr>
            <p:ph sz="half" idx="1"/>
          </p:nvPr>
        </p:nvGraphicFramePr>
        <p:xfrm>
          <a:off x="365125" y="1273175"/>
          <a:ext cx="4470400" cy="52705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graphicFrame>
        <p:nvGraphicFramePr>
          <p:cNvPr id="8" name="内容占位符 7"/>
          <p:cNvGraphicFramePr>
            <a:graphicFrameLocks noGrp="1"/>
          </p:cNvGraphicFramePr>
          <p:nvPr>
            <p:ph sz="half" idx="2"/>
          </p:nvPr>
        </p:nvGraphicFramePr>
        <p:xfrm>
          <a:off x="4987925" y="1273175"/>
          <a:ext cx="4470400" cy="527050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3" name="灯片编号占位符 2"/>
          <p:cNvSpPr>
            <a:spLocks noGrp="1"/>
          </p:cNvSpPr>
          <p:nvPr>
            <p:ph type="sldNum" sz="quarter" idx="10"/>
          </p:nvPr>
        </p:nvSpPr>
        <p:spPr/>
        <p:txBody>
          <a:bodyPr/>
          <a:lstStyle/>
          <a:p>
            <a:pPr>
              <a:defRPr/>
            </a:pPr>
            <a:fld id="{ADA0D315-17C2-4F0F-B1C6-8BF8415BD984}" type="slidenum">
              <a:rPr lang="en-US" altLang="zh-CN" smtClean="0"/>
            </a:fld>
            <a:endParaRPr lang="en-US" altLang="zh-CN" dirty="0"/>
          </a:p>
        </p:txBody>
      </p:sp>
      <p:sp>
        <p:nvSpPr>
          <p:cNvPr id="2" name="文本框 1"/>
          <p:cNvSpPr txBox="1"/>
          <p:nvPr/>
        </p:nvSpPr>
        <p:spPr>
          <a:xfrm>
            <a:off x="8644255" y="5851603"/>
            <a:ext cx="814070" cy="646331"/>
          </a:xfrm>
          <a:prstGeom prst="rect">
            <a:avLst/>
          </a:prstGeom>
          <a:noFill/>
        </p:spPr>
        <p:txBody>
          <a:bodyPr wrap="square" rtlCol="0">
            <a:spAutoFit/>
          </a:bodyPr>
          <a:lstStyle/>
          <a:p>
            <a:r>
              <a:rPr lang="zh-CN" altLang="en-US" sz="3600" dirty="0"/>
              <a:t>👈</a:t>
            </a:r>
            <a:endParaRPr lang="zh-CN" altLang="en-US" sz="360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3" name="Rectangle 2"/>
          <p:cNvSpPr>
            <a:spLocks noGrp="1" noChangeArrowheads="1"/>
          </p:cNvSpPr>
          <p:nvPr>
            <p:ph type="title"/>
          </p:nvPr>
        </p:nvSpPr>
        <p:spPr/>
        <p:txBody>
          <a:bodyPr/>
          <a:lstStyle/>
          <a:p>
            <a:pPr eaLnBrk="1" hangingPunct="1"/>
            <a:r>
              <a:rPr lang="zh-CN" altLang="en-US"/>
              <a:t>项目管理的黄金法则</a:t>
            </a:r>
            <a:endParaRPr lang="zh-CN" altLang="en-US"/>
          </a:p>
        </p:txBody>
      </p:sp>
      <p:sp>
        <p:nvSpPr>
          <p:cNvPr id="209924" name="Text Box 3"/>
          <p:cNvSpPr txBox="1">
            <a:spLocks noChangeArrowheads="1"/>
          </p:cNvSpPr>
          <p:nvPr/>
        </p:nvSpPr>
        <p:spPr bwMode="auto">
          <a:xfrm>
            <a:off x="1225550" y="4383088"/>
            <a:ext cx="7850188" cy="1860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marL="1143000" indent="-228600">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algn="ctr"/>
            <a:r>
              <a:rPr lang="zh-CN" altLang="en-US" sz="4000">
                <a:solidFill>
                  <a:srgbClr val="CC3300"/>
                </a:solidFill>
                <a:latin typeface="Futura Hv" pitchFamily="34" charset="0"/>
                <a:ea typeface="黑体" panose="02010609060101010101" pitchFamily="49" charset="-122"/>
              </a:rPr>
              <a:t>不要有意外!!!</a:t>
            </a:r>
            <a:endParaRPr lang="zh-CN" altLang="en-US" sz="4000">
              <a:solidFill>
                <a:srgbClr val="CC3300"/>
              </a:solidFill>
              <a:latin typeface="Futura Hv" pitchFamily="34" charset="0"/>
              <a:ea typeface="黑体" panose="02010609060101010101" pitchFamily="49" charset="-122"/>
            </a:endParaRPr>
          </a:p>
          <a:p>
            <a:pPr algn="ctr"/>
            <a:r>
              <a:rPr lang="en-US" altLang="zh-CN" sz="4800">
                <a:solidFill>
                  <a:srgbClr val="CC3300"/>
                </a:solidFill>
                <a:latin typeface="Futura Hv" pitchFamily="34" charset="0"/>
                <a:ea typeface="黑体" panose="02010609060101010101" pitchFamily="49" charset="-122"/>
              </a:rPr>
              <a:t>With no or few surprises!!!</a:t>
            </a:r>
            <a:endParaRPr lang="en-US" altLang="zh-CN" sz="4800">
              <a:solidFill>
                <a:srgbClr val="CC3300"/>
              </a:solidFill>
              <a:latin typeface="Futura Hv" pitchFamily="34" charset="0"/>
              <a:ea typeface="黑体" panose="02010609060101010101" pitchFamily="49" charset="-122"/>
            </a:endParaRPr>
          </a:p>
          <a:p>
            <a:pPr algn="ctr"/>
            <a:r>
              <a:rPr lang="en-US" altLang="zh-CN" sz="2800">
                <a:solidFill>
                  <a:srgbClr val="CC3300"/>
                </a:solidFill>
                <a:latin typeface="Futura Hv" pitchFamily="34" charset="0"/>
                <a:ea typeface="黑体" panose="02010609060101010101" pitchFamily="49" charset="-122"/>
              </a:rPr>
              <a:t>Especially at the last minute.</a:t>
            </a:r>
            <a:endParaRPr lang="en-US" altLang="zh-CN" sz="3200">
              <a:solidFill>
                <a:srgbClr val="CC3300"/>
              </a:solidFill>
              <a:latin typeface="Futura Hv" pitchFamily="34" charset="0"/>
              <a:ea typeface="黑体" panose="02010609060101010101" pitchFamily="49" charset="-122"/>
            </a:endParaRPr>
          </a:p>
        </p:txBody>
      </p:sp>
      <p:graphicFrame>
        <p:nvGraphicFramePr>
          <p:cNvPr id="209925" name="Object 4"/>
          <p:cNvGraphicFramePr>
            <a:graphicFrameLocks noChangeAspect="1"/>
          </p:cNvGraphicFramePr>
          <p:nvPr/>
        </p:nvGraphicFramePr>
        <p:xfrm>
          <a:off x="3632200" y="1447800"/>
          <a:ext cx="3365500" cy="2366963"/>
        </p:xfrm>
        <a:graphic>
          <a:graphicData uri="http://schemas.openxmlformats.org/presentationml/2006/ole">
            <mc:AlternateContent xmlns:mc="http://schemas.openxmlformats.org/markup-compatibility/2006">
              <mc:Choice xmlns:v="urn:schemas-microsoft-com:vml" Requires="v">
                <p:oleObj spid="_x0000_s0" name="Clip" r:id="rId1" imgW="4743450" imgH="3613150" progId="MS_ClipArt_Gallery.2">
                  <p:embed/>
                </p:oleObj>
              </mc:Choice>
              <mc:Fallback>
                <p:oleObj name="Clip" r:id="rId1" imgW="4743450" imgH="3613150" progId="MS_ClipArt_Gallery.2">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32200" y="1447800"/>
                        <a:ext cx="3365500" cy="2366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 name="灯片编号占位符 2"/>
          <p:cNvSpPr>
            <a:spLocks noGrp="1"/>
          </p:cNvSpPr>
          <p:nvPr>
            <p:ph type="sldNum" sz="quarter" idx="10"/>
          </p:nvPr>
        </p:nvSpPr>
        <p:spPr/>
        <p:txBody>
          <a:bodyPr/>
          <a:lstStyle/>
          <a:p>
            <a:pPr>
              <a:defRPr/>
            </a:pPr>
            <a:fld id="{A6A0D67D-9B30-457F-9874-1F92730590A0}" type="slidenum">
              <a:rPr lang="en-US" altLang="zh-CN" smtClean="0"/>
            </a:fld>
            <a:endParaRPr lang="en-US" altLang="zh-CN"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1" name="Rectangle 2"/>
          <p:cNvSpPr>
            <a:spLocks noGrp="1" noChangeArrowheads="1"/>
          </p:cNvSpPr>
          <p:nvPr>
            <p:ph type="title"/>
          </p:nvPr>
        </p:nvSpPr>
        <p:spPr/>
        <p:txBody>
          <a:bodyPr/>
          <a:lstStyle/>
          <a:p>
            <a:pPr eaLnBrk="1" hangingPunct="1"/>
            <a:r>
              <a:rPr lang="zh-CN" altLang="en-US"/>
              <a:t>测试</a:t>
            </a:r>
            <a:endParaRPr lang="zh-CN" altLang="en-US"/>
          </a:p>
        </p:txBody>
      </p:sp>
      <p:sp>
        <p:nvSpPr>
          <p:cNvPr id="211972" name="Text Box 7"/>
          <p:cNvSpPr txBox="1">
            <a:spLocks noChangeArrowheads="1"/>
          </p:cNvSpPr>
          <p:nvPr/>
        </p:nvSpPr>
        <p:spPr bwMode="auto">
          <a:xfrm>
            <a:off x="749300" y="1331913"/>
            <a:ext cx="8413750" cy="3990975"/>
          </a:xfrm>
          <a:prstGeom prst="rect">
            <a:avLst/>
          </a:prstGeom>
          <a:noFill/>
          <a:ln>
            <a:noFill/>
          </a:ln>
          <a:effectLst/>
          <a:extLst>
            <a:ext uri="{909E8E84-426E-40DD-AFC4-6F175D3DCCD1}">
              <a14:hiddenFill xmlns:a14="http://schemas.microsoft.com/office/drawing/2010/main">
                <a:solidFill>
                  <a:srgbClr val="C3BE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marL="342900" indent="-342900">
              <a:defRPr sz="2400">
                <a:solidFill>
                  <a:schemeClr val="tx1"/>
                </a:solidFill>
                <a:latin typeface="Futura Bk" pitchFamily="34" charset="0"/>
                <a:ea typeface="宋体" panose="02010600030101010101" pitchFamily="2" charset="-122"/>
              </a:defRPr>
            </a:lvl1pPr>
            <a:lvl2pPr marL="742950" indent="-285750">
              <a:defRPr sz="2400">
                <a:solidFill>
                  <a:schemeClr val="tx1"/>
                </a:solidFill>
                <a:latin typeface="Futura Bk" pitchFamily="34" charset="0"/>
                <a:ea typeface="宋体" panose="02010600030101010101" pitchFamily="2" charset="-122"/>
              </a:defRPr>
            </a:lvl2pPr>
            <a:lvl3pPr>
              <a:defRPr sz="2400">
                <a:solidFill>
                  <a:schemeClr val="tx1"/>
                </a:solidFill>
                <a:latin typeface="Futura Bk" pitchFamily="34" charset="0"/>
                <a:ea typeface="宋体" panose="02010600030101010101" pitchFamily="2" charset="-122"/>
              </a:defRPr>
            </a:lvl3pPr>
            <a:lvl4pPr marL="1600200" indent="-228600">
              <a:defRPr sz="2400">
                <a:solidFill>
                  <a:schemeClr val="tx1"/>
                </a:solidFill>
                <a:latin typeface="Futura Bk" pitchFamily="34" charset="0"/>
                <a:ea typeface="宋体" panose="02010600030101010101" pitchFamily="2" charset="-122"/>
              </a:defRPr>
            </a:lvl4pPr>
            <a:lvl5pPr marL="2057400" indent="-228600">
              <a:defRPr sz="2400">
                <a:solidFill>
                  <a:schemeClr val="tx1"/>
                </a:solidFill>
                <a:latin typeface="Futura Bk"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Futura Bk" pitchFamily="34" charset="0"/>
                <a:ea typeface="宋体" panose="02010600030101010101" pitchFamily="2" charset="-122"/>
              </a:defRPr>
            </a:lvl9pPr>
          </a:lstStyle>
          <a:p>
            <a:pPr lvl="2"/>
            <a:r>
              <a:rPr lang="zh-CN" altLang="en-US" sz="3200" b="1">
                <a:solidFill>
                  <a:srgbClr val="000000"/>
                </a:solidFill>
                <a:latin typeface="黑体" panose="02010609060101010101" pitchFamily="49" charset="-122"/>
                <a:ea typeface="黑体" panose="02010609060101010101" pitchFamily="49" charset="-122"/>
              </a:rPr>
              <a:t>8、你成为了一个项目管理者，对本公司</a:t>
            </a:r>
            <a:endParaRPr lang="zh-CN" altLang="en-US" sz="3200" b="1">
              <a:solidFill>
                <a:srgbClr val="000000"/>
              </a:solidFill>
              <a:latin typeface="黑体" panose="02010609060101010101" pitchFamily="49" charset="-122"/>
              <a:ea typeface="黑体" panose="02010609060101010101" pitchFamily="49" charset="-122"/>
            </a:endParaRPr>
          </a:p>
          <a:p>
            <a:pPr lvl="2"/>
            <a:r>
              <a:rPr lang="zh-CN" altLang="en-US" sz="3200" b="1">
                <a:solidFill>
                  <a:srgbClr val="000000"/>
                </a:solidFill>
                <a:latin typeface="黑体" panose="02010609060101010101" pitchFamily="49" charset="-122"/>
                <a:ea typeface="黑体" panose="02010609060101010101" pitchFamily="49" charset="-122"/>
              </a:rPr>
              <a:t>   最大好处是什么？</a:t>
            </a:r>
            <a:endParaRPr lang="zh-CN" altLang="en-US" sz="3200" b="1">
              <a:solidFill>
                <a:srgbClr val="000000"/>
              </a:solidFill>
              <a:latin typeface="黑体" panose="02010609060101010101" pitchFamily="49" charset="-122"/>
              <a:ea typeface="黑体" panose="02010609060101010101" pitchFamily="49" charset="-122"/>
            </a:endParaRPr>
          </a:p>
          <a:p>
            <a:pPr lvl="2"/>
            <a:endParaRPr lang="zh-CN" altLang="en-US" sz="3200">
              <a:solidFill>
                <a:srgbClr val="000000"/>
              </a:solidFill>
              <a:latin typeface="黑体" panose="02010609060101010101" pitchFamily="49" charset="-122"/>
              <a:ea typeface="黑体" panose="02010609060101010101" pitchFamily="49" charset="-122"/>
            </a:endParaRPr>
          </a:p>
          <a:p>
            <a:pPr lvl="2"/>
            <a:r>
              <a:rPr lang="en-US" altLang="zh-CN" sz="3200">
                <a:solidFill>
                  <a:srgbClr val="000000"/>
                </a:solidFill>
                <a:latin typeface="黑体" panose="02010609060101010101" pitchFamily="49" charset="-122"/>
                <a:ea typeface="黑体" panose="02010609060101010101" pitchFamily="49" charset="-122"/>
              </a:rPr>
              <a:t>A </a:t>
            </a:r>
            <a:r>
              <a:rPr lang="zh-CN" altLang="en-US" sz="3200">
                <a:solidFill>
                  <a:srgbClr val="000000"/>
                </a:solidFill>
                <a:latin typeface="黑体" panose="02010609060101010101" pitchFamily="49" charset="-122"/>
                <a:ea typeface="黑体" panose="02010609060101010101" pitchFamily="49" charset="-122"/>
              </a:rPr>
              <a:t>多了一个快乐的员工</a:t>
            </a:r>
            <a:endParaRPr lang="zh-CN" altLang="en-US" sz="3200">
              <a:solidFill>
                <a:srgbClr val="000000"/>
              </a:solidFill>
              <a:latin typeface="黑体" panose="02010609060101010101" pitchFamily="49" charset="-122"/>
              <a:ea typeface="黑体" panose="02010609060101010101" pitchFamily="49" charset="-122"/>
            </a:endParaRPr>
          </a:p>
          <a:p>
            <a:pPr lvl="2"/>
            <a:r>
              <a:rPr lang="en-US" altLang="zh-CN" sz="3200">
                <a:solidFill>
                  <a:srgbClr val="000000"/>
                </a:solidFill>
                <a:latin typeface="黑体" panose="02010609060101010101" pitchFamily="49" charset="-122"/>
                <a:ea typeface="黑体" panose="02010609060101010101" pitchFamily="49" charset="-122"/>
              </a:rPr>
              <a:t>B </a:t>
            </a:r>
            <a:r>
              <a:rPr lang="zh-CN" altLang="en-US" sz="3200">
                <a:solidFill>
                  <a:srgbClr val="000000"/>
                </a:solidFill>
                <a:latin typeface="黑体" panose="02010609060101010101" pitchFamily="49" charset="-122"/>
                <a:ea typeface="黑体" panose="02010609060101010101" pitchFamily="49" charset="-122"/>
              </a:rPr>
              <a:t>提高了公司整体实力</a:t>
            </a:r>
            <a:endParaRPr lang="zh-CN" altLang="en-US" sz="3200">
              <a:solidFill>
                <a:srgbClr val="000000"/>
              </a:solidFill>
              <a:latin typeface="黑体" panose="02010609060101010101" pitchFamily="49" charset="-122"/>
              <a:ea typeface="黑体" panose="02010609060101010101" pitchFamily="49" charset="-122"/>
            </a:endParaRPr>
          </a:p>
          <a:p>
            <a:pPr lvl="2"/>
            <a:r>
              <a:rPr lang="en-US" altLang="zh-CN" sz="3200">
                <a:solidFill>
                  <a:srgbClr val="000000"/>
                </a:solidFill>
                <a:latin typeface="黑体" panose="02010609060101010101" pitchFamily="49" charset="-122"/>
                <a:ea typeface="黑体" panose="02010609060101010101" pitchFamily="49" charset="-122"/>
              </a:rPr>
              <a:t>C </a:t>
            </a:r>
            <a:r>
              <a:rPr lang="zh-CN" altLang="en-US" sz="3200">
                <a:solidFill>
                  <a:srgbClr val="000000"/>
                </a:solidFill>
                <a:latin typeface="黑体" panose="02010609060101010101" pitchFamily="49" charset="-122"/>
                <a:ea typeface="黑体" panose="02010609060101010101" pitchFamily="49" charset="-122"/>
              </a:rPr>
              <a:t>你与同事的合作更好了</a:t>
            </a:r>
            <a:endParaRPr lang="zh-CN" altLang="en-US" sz="3200">
              <a:solidFill>
                <a:srgbClr val="000000"/>
              </a:solidFill>
              <a:latin typeface="黑体" panose="02010609060101010101" pitchFamily="49" charset="-122"/>
              <a:ea typeface="黑体" panose="02010609060101010101" pitchFamily="49" charset="-122"/>
            </a:endParaRPr>
          </a:p>
          <a:p>
            <a:pPr lvl="2"/>
            <a:r>
              <a:rPr lang="en-US" altLang="zh-CN" sz="3200">
                <a:solidFill>
                  <a:srgbClr val="000000"/>
                </a:solidFill>
                <a:latin typeface="黑体" panose="02010609060101010101" pitchFamily="49" charset="-122"/>
                <a:ea typeface="黑体" panose="02010609060101010101" pitchFamily="49" charset="-122"/>
              </a:rPr>
              <a:t>D </a:t>
            </a:r>
            <a:r>
              <a:rPr lang="zh-CN" altLang="en-US" sz="3200">
                <a:solidFill>
                  <a:srgbClr val="000000"/>
                </a:solidFill>
                <a:latin typeface="黑体" panose="02010609060101010101" pitchFamily="49" charset="-122"/>
                <a:ea typeface="黑体" panose="02010609060101010101" pitchFamily="49" charset="-122"/>
              </a:rPr>
              <a:t>提高公司的工作效率</a:t>
            </a:r>
            <a:endParaRPr lang="zh-CN" altLang="en-US" sz="3200">
              <a:solidFill>
                <a:srgbClr val="000000"/>
              </a:solidFill>
              <a:latin typeface="黑体" panose="02010609060101010101" pitchFamily="49" charset="-122"/>
              <a:ea typeface="黑体" panose="02010609060101010101" pitchFamily="49" charset="-122"/>
            </a:endParaRPr>
          </a:p>
          <a:p>
            <a:pPr lvl="2"/>
            <a:r>
              <a:rPr lang="en-US" altLang="zh-CN" sz="3200">
                <a:solidFill>
                  <a:srgbClr val="000000"/>
                </a:solidFill>
                <a:latin typeface="黑体" panose="02010609060101010101" pitchFamily="49" charset="-122"/>
                <a:ea typeface="黑体" panose="02010609060101010101" pitchFamily="49" charset="-122"/>
              </a:rPr>
              <a:t>E </a:t>
            </a:r>
            <a:r>
              <a:rPr lang="zh-CN" altLang="en-US" sz="3200">
                <a:solidFill>
                  <a:srgbClr val="000000"/>
                </a:solidFill>
                <a:latin typeface="黑体" panose="02010609060101010101" pitchFamily="49" charset="-122"/>
                <a:ea typeface="黑体" panose="02010609060101010101" pitchFamily="49" charset="-122"/>
              </a:rPr>
              <a:t>使公司在考察升迁者时多了一个候选者</a:t>
            </a:r>
            <a:endParaRPr lang="zh-CN" altLang="en-US" sz="3200">
              <a:solidFill>
                <a:srgbClr val="000000"/>
              </a:solidFill>
              <a:latin typeface="黑体" panose="02010609060101010101" pitchFamily="49" charset="-122"/>
              <a:ea typeface="黑体" panose="02010609060101010101" pitchFamily="49" charset="-122"/>
            </a:endParaRPr>
          </a:p>
        </p:txBody>
      </p:sp>
      <p:pic>
        <p:nvPicPr>
          <p:cNvPr id="211973" name="Picture 8" descr="BD00028_"/>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12750" y="5202238"/>
            <a:ext cx="1327150" cy="1300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灯片编号占位符 2"/>
          <p:cNvSpPr>
            <a:spLocks noGrp="1"/>
          </p:cNvSpPr>
          <p:nvPr>
            <p:ph type="sldNum" sz="quarter" idx="10"/>
          </p:nvPr>
        </p:nvSpPr>
        <p:spPr/>
        <p:txBody>
          <a:bodyPr/>
          <a:lstStyle/>
          <a:p>
            <a:pPr>
              <a:defRPr/>
            </a:pPr>
            <a:fld id="{6D9D2222-8541-46EA-AD3B-36A5E091B774}" type="slidenum">
              <a:rPr lang="en-US" altLang="zh-CN" smtClean="0"/>
            </a:fld>
            <a:endParaRPr lang="en-US" altLang="zh-CN"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5" name="Rectangle 2"/>
          <p:cNvSpPr>
            <a:spLocks noGrp="1" noChangeArrowheads="1"/>
          </p:cNvSpPr>
          <p:nvPr>
            <p:ph type="title"/>
          </p:nvPr>
        </p:nvSpPr>
        <p:spPr>
          <a:xfrm>
            <a:off x="366713" y="195263"/>
            <a:ext cx="9091612" cy="822325"/>
          </a:xfrm>
        </p:spPr>
        <p:txBody>
          <a:bodyPr/>
          <a:lstStyle/>
          <a:p>
            <a:r>
              <a:rPr lang="zh-CN" altLang="en-US" dirty="0"/>
              <a:t>项目管理的成功要素</a:t>
            </a:r>
            <a:endParaRPr lang="zh-CN" altLang="en-US" dirty="0"/>
          </a:p>
        </p:txBody>
      </p:sp>
      <p:graphicFrame>
        <p:nvGraphicFramePr>
          <p:cNvPr id="4" name="内容占位符 3"/>
          <p:cNvGraphicFramePr>
            <a:graphicFrameLocks noGrp="1"/>
          </p:cNvGraphicFramePr>
          <p:nvPr>
            <p:ph idx="1"/>
          </p:nvPr>
        </p:nvGraphicFramePr>
        <p:xfrm>
          <a:off x="365125" y="1273175"/>
          <a:ext cx="9190575" cy="4430205"/>
        </p:xfrm>
        <a:graphic>
          <a:graphicData uri="http://schemas.openxmlformats.org/drawingml/2006/table">
            <a:tbl>
              <a:tblPr firstRow="1" bandRow="1">
                <a:tableStyleId>{5C22544A-7EE6-4342-B048-85BDC9FD1C3A}</a:tableStyleId>
              </a:tblPr>
              <a:tblGrid>
                <a:gridCol w="2045856"/>
                <a:gridCol w="7144719"/>
              </a:tblGrid>
              <a:tr h="455500">
                <a:tc>
                  <a:txBody>
                    <a:bodyPr/>
                    <a:lstStyle/>
                    <a:p>
                      <a:pPr algn="l" latinLnBrk="0"/>
                      <a:r>
                        <a:rPr lang="zh-CN" altLang="en-US" dirty="0">
                          <a:effectLst/>
                        </a:rPr>
                        <a:t>成功要素</a:t>
                      </a:r>
                      <a:endParaRPr lang="zh-CN" altLang="en-US" dirty="0">
                        <a:effectLst/>
                      </a:endParaRPr>
                    </a:p>
                  </a:txBody>
                  <a:tcPr anchor="ctr"/>
                </a:tc>
                <a:tc>
                  <a:txBody>
                    <a:bodyPr/>
                    <a:lstStyle/>
                    <a:p>
                      <a:pPr algn="l" latinLnBrk="0"/>
                      <a:r>
                        <a:rPr lang="zh-CN" altLang="en-US">
                          <a:effectLst/>
                        </a:rPr>
                        <a:t>描述</a:t>
                      </a:r>
                      <a:endParaRPr lang="zh-CN" altLang="en-US">
                        <a:effectLst/>
                      </a:endParaRPr>
                    </a:p>
                  </a:txBody>
                  <a:tcPr anchor="ctr"/>
                </a:tc>
              </a:tr>
              <a:tr h="455500">
                <a:tc>
                  <a:txBody>
                    <a:bodyPr/>
                    <a:lstStyle/>
                    <a:p>
                      <a:pPr latinLnBrk="0"/>
                      <a:r>
                        <a:rPr lang="zh-CN" altLang="en-US" b="1" dirty="0">
                          <a:effectLst/>
                          <a:latin typeface="微软雅黑" panose="020B0503020204020204" charset="-122"/>
                          <a:ea typeface="微软雅黑" panose="020B0503020204020204" charset="-122"/>
                        </a:rPr>
                        <a:t>明确的项目目标</a:t>
                      </a:r>
                      <a:endParaRPr lang="zh-CN" altLang="en-US" dirty="0">
                        <a:effectLst/>
                        <a:latin typeface="微软雅黑" panose="020B0503020204020204" charset="-122"/>
                        <a:ea typeface="微软雅黑" panose="020B0503020204020204" charset="-122"/>
                      </a:endParaRPr>
                    </a:p>
                  </a:txBody>
                  <a:tcPr anchor="ctr"/>
                </a:tc>
                <a:tc>
                  <a:txBody>
                    <a:bodyPr/>
                    <a:lstStyle/>
                    <a:p>
                      <a:pPr latinLnBrk="0"/>
                      <a:r>
                        <a:rPr lang="zh-CN" altLang="en-US" dirty="0">
                          <a:effectLst/>
                          <a:latin typeface="等线" panose="02010600030101010101" pitchFamily="2" charset="-122"/>
                          <a:ea typeface="等线" panose="02010600030101010101" pitchFamily="2" charset="-122"/>
                        </a:rPr>
                        <a:t>确保所有项目目标都是具体、明确且可实现的。</a:t>
                      </a:r>
                      <a:endParaRPr lang="zh-CN" altLang="en-US" dirty="0">
                        <a:effectLst/>
                        <a:latin typeface="等线" panose="02010600030101010101" pitchFamily="2" charset="-122"/>
                        <a:ea typeface="等线" panose="02010600030101010101" pitchFamily="2" charset="-122"/>
                      </a:endParaRPr>
                    </a:p>
                  </a:txBody>
                  <a:tcPr anchor="ctr"/>
                </a:tc>
              </a:tr>
              <a:tr h="455500">
                <a:tc>
                  <a:txBody>
                    <a:bodyPr/>
                    <a:lstStyle/>
                    <a:p>
                      <a:pPr latinLnBrk="0"/>
                      <a:r>
                        <a:rPr lang="zh-CN" altLang="en-US" b="1" dirty="0">
                          <a:effectLst/>
                          <a:latin typeface="微软雅黑" panose="020B0503020204020204" charset="-122"/>
                          <a:ea typeface="微软雅黑" panose="020B0503020204020204" charset="-122"/>
                        </a:rPr>
                        <a:t>详尽的项目计划</a:t>
                      </a:r>
                      <a:endParaRPr lang="zh-CN" altLang="en-US" dirty="0">
                        <a:effectLst/>
                        <a:latin typeface="微软雅黑" panose="020B0503020204020204" charset="-122"/>
                        <a:ea typeface="微软雅黑" panose="020B0503020204020204" charset="-122"/>
                      </a:endParaRPr>
                    </a:p>
                  </a:txBody>
                  <a:tcPr anchor="ctr"/>
                </a:tc>
                <a:tc>
                  <a:txBody>
                    <a:bodyPr/>
                    <a:lstStyle/>
                    <a:p>
                      <a:pPr latinLnBrk="0"/>
                      <a:r>
                        <a:rPr lang="zh-CN" altLang="en-US" dirty="0">
                          <a:effectLst/>
                          <a:latin typeface="等线" panose="02010600030101010101" pitchFamily="2" charset="-122"/>
                          <a:ea typeface="等线" panose="02010600030101010101" pitchFamily="2" charset="-122"/>
                        </a:rPr>
                        <a:t>创建详细的时间表、预算、资源和风险管理计划。</a:t>
                      </a:r>
                      <a:endParaRPr lang="zh-CN" altLang="en-US" dirty="0">
                        <a:effectLst/>
                        <a:latin typeface="等线" panose="02010600030101010101" pitchFamily="2" charset="-122"/>
                        <a:ea typeface="等线" panose="02010600030101010101" pitchFamily="2" charset="-122"/>
                      </a:endParaRPr>
                    </a:p>
                  </a:txBody>
                  <a:tcPr anchor="ctr"/>
                </a:tc>
              </a:tr>
              <a:tr h="455500">
                <a:tc>
                  <a:txBody>
                    <a:bodyPr/>
                    <a:lstStyle/>
                    <a:p>
                      <a:pPr latinLnBrk="0"/>
                      <a:r>
                        <a:rPr lang="zh-CN" altLang="en-US" b="1" dirty="0">
                          <a:effectLst/>
                          <a:latin typeface="微软雅黑" panose="020B0503020204020204" charset="-122"/>
                          <a:ea typeface="微软雅黑" panose="020B0503020204020204" charset="-122"/>
                        </a:rPr>
                        <a:t>有效的沟通</a:t>
                      </a:r>
                      <a:endParaRPr lang="zh-CN" altLang="en-US" dirty="0">
                        <a:effectLst/>
                        <a:latin typeface="微软雅黑" panose="020B0503020204020204" charset="-122"/>
                        <a:ea typeface="微软雅黑" panose="020B0503020204020204" charset="-122"/>
                      </a:endParaRPr>
                    </a:p>
                  </a:txBody>
                  <a:tcPr anchor="ctr"/>
                </a:tc>
                <a:tc>
                  <a:txBody>
                    <a:bodyPr/>
                    <a:lstStyle/>
                    <a:p>
                      <a:pPr latinLnBrk="0"/>
                      <a:r>
                        <a:rPr lang="zh-CN" altLang="en-US" dirty="0">
                          <a:effectLst/>
                          <a:latin typeface="等线" panose="02010600030101010101" pitchFamily="2" charset="-122"/>
                          <a:ea typeface="等线" panose="02010600030101010101" pitchFamily="2" charset="-122"/>
                        </a:rPr>
                        <a:t>保持所有利益相关者之间的清晰、及时和双向沟通。</a:t>
                      </a:r>
                      <a:endParaRPr lang="zh-CN" altLang="en-US" dirty="0">
                        <a:effectLst/>
                        <a:latin typeface="等线" panose="02010600030101010101" pitchFamily="2" charset="-122"/>
                        <a:ea typeface="等线" panose="02010600030101010101" pitchFamily="2" charset="-122"/>
                      </a:endParaRPr>
                    </a:p>
                  </a:txBody>
                  <a:tcPr anchor="ctr"/>
                </a:tc>
              </a:tr>
              <a:tr h="455500">
                <a:tc>
                  <a:txBody>
                    <a:bodyPr/>
                    <a:lstStyle/>
                    <a:p>
                      <a:pPr latinLnBrk="0"/>
                      <a:r>
                        <a:rPr lang="zh-CN" altLang="en-US" b="1" dirty="0">
                          <a:effectLst/>
                          <a:latin typeface="微软雅黑" panose="020B0503020204020204" charset="-122"/>
                          <a:ea typeface="微软雅黑" panose="020B0503020204020204" charset="-122"/>
                        </a:rPr>
                        <a:t>团队协作</a:t>
                      </a:r>
                      <a:endParaRPr lang="zh-CN" altLang="en-US" dirty="0">
                        <a:effectLst/>
                        <a:latin typeface="微软雅黑" panose="020B0503020204020204" charset="-122"/>
                        <a:ea typeface="微软雅黑" panose="020B0503020204020204" charset="-122"/>
                      </a:endParaRPr>
                    </a:p>
                  </a:txBody>
                  <a:tcPr anchor="ctr"/>
                </a:tc>
                <a:tc>
                  <a:txBody>
                    <a:bodyPr/>
                    <a:lstStyle/>
                    <a:p>
                      <a:pPr latinLnBrk="0"/>
                      <a:r>
                        <a:rPr lang="zh-CN" altLang="en-US" dirty="0">
                          <a:effectLst/>
                          <a:latin typeface="等线" panose="02010600030101010101" pitchFamily="2" charset="-122"/>
                          <a:ea typeface="等线" panose="02010600030101010101" pitchFamily="2" charset="-122"/>
                        </a:rPr>
                        <a:t>促进团队成员之间的合作、信任和尊重。</a:t>
                      </a:r>
                      <a:endParaRPr lang="zh-CN" altLang="en-US" dirty="0">
                        <a:effectLst/>
                        <a:latin typeface="等线" panose="02010600030101010101" pitchFamily="2" charset="-122"/>
                        <a:ea typeface="等线" panose="02010600030101010101" pitchFamily="2" charset="-122"/>
                      </a:endParaRPr>
                    </a:p>
                  </a:txBody>
                  <a:tcPr anchor="ctr"/>
                </a:tc>
              </a:tr>
              <a:tr h="455500">
                <a:tc>
                  <a:txBody>
                    <a:bodyPr/>
                    <a:lstStyle/>
                    <a:p>
                      <a:pPr latinLnBrk="0"/>
                      <a:r>
                        <a:rPr lang="zh-CN" altLang="en-US" b="1" dirty="0">
                          <a:effectLst/>
                          <a:latin typeface="微软雅黑" panose="020B0503020204020204" charset="-122"/>
                          <a:ea typeface="微软雅黑" panose="020B0503020204020204" charset="-122"/>
                        </a:rPr>
                        <a:t>风险管理</a:t>
                      </a:r>
                      <a:endParaRPr lang="zh-CN" altLang="en-US" dirty="0">
                        <a:effectLst/>
                        <a:latin typeface="微软雅黑" panose="020B0503020204020204" charset="-122"/>
                        <a:ea typeface="微软雅黑" panose="020B0503020204020204" charset="-122"/>
                      </a:endParaRPr>
                    </a:p>
                  </a:txBody>
                  <a:tcPr anchor="ctr"/>
                </a:tc>
                <a:tc>
                  <a:txBody>
                    <a:bodyPr/>
                    <a:lstStyle/>
                    <a:p>
                      <a:pPr latinLnBrk="0"/>
                      <a:r>
                        <a:rPr lang="zh-CN" altLang="en-US" dirty="0">
                          <a:effectLst/>
                          <a:latin typeface="等线" panose="02010600030101010101" pitchFamily="2" charset="-122"/>
                          <a:ea typeface="等线" panose="02010600030101010101" pitchFamily="2" charset="-122"/>
                        </a:rPr>
                        <a:t>识别潜在风险并制定预防措施，定期评估和调整风险管理策略。</a:t>
                      </a:r>
                      <a:endParaRPr lang="zh-CN" altLang="en-US" dirty="0">
                        <a:effectLst/>
                        <a:latin typeface="等线" panose="02010600030101010101" pitchFamily="2" charset="-122"/>
                        <a:ea typeface="等线" panose="02010600030101010101" pitchFamily="2" charset="-122"/>
                      </a:endParaRPr>
                    </a:p>
                  </a:txBody>
                  <a:tcPr anchor="ctr"/>
                </a:tc>
              </a:tr>
              <a:tr h="786205">
                <a:tc>
                  <a:txBody>
                    <a:bodyPr/>
                    <a:lstStyle/>
                    <a:p>
                      <a:pPr latinLnBrk="0"/>
                      <a:r>
                        <a:rPr lang="zh-CN" altLang="en-US" b="1" dirty="0">
                          <a:effectLst/>
                          <a:latin typeface="微软雅黑" panose="020B0503020204020204" charset="-122"/>
                          <a:ea typeface="微软雅黑" panose="020B0503020204020204" charset="-122"/>
                        </a:rPr>
                        <a:t>利益相关者参与</a:t>
                      </a:r>
                      <a:endParaRPr lang="zh-CN" altLang="en-US" dirty="0">
                        <a:effectLst/>
                        <a:latin typeface="微软雅黑" panose="020B0503020204020204" charset="-122"/>
                        <a:ea typeface="微软雅黑" panose="020B0503020204020204" charset="-122"/>
                      </a:endParaRPr>
                    </a:p>
                  </a:txBody>
                  <a:tcPr anchor="ctr"/>
                </a:tc>
                <a:tc>
                  <a:txBody>
                    <a:bodyPr/>
                    <a:lstStyle/>
                    <a:p>
                      <a:pPr latinLnBrk="0"/>
                      <a:r>
                        <a:rPr lang="zh-CN" altLang="en-US" dirty="0">
                          <a:effectLst/>
                          <a:latin typeface="等线" panose="02010600030101010101" pitchFamily="2" charset="-122"/>
                          <a:ea typeface="等线" panose="02010600030101010101" pitchFamily="2" charset="-122"/>
                        </a:rPr>
                        <a:t>确保所有利益相关者的期望和需求得到适当的管理，并使他们参与到项目的各个阶段。</a:t>
                      </a:r>
                      <a:endParaRPr lang="zh-CN" altLang="en-US" dirty="0">
                        <a:effectLst/>
                        <a:latin typeface="等线" panose="02010600030101010101" pitchFamily="2" charset="-122"/>
                        <a:ea typeface="等线" panose="02010600030101010101" pitchFamily="2" charset="-122"/>
                      </a:endParaRPr>
                    </a:p>
                  </a:txBody>
                  <a:tcPr anchor="ctr"/>
                </a:tc>
              </a:tr>
              <a:tr h="455500">
                <a:tc>
                  <a:txBody>
                    <a:bodyPr/>
                    <a:lstStyle/>
                    <a:p>
                      <a:pPr latinLnBrk="0"/>
                      <a:r>
                        <a:rPr lang="zh-CN" altLang="en-US" b="1" dirty="0">
                          <a:effectLst/>
                          <a:latin typeface="微软雅黑" panose="020B0503020204020204" charset="-122"/>
                          <a:ea typeface="微软雅黑" panose="020B0503020204020204" charset="-122"/>
                        </a:rPr>
                        <a:t>领导能力</a:t>
                      </a:r>
                      <a:endParaRPr lang="zh-CN" altLang="en-US" dirty="0">
                        <a:effectLst/>
                        <a:latin typeface="微软雅黑" panose="020B0503020204020204" charset="-122"/>
                        <a:ea typeface="微软雅黑" panose="020B0503020204020204" charset="-122"/>
                      </a:endParaRPr>
                    </a:p>
                  </a:txBody>
                  <a:tcPr anchor="ctr"/>
                </a:tc>
                <a:tc>
                  <a:txBody>
                    <a:bodyPr/>
                    <a:lstStyle/>
                    <a:p>
                      <a:pPr latinLnBrk="0"/>
                      <a:r>
                        <a:rPr lang="zh-CN" altLang="en-US" dirty="0">
                          <a:effectLst/>
                          <a:latin typeface="等线" panose="02010600030101010101" pitchFamily="2" charset="-122"/>
                          <a:ea typeface="等线" panose="02010600030101010101" pitchFamily="2" charset="-122"/>
                        </a:rPr>
                        <a:t>项目经理需要展现出优秀的领导才能，包括激励团队和有效决策。</a:t>
                      </a:r>
                      <a:endParaRPr lang="zh-CN" altLang="en-US" dirty="0">
                        <a:effectLst/>
                        <a:latin typeface="等线" panose="02010600030101010101" pitchFamily="2" charset="-122"/>
                        <a:ea typeface="等线" panose="02010600030101010101" pitchFamily="2" charset="-122"/>
                      </a:endParaRPr>
                    </a:p>
                  </a:txBody>
                  <a:tcPr anchor="ctr"/>
                </a:tc>
              </a:tr>
              <a:tr h="455500">
                <a:tc>
                  <a:txBody>
                    <a:bodyPr/>
                    <a:lstStyle/>
                    <a:p>
                      <a:pPr latinLnBrk="0"/>
                      <a:r>
                        <a:rPr lang="zh-CN" altLang="en-US" b="1" dirty="0">
                          <a:effectLst/>
                          <a:latin typeface="微软雅黑" panose="020B0503020204020204" charset="-122"/>
                          <a:ea typeface="微软雅黑" panose="020B0503020204020204" charset="-122"/>
                        </a:rPr>
                        <a:t>持续改进</a:t>
                      </a:r>
                      <a:endParaRPr lang="zh-CN" altLang="en-US" dirty="0">
                        <a:effectLst/>
                        <a:latin typeface="微软雅黑" panose="020B0503020204020204" charset="-122"/>
                        <a:ea typeface="微软雅黑" panose="020B0503020204020204" charset="-122"/>
                      </a:endParaRPr>
                    </a:p>
                  </a:txBody>
                  <a:tcPr anchor="ctr"/>
                </a:tc>
                <a:tc>
                  <a:txBody>
                    <a:bodyPr/>
                    <a:lstStyle/>
                    <a:p>
                      <a:pPr latinLnBrk="0"/>
                      <a:r>
                        <a:rPr lang="zh-CN" altLang="en-US" dirty="0">
                          <a:effectLst/>
                          <a:latin typeface="等线" panose="02010600030101010101" pitchFamily="2" charset="-122"/>
                          <a:ea typeface="等线" panose="02010600030101010101" pitchFamily="2" charset="-122"/>
                        </a:rPr>
                        <a:t>从每个项目中吸取教训，不断改进和优化项目管理的方法和流程。</a:t>
                      </a:r>
                      <a:endParaRPr lang="zh-CN" altLang="en-US" dirty="0">
                        <a:effectLst/>
                        <a:latin typeface="等线" panose="02010600030101010101" pitchFamily="2" charset="-122"/>
                        <a:ea typeface="等线" panose="02010600030101010101" pitchFamily="2" charset="-122"/>
                      </a:endParaRPr>
                    </a:p>
                  </a:txBody>
                  <a:tcPr anchor="ctr"/>
                </a:tc>
              </a:tr>
            </a:tbl>
          </a:graphicData>
        </a:graphic>
      </p:graphicFrame>
      <p:sp>
        <p:nvSpPr>
          <p:cNvPr id="3" name="灯片编号占位符 2"/>
          <p:cNvSpPr>
            <a:spLocks noGrp="1"/>
          </p:cNvSpPr>
          <p:nvPr>
            <p:ph type="sldNum" sz="quarter" idx="10"/>
          </p:nvPr>
        </p:nvSpPr>
        <p:spPr>
          <a:xfrm>
            <a:off x="9212263" y="6667500"/>
            <a:ext cx="436562" cy="122238"/>
          </a:xfrm>
        </p:spPr>
        <p:txBody>
          <a:bodyPr/>
          <a:lstStyle/>
          <a:p>
            <a:fld id="{6D9D2222-8541-46EA-AD3B-36A5E091B774}" type="slidenum">
              <a:rPr lang="en-US" altLang="zh-CN" smtClean="0"/>
            </a:fld>
            <a:endParaRPr lang="en-US" altLang="zh-CN"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216067" name="Picture 4" descr="leaderboy"/>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519863" y="1946275"/>
            <a:ext cx="2530475" cy="385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6068" name="Rectangle 7"/>
          <p:cNvSpPr>
            <a:spLocks noGrp="1" noChangeArrowheads="1"/>
          </p:cNvSpPr>
          <p:nvPr>
            <p:ph type="title"/>
          </p:nvPr>
        </p:nvSpPr>
        <p:spPr/>
        <p:txBody>
          <a:bodyPr/>
          <a:lstStyle/>
          <a:p>
            <a:pPr eaLnBrk="1" hangingPunct="1"/>
            <a:r>
              <a:rPr lang="zh-CN" altLang="en-US"/>
              <a:t>成为世界级的项目经理</a:t>
            </a:r>
            <a:endParaRPr lang="zh-CN" altLang="en-US"/>
          </a:p>
        </p:txBody>
      </p:sp>
      <p:sp>
        <p:nvSpPr>
          <p:cNvPr id="216069" name="Rectangle 8"/>
          <p:cNvSpPr>
            <a:spLocks noGrp="1" noChangeArrowheads="1"/>
          </p:cNvSpPr>
          <p:nvPr>
            <p:ph type="body" idx="1"/>
          </p:nvPr>
        </p:nvSpPr>
        <p:spPr/>
        <p:txBody>
          <a:bodyPr/>
          <a:lstStyle/>
          <a:p>
            <a:pPr eaLnBrk="1" hangingPunct="1"/>
            <a:endParaRPr lang="en-US" altLang="zh-CN" sz="3300">
              <a:solidFill>
                <a:srgbClr val="000000"/>
              </a:solidFill>
            </a:endParaRPr>
          </a:p>
          <a:p>
            <a:pPr eaLnBrk="1" hangingPunct="1"/>
            <a:endParaRPr lang="en-US" altLang="zh-CN" sz="3300">
              <a:solidFill>
                <a:srgbClr val="000000"/>
              </a:solidFill>
            </a:endParaRPr>
          </a:p>
          <a:p>
            <a:pPr eaLnBrk="1" hangingPunct="1"/>
            <a:r>
              <a:rPr lang="en-US" altLang="zh-CN" sz="4100">
                <a:solidFill>
                  <a:srgbClr val="000000"/>
                </a:solidFill>
              </a:rPr>
              <a:t>Practice is everything</a:t>
            </a:r>
            <a:br>
              <a:rPr lang="en-US" altLang="zh-CN" sz="4100">
                <a:solidFill>
                  <a:srgbClr val="000000"/>
                </a:solidFill>
              </a:rPr>
            </a:br>
            <a:br>
              <a:rPr lang="en-US" altLang="zh-CN" sz="3300">
                <a:solidFill>
                  <a:srgbClr val="000000"/>
                </a:solidFill>
              </a:rPr>
            </a:br>
            <a:r>
              <a:rPr lang="en-US" altLang="zh-CN" sz="2000">
                <a:solidFill>
                  <a:srgbClr val="000000"/>
                </a:solidFill>
              </a:rPr>
              <a:t>—— Diogenes Laertius</a:t>
            </a:r>
            <a:br>
              <a:rPr lang="en-US" altLang="zh-CN" sz="2000">
                <a:solidFill>
                  <a:srgbClr val="000000"/>
                </a:solidFill>
              </a:rPr>
            </a:br>
            <a:r>
              <a:rPr lang="zh-CN" altLang="en-US" sz="2000">
                <a:solidFill>
                  <a:srgbClr val="000000"/>
                </a:solidFill>
              </a:rPr>
              <a:t>戴奥真尼斯 </a:t>
            </a:r>
            <a:r>
              <a:rPr lang="en-US" altLang="zh-CN" sz="2000">
                <a:solidFill>
                  <a:srgbClr val="000000"/>
                </a:solidFill>
              </a:rPr>
              <a:t>(</a:t>
            </a:r>
            <a:r>
              <a:rPr lang="zh-CN" altLang="en-US" sz="2000">
                <a:solidFill>
                  <a:srgbClr val="000000"/>
                </a:solidFill>
              </a:rPr>
              <a:t>希腊的哲学家</a:t>
            </a:r>
            <a:r>
              <a:rPr lang="en-US" altLang="zh-CN" sz="2000">
                <a:solidFill>
                  <a:srgbClr val="000000"/>
                </a:solidFill>
              </a:rPr>
              <a:t>,</a:t>
            </a:r>
            <a:r>
              <a:rPr lang="zh-CN" altLang="en-US" sz="2000">
                <a:solidFill>
                  <a:srgbClr val="000000"/>
                </a:solidFill>
              </a:rPr>
              <a:t>公元前</a:t>
            </a:r>
            <a:r>
              <a:rPr lang="en-US" altLang="zh-CN" sz="2000">
                <a:solidFill>
                  <a:srgbClr val="000000"/>
                </a:solidFill>
              </a:rPr>
              <a:t>412-323)</a:t>
            </a:r>
            <a:endParaRPr lang="zh-CN" altLang="en-US" sz="2000">
              <a:solidFill>
                <a:srgbClr val="000000"/>
              </a:solidFill>
            </a:endParaRPr>
          </a:p>
        </p:txBody>
      </p:sp>
      <p:sp>
        <p:nvSpPr>
          <p:cNvPr id="3" name="灯片编号占位符 2"/>
          <p:cNvSpPr>
            <a:spLocks noGrp="1"/>
          </p:cNvSpPr>
          <p:nvPr>
            <p:ph type="sldNum" sz="quarter" idx="10"/>
          </p:nvPr>
        </p:nvSpPr>
        <p:spPr/>
        <p:txBody>
          <a:bodyPr/>
          <a:lstStyle/>
          <a:p>
            <a:pPr>
              <a:defRPr/>
            </a:pPr>
            <a:fld id="{6D9D2222-8541-46EA-AD3B-36A5E091B774}" type="slidenum">
              <a:rPr lang="en-US" altLang="zh-CN" smtClean="0"/>
            </a:fld>
            <a:endParaRPr lang="en-US" altLang="zh-CN" dirty="0"/>
          </a:p>
        </p:txBody>
      </p:sp>
    </p:spTree>
  </p:cSld>
  <p:clrMapOvr>
    <a:masterClrMapping/>
  </p:clrMapOvr>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知识点回顾</a:t>
            </a:r>
            <a:endParaRPr lang="zh-CN" altLang="en-US" dirty="0"/>
          </a:p>
        </p:txBody>
      </p:sp>
      <p:sp>
        <p:nvSpPr>
          <p:cNvPr id="6" name="内容占位符 5"/>
          <p:cNvSpPr>
            <a:spLocks noGrp="1"/>
          </p:cNvSpPr>
          <p:nvPr>
            <p:ph idx="1"/>
          </p:nvPr>
        </p:nvSpPr>
        <p:spPr/>
        <p:txBody>
          <a:bodyPr/>
          <a:lstStyle/>
          <a:p>
            <a:r>
              <a:rPr lang="zh-CN" altLang="en-US" dirty="0"/>
              <a:t>请合上书本，在纸上写下本课程印象最深的知识点（ </a:t>
            </a:r>
            <a:r>
              <a:rPr lang="en-US" altLang="zh-CN" dirty="0"/>
              <a:t>5</a:t>
            </a:r>
            <a:r>
              <a:rPr lang="zh-CN" altLang="en-US" dirty="0"/>
              <a:t>个以上）</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6D9D2222-8541-46EA-AD3B-36A5E091B774}" type="slidenum">
              <a:rPr lang="en-US" altLang="zh-CN" smtClean="0"/>
            </a:fld>
            <a:endParaRPr lang="en-US" altLang="zh-CN" dirty="0"/>
          </a:p>
        </p:txBody>
      </p:sp>
    </p:spTree>
  </p:cSld>
  <p:clrMapOvr>
    <a:masterClrMapping/>
  </p:clrMapOvr>
</p:sld>
</file>

<file path=ppt/theme/theme1.xml><?xml version="1.0" encoding="utf-8"?>
<a:theme xmlns:a="http://schemas.openxmlformats.org/drawingml/2006/main" name="HP_Presentation">
  <a:themeElements>
    <a:clrScheme name="HP_Presentation 1">
      <a:dk1>
        <a:srgbClr val="000000"/>
      </a:dk1>
      <a:lt1>
        <a:srgbClr val="FFFFFF"/>
      </a:lt1>
      <a:dk2>
        <a:srgbClr val="215E9B"/>
      </a:dk2>
      <a:lt2>
        <a:srgbClr val="FFFFFF"/>
      </a:lt2>
      <a:accent1>
        <a:srgbClr val="EAA200"/>
      </a:accent1>
      <a:accent2>
        <a:srgbClr val="008266"/>
      </a:accent2>
      <a:accent3>
        <a:srgbClr val="ABB6CB"/>
      </a:accent3>
      <a:accent4>
        <a:srgbClr val="DADADA"/>
      </a:accent4>
      <a:accent5>
        <a:srgbClr val="F3CEAA"/>
      </a:accent5>
      <a:accent6>
        <a:srgbClr val="00755C"/>
      </a:accent6>
      <a:hlink>
        <a:srgbClr val="E77003"/>
      </a:hlink>
      <a:folHlink>
        <a:srgbClr val="215E9B"/>
      </a:folHlink>
    </a:clrScheme>
    <a:fontScheme name="HP_Presentation">
      <a:majorFont>
        <a:latin typeface="Futura Hv"/>
        <a:ea typeface="黑体"/>
        <a:cs typeface=""/>
      </a:majorFont>
      <a:minorFont>
        <a:latin typeface="Futura Bk"/>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spPr>
      <a:bodyPr vert="horz" wrap="square" lIns="0" tIns="0" rIns="0" bIns="0" numCol="1" anchor="ctr" anchorCtr="0" compatLnSpc="1"/>
      <a:lstStyle>
        <a:defPPr marL="0" marR="0" indent="0" algn="l" defTabSz="914400" rtl="0" eaLnBrk="1" fontAlgn="base" latinLnBrk="0" hangingPunct="1">
          <a:lnSpc>
            <a:spcPct val="100000"/>
          </a:lnSpc>
          <a:spcBef>
            <a:spcPct val="50000"/>
          </a:spcBef>
          <a:spcAft>
            <a:spcPct val="0"/>
          </a:spcAft>
          <a:buClrTx/>
          <a:buSzTx/>
          <a:buFontTx/>
          <a:buNone/>
          <a:defRPr kumimoji="0" lang="en-US" altLang="zh-CN" sz="2400" b="0" i="0" u="none" strike="noStrike" cap="none" normalizeH="0" baseline="0" smtClean="0">
            <a:ln>
              <a:noFill/>
            </a:ln>
            <a:solidFill>
              <a:schemeClr val="tx1"/>
            </a:solidFill>
            <a:effectLst/>
            <a:latin typeface="Futura Bk" pitchFamily="34" charset="0"/>
            <a:ea typeface="宋体" panose="02010600030101010101" pitchFamily="2" charset="-122"/>
          </a:defRPr>
        </a:defPPr>
      </a:lstStyle>
    </a:spDef>
    <a:lnDef>
      <a:spPr bwMode="auto">
        <a:xfrm>
          <a:off x="0" y="0"/>
          <a:ext cx="1" cy="1"/>
        </a:xfrm>
        <a:custGeom>
          <a:avLst/>
          <a:gdLst/>
          <a:ahLst/>
          <a:cxnLst/>
          <a:rect l="0" t="0" r="0" b="0"/>
          <a:pathLst/>
        </a:custGeom>
        <a:noFill/>
        <a:ln>
          <a:noFill/>
        </a:ln>
      </a:spPr>
      <a:bodyPr vert="horz" wrap="square" lIns="0" tIns="0" rIns="0" bIns="0" numCol="1" anchor="ctr" anchorCtr="0" compatLnSpc="1"/>
      <a:lstStyle>
        <a:defPPr marL="0" marR="0" indent="0" algn="l" defTabSz="914400" rtl="0" eaLnBrk="1" fontAlgn="base" latinLnBrk="0" hangingPunct="1">
          <a:lnSpc>
            <a:spcPct val="100000"/>
          </a:lnSpc>
          <a:spcBef>
            <a:spcPct val="50000"/>
          </a:spcBef>
          <a:spcAft>
            <a:spcPct val="0"/>
          </a:spcAft>
          <a:buClrTx/>
          <a:buSzTx/>
          <a:buFontTx/>
          <a:buNone/>
          <a:defRPr kumimoji="0" lang="en-US" altLang="zh-CN" sz="2400" b="0" i="0" u="none" strike="noStrike" cap="none" normalizeH="0" baseline="0" smtClean="0">
            <a:ln>
              <a:noFill/>
            </a:ln>
            <a:solidFill>
              <a:schemeClr val="tx1"/>
            </a:solidFill>
            <a:effectLst/>
            <a:latin typeface="Futura Bk" pitchFamily="34" charset="0"/>
            <a:ea typeface="宋体" panose="02010600030101010101" pitchFamily="2" charset="-122"/>
          </a:defRPr>
        </a:defPPr>
      </a:lstStyle>
    </a:lnDef>
  </a:objectDefaults>
  <a:extraClrSchemeLst>
    <a:extraClrScheme>
      <a:clrScheme name="HP_Presentation 1">
        <a:dk1>
          <a:srgbClr val="000000"/>
        </a:dk1>
        <a:lt1>
          <a:srgbClr val="FFFFFF"/>
        </a:lt1>
        <a:dk2>
          <a:srgbClr val="215E9B"/>
        </a:dk2>
        <a:lt2>
          <a:srgbClr val="FFFFFF"/>
        </a:lt2>
        <a:accent1>
          <a:srgbClr val="EAA200"/>
        </a:accent1>
        <a:accent2>
          <a:srgbClr val="008266"/>
        </a:accent2>
        <a:accent3>
          <a:srgbClr val="ABB6CB"/>
        </a:accent3>
        <a:accent4>
          <a:srgbClr val="DADADA"/>
        </a:accent4>
        <a:accent5>
          <a:srgbClr val="F3CEAA"/>
        </a:accent5>
        <a:accent6>
          <a:srgbClr val="00755C"/>
        </a:accent6>
        <a:hlink>
          <a:srgbClr val="E77003"/>
        </a:hlink>
        <a:folHlink>
          <a:srgbClr val="215E9B"/>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security_mgt_HPE_instructor_backup</Template>
  <TotalTime>0</TotalTime>
  <Words>18891</Words>
  <Application>WPS 演示</Application>
  <PresentationFormat>A4 纸张(210x297 毫米)</PresentationFormat>
  <Paragraphs>2833</Paragraphs>
  <Slides>147</Slides>
  <Notes>103</Notes>
  <HiddenSlides>0</HiddenSlides>
  <MMClips>0</MMClips>
  <ScaleCrop>false</ScaleCrop>
  <HeadingPairs>
    <vt:vector size="8" baseType="variant">
      <vt:variant>
        <vt:lpstr>已用的字体</vt:lpstr>
      </vt:variant>
      <vt:variant>
        <vt:i4>21</vt:i4>
      </vt:variant>
      <vt:variant>
        <vt:lpstr>主题</vt:lpstr>
      </vt:variant>
      <vt:variant>
        <vt:i4>1</vt:i4>
      </vt:variant>
      <vt:variant>
        <vt:lpstr>嵌入 OLE 服务器</vt:lpstr>
      </vt:variant>
      <vt:variant>
        <vt:i4>12</vt:i4>
      </vt:variant>
      <vt:variant>
        <vt:lpstr>幻灯片标题</vt:lpstr>
      </vt:variant>
      <vt:variant>
        <vt:i4>147</vt:i4>
      </vt:variant>
    </vt:vector>
  </HeadingPairs>
  <TitlesOfParts>
    <vt:vector size="181" baseType="lpstr">
      <vt:lpstr>Arial</vt:lpstr>
      <vt:lpstr>宋体</vt:lpstr>
      <vt:lpstr>Wingdings</vt:lpstr>
      <vt:lpstr>Futura Bk</vt:lpstr>
      <vt:lpstr>Segoe Print</vt:lpstr>
      <vt:lpstr>Futura Hv</vt:lpstr>
      <vt:lpstr>黑体</vt:lpstr>
      <vt:lpstr>Futura Lt</vt:lpstr>
      <vt:lpstr>微软雅黑</vt:lpstr>
      <vt:lpstr>Arial Unicode MS</vt:lpstr>
      <vt:lpstr>仿宋_GB2312</vt:lpstr>
      <vt:lpstr>-apple-system</vt:lpstr>
      <vt:lpstr>楷体</vt:lpstr>
      <vt:lpstr>Futura Lt</vt:lpstr>
      <vt:lpstr>Arial Black</vt:lpstr>
      <vt:lpstr>Times New Roman</vt:lpstr>
      <vt:lpstr>等线</vt:lpstr>
      <vt:lpstr>PingFang SC</vt:lpstr>
      <vt:lpstr>Courier New</vt:lpstr>
      <vt:lpstr>Comic Sans MS</vt:lpstr>
      <vt:lpstr>仿宋</vt:lpstr>
      <vt:lpstr>HP_Presentation</vt:lpstr>
      <vt:lpstr>MS_ClipArt_Gallery.2</vt:lpstr>
      <vt:lpstr>MS_ClipArt_Gallery.2</vt:lpstr>
      <vt:lpstr>MS_ClipArt_Gallery.2</vt:lpstr>
      <vt:lpstr>MS_ClipArt_Gallery.2</vt:lpstr>
      <vt:lpstr>MS_ClipArt_Gallery.2</vt:lpstr>
      <vt:lpstr>MS_ClipArt_Gallery.2</vt:lpstr>
      <vt:lpstr>MS_ClipArt_Gallery.2</vt:lpstr>
      <vt:lpstr>Word.Document.8</vt:lpstr>
      <vt:lpstr>MS_ClipArt_Gallery.2</vt:lpstr>
      <vt:lpstr>MS_ClipArt_Gallery.2</vt:lpstr>
      <vt:lpstr>MS_ClipArt_Gallery.2</vt:lpstr>
      <vt:lpstr>MS_ClipArt_Gallery.2</vt:lpstr>
      <vt:lpstr>  项目管理</vt:lpstr>
      <vt:lpstr>课程内容</vt:lpstr>
      <vt:lpstr>自我介绍</vt:lpstr>
      <vt:lpstr>请你介绍自己</vt:lpstr>
      <vt:lpstr>课程时间</vt:lpstr>
      <vt:lpstr>课程规则</vt:lpstr>
      <vt:lpstr>课程目标</vt:lpstr>
      <vt:lpstr>项目管理学科的发展</vt:lpstr>
      <vt:lpstr>项目管理的重要性</vt:lpstr>
      <vt:lpstr>项目管理与业务流程的关系</vt:lpstr>
      <vt:lpstr>远航</vt:lpstr>
      <vt:lpstr>知识点回顾，纸上写下你学到的知识点</vt:lpstr>
      <vt:lpstr>课程内容</vt:lpstr>
      <vt:lpstr>什么是项目？</vt:lpstr>
      <vt:lpstr>什么是项目管理？</vt:lpstr>
      <vt:lpstr>项目三角形</vt:lpstr>
      <vt:lpstr>项目相关方</vt:lpstr>
      <vt:lpstr>项目中主要的项目相关方</vt:lpstr>
      <vt:lpstr>识别项目相关方</vt:lpstr>
      <vt:lpstr>测试</vt:lpstr>
      <vt:lpstr>项目经理</vt:lpstr>
      <vt:lpstr>不同的“项目经理”</vt:lpstr>
      <vt:lpstr>IT项目最重要的两个角色</vt:lpstr>
      <vt:lpstr>项目经理的责任</vt:lpstr>
      <vt:lpstr>思维转型</vt:lpstr>
      <vt:lpstr>项目管理：是科学还是艺术?</vt:lpstr>
      <vt:lpstr>项目经理 vs 产品经理</vt:lpstr>
      <vt:lpstr>项目 project vs 项目群 program</vt:lpstr>
      <vt:lpstr>知识点回顾</vt:lpstr>
      <vt:lpstr>课程内容</vt:lpstr>
      <vt:lpstr>流程</vt:lpstr>
      <vt:lpstr>测试</vt:lpstr>
      <vt:lpstr>项目管理流程</vt:lpstr>
      <vt:lpstr>知识点回顾</vt:lpstr>
      <vt:lpstr>课程内容</vt:lpstr>
      <vt:lpstr>启动阶段</vt:lpstr>
      <vt:lpstr>定义项目 ——明确项目的目的和范围</vt:lpstr>
      <vt:lpstr>定义项目</vt:lpstr>
      <vt:lpstr>确定并定义项目</vt:lpstr>
      <vt:lpstr>定义项目</vt:lpstr>
      <vt:lpstr>制定项目目标 ——明确项目的结果和衡量项目成功的标准</vt:lpstr>
      <vt:lpstr>项目目标</vt:lpstr>
      <vt:lpstr>目标定义的SMART原则</vt:lpstr>
      <vt:lpstr>制定项目目标需要哪些人参与？</vt:lpstr>
      <vt:lpstr>测试</vt:lpstr>
      <vt:lpstr>测试</vt:lpstr>
      <vt:lpstr>工作分解结构 (Work Breakdown Structure) ——确定具体要完成的工作</vt:lpstr>
      <vt:lpstr>工作分解结构 (图表形式)</vt:lpstr>
      <vt:lpstr>工作分解结构 (目录形式)</vt:lpstr>
      <vt:lpstr>WBS验证（什么是好的WBS？）</vt:lpstr>
      <vt:lpstr>MECE 不重叠、不遗漏</vt:lpstr>
      <vt:lpstr>多个负责人＝没有负责人</vt:lpstr>
      <vt:lpstr>如何做WBS</vt:lpstr>
      <vt:lpstr>WBS样例</vt:lpstr>
      <vt:lpstr>项目管理活动必须纳入WBS！</vt:lpstr>
      <vt:lpstr>子项目 ——使工作更容易管理</vt:lpstr>
      <vt:lpstr>子项目WBS样例</vt:lpstr>
      <vt:lpstr>核算资源成本 ——确定资源需求，帮助今后分配职责</vt:lpstr>
      <vt:lpstr>资源成本核算 </vt:lpstr>
      <vt:lpstr>核算成本之后：Go/No go</vt:lpstr>
      <vt:lpstr>测试</vt:lpstr>
      <vt:lpstr>知识点回顾</vt:lpstr>
      <vt:lpstr>课程内容</vt:lpstr>
      <vt:lpstr>测试</vt:lpstr>
      <vt:lpstr>规划阶段</vt:lpstr>
      <vt:lpstr>项目痛苦曲线</vt:lpstr>
      <vt:lpstr>悲天悯人的“定律”</vt:lpstr>
      <vt:lpstr>墨菲定律 Murphy’s Law</vt:lpstr>
      <vt:lpstr>墨菲定律项目版 Murphy’s Law for Project</vt:lpstr>
      <vt:lpstr>复杂项目的项目计划 (project planning)</vt:lpstr>
      <vt:lpstr>PowerPoint 演示文稿</vt:lpstr>
      <vt:lpstr>PowerPoint 演示文稿</vt:lpstr>
      <vt:lpstr>分配职责 ——落实所有工作的责任人</vt:lpstr>
      <vt:lpstr>人员职责分配表 </vt:lpstr>
      <vt:lpstr>测试</vt:lpstr>
      <vt:lpstr>3U原则</vt:lpstr>
      <vt:lpstr>PowerPoint 演示文稿</vt:lpstr>
      <vt:lpstr>确定工作顺序 ——以便有效安排工作</vt:lpstr>
      <vt:lpstr>工作次序表</vt:lpstr>
      <vt:lpstr>网络图 ——工作次序表示</vt:lpstr>
      <vt:lpstr>网络图</vt:lpstr>
      <vt:lpstr>任务的依赖关系</vt:lpstr>
      <vt:lpstr>关键路径 ——完成任务所需最长时间的路径</vt:lpstr>
      <vt:lpstr>落实工作日程</vt:lpstr>
      <vt:lpstr>甘特图</vt:lpstr>
      <vt:lpstr>PowerPoint 演示文稿</vt:lpstr>
      <vt:lpstr>控制风险 ——保护项目实现目标</vt:lpstr>
      <vt:lpstr>风险应对策略</vt:lpstr>
      <vt:lpstr>潜在问题分析 </vt:lpstr>
      <vt:lpstr>预防与补救措施的应用</vt:lpstr>
      <vt:lpstr>创造机会 ——帮助我们超额完成目标</vt:lpstr>
      <vt:lpstr>潜在机会分析 </vt:lpstr>
      <vt:lpstr>知识点回顾</vt:lpstr>
      <vt:lpstr>课程内容</vt:lpstr>
      <vt:lpstr>你看到什么？</vt:lpstr>
      <vt:lpstr>沟通为什么重要？</vt:lpstr>
      <vt:lpstr>90%！</vt:lpstr>
      <vt:lpstr>与人沟通的技巧</vt:lpstr>
      <vt:lpstr>问题的类型</vt:lpstr>
      <vt:lpstr>打破沙锅问到底（5-Why）</vt:lpstr>
      <vt:lpstr>倾听的障碍</vt:lpstr>
      <vt:lpstr>沟通的等级</vt:lpstr>
      <vt:lpstr>项目中的沟通方式</vt:lpstr>
      <vt:lpstr>项目中的沟通方式——会议</vt:lpstr>
      <vt:lpstr>如何组织有效的会议</vt:lpstr>
      <vt:lpstr>问题升级 Escalation</vt:lpstr>
      <vt:lpstr>本质洞察</vt:lpstr>
      <vt:lpstr>结构：宝洁“三点法”</vt:lpstr>
      <vt:lpstr>“三点”例子</vt:lpstr>
      <vt:lpstr>口头沟通</vt:lpstr>
      <vt:lpstr>书面沟通</vt:lpstr>
      <vt:lpstr>追问：亲子关系疏远的主要原因之一</vt:lpstr>
      <vt:lpstr>父子谈话</vt:lpstr>
      <vt:lpstr>四种自传式回应（Autobiographical Responses）</vt:lpstr>
      <vt:lpstr>父子谈话——自传式回应沟通</vt:lpstr>
      <vt:lpstr>父子谈话——同理心沟通(1)</vt:lpstr>
      <vt:lpstr>父子谈话——同理心沟通(2)</vt:lpstr>
      <vt:lpstr>同理心沟通</vt:lpstr>
      <vt:lpstr>“想不起来”</vt:lpstr>
      <vt:lpstr>知识回顾</vt:lpstr>
      <vt:lpstr>课程内容</vt:lpstr>
      <vt:lpstr>执行阶段</vt:lpstr>
      <vt:lpstr>测试</vt:lpstr>
      <vt:lpstr>建立和组织团队 ——项目的成功就是项目团队的成功</vt:lpstr>
      <vt:lpstr>促进因素</vt:lpstr>
      <vt:lpstr>团队精神，躬身入局</vt:lpstr>
      <vt:lpstr>开始实施 ——以明确的行为标准按时开工</vt:lpstr>
      <vt:lpstr>项目启动案例</vt:lpstr>
      <vt:lpstr>准备项目启动会议</vt:lpstr>
      <vt:lpstr>监督项目 ——保证项目在正常轨道上进行</vt:lpstr>
      <vt:lpstr>里程碑 ——在此处检查工作进展</vt:lpstr>
      <vt:lpstr>变更管理 ——对风险、机会或目标的变化作出反映</vt:lpstr>
      <vt:lpstr>完工总结 ——项目验收，总结经验教训</vt:lpstr>
      <vt:lpstr>PowerPoint 演示文稿</vt:lpstr>
      <vt:lpstr>课程内容</vt:lpstr>
      <vt:lpstr>案例分析（1）</vt:lpstr>
      <vt:lpstr>案例分析（2）</vt:lpstr>
      <vt:lpstr>案例分析（3）</vt:lpstr>
      <vt:lpstr>案例分析（4）：问题分析</vt:lpstr>
      <vt:lpstr>案例分析（5）：问题分析</vt:lpstr>
      <vt:lpstr>案例分析（6）：问题分析</vt:lpstr>
      <vt:lpstr>课程内容</vt:lpstr>
      <vt:lpstr>项目管理的黄金法则</vt:lpstr>
      <vt:lpstr>测试</vt:lpstr>
      <vt:lpstr>项目管理的成功要素</vt:lpstr>
      <vt:lpstr>成为世界级的项目经理</vt:lpstr>
      <vt:lpstr>知识点回顾</vt:lpstr>
    </vt:vector>
  </TitlesOfParts>
  <Company>Landor Associates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landor</dc:creator>
  <cp:lastModifiedBy>王端仪</cp:lastModifiedBy>
  <cp:revision>879</cp:revision>
  <cp:lastPrinted>2001-02-20T09:49:00Z</cp:lastPrinted>
  <dcterms:created xsi:type="dcterms:W3CDTF">2000-01-26T01:32:00Z</dcterms:created>
  <dcterms:modified xsi:type="dcterms:W3CDTF">2026-08-25T08:55:27Z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F3C601FDEE954C349A4F3AFC0C425773_13</vt:lpwstr>
  </property>
  <property fmtid="{D5CDD505-2E9C-101B-9397-08002B2CF9AE}" pid="3" name="KSOProductBuildVer">
    <vt:lpwstr>2052-12.1.0.28043</vt:lpwstr>
  </property>
</Properties>
</file>